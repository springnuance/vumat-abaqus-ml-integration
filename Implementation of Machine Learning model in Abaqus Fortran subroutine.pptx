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811" r:id="rId4"/>
  </p:sldMasterIdLst>
  <p:notesMasterIdLst>
    <p:notesMasterId r:id="rId56"/>
  </p:notesMasterIdLst>
  <p:handoutMasterIdLst>
    <p:handoutMasterId r:id="rId57"/>
  </p:handoutMasterIdLst>
  <p:sldIdLst>
    <p:sldId id="258" r:id="rId5"/>
    <p:sldId id="1352" r:id="rId6"/>
    <p:sldId id="1399" r:id="rId7"/>
    <p:sldId id="1403" r:id="rId8"/>
    <p:sldId id="1404" r:id="rId9"/>
    <p:sldId id="1385" r:id="rId10"/>
    <p:sldId id="1400" r:id="rId11"/>
    <p:sldId id="1402" r:id="rId12"/>
    <p:sldId id="1355" r:id="rId13"/>
    <p:sldId id="1377" r:id="rId14"/>
    <p:sldId id="929" r:id="rId15"/>
    <p:sldId id="1351" r:id="rId16"/>
    <p:sldId id="1353" r:id="rId17"/>
    <p:sldId id="1354" r:id="rId18"/>
    <p:sldId id="1406" r:id="rId19"/>
    <p:sldId id="1364" r:id="rId20"/>
    <p:sldId id="1392" r:id="rId21"/>
    <p:sldId id="1356" r:id="rId22"/>
    <p:sldId id="1357" r:id="rId23"/>
    <p:sldId id="1367" r:id="rId24"/>
    <p:sldId id="1390" r:id="rId25"/>
    <p:sldId id="1360" r:id="rId26"/>
    <p:sldId id="1389" r:id="rId27"/>
    <p:sldId id="1366" r:id="rId28"/>
    <p:sldId id="1382" r:id="rId29"/>
    <p:sldId id="1358" r:id="rId30"/>
    <p:sldId id="1391" r:id="rId31"/>
    <p:sldId id="1376" r:id="rId32"/>
    <p:sldId id="1368" r:id="rId33"/>
    <p:sldId id="1361" r:id="rId34"/>
    <p:sldId id="1393" r:id="rId35"/>
    <p:sldId id="1375" r:id="rId36"/>
    <p:sldId id="1384" r:id="rId37"/>
    <p:sldId id="1374" r:id="rId38"/>
    <p:sldId id="1369" r:id="rId39"/>
    <p:sldId id="1362" r:id="rId40"/>
    <p:sldId id="1363" r:id="rId41"/>
    <p:sldId id="1359" r:id="rId42"/>
    <p:sldId id="1383" r:id="rId43"/>
    <p:sldId id="1394" r:id="rId44"/>
    <p:sldId id="1395" r:id="rId45"/>
    <p:sldId id="1379" r:id="rId46"/>
    <p:sldId id="1372" r:id="rId47"/>
    <p:sldId id="1373" r:id="rId48"/>
    <p:sldId id="1398" r:id="rId49"/>
    <p:sldId id="1396" r:id="rId50"/>
    <p:sldId id="1397" r:id="rId51"/>
    <p:sldId id="1386" r:id="rId52"/>
    <p:sldId id="1387" r:id="rId53"/>
    <p:sldId id="1405" r:id="rId54"/>
    <p:sldId id="1296" r:id="rId55"/>
  </p:sldIdLst>
  <p:sldSz cx="12192000" cy="6858000"/>
  <p:notesSz cx="7099300" cy="10234613"/>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sj" initials="l" lastIdx="8" clrIdx="0">
    <p:extLst>
      <p:ext uri="{19B8F6BF-5375-455C-9EA6-DF929625EA0E}">
        <p15:presenceInfo xmlns:p15="http://schemas.microsoft.com/office/powerpoint/2012/main" userId="lsj" providerId="None"/>
      </p:ext>
    </p:extLst>
  </p:cmAuthor>
  <p:cmAuthor id="2" name="Junhe Lian" initials="JL" lastIdx="1" clrIdx="1">
    <p:extLst>
      <p:ext uri="{19B8F6BF-5375-455C-9EA6-DF929625EA0E}">
        <p15:presenceInfo xmlns:p15="http://schemas.microsoft.com/office/powerpoint/2012/main" userId="c48a0666b18b490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C0000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0000FF"/>
    <a:srgbClr val="C00000"/>
    <a:srgbClr val="FF0000"/>
    <a:srgbClr val="FF9900"/>
    <a:srgbClr val="00FF00"/>
    <a:srgbClr val="32309F"/>
    <a:srgbClr val="00549F"/>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109"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Wenqi" userId="e72448e5a518e0d1" providerId="LiveId" clId="{E5FD8010-BFDD-44C2-9449-E318996DDEB1}"/>
    <pc:docChg chg="undo redo custSel addSld delSld modSld sldOrd modMainMaster">
      <pc:chgData name="Liu Wenqi" userId="e72448e5a518e0d1" providerId="LiveId" clId="{E5FD8010-BFDD-44C2-9449-E318996DDEB1}" dt="2019-06-25T08:55:55.238" v="583" actId="255"/>
      <pc:docMkLst>
        <pc:docMk/>
      </pc:docMkLst>
      <pc:sldChg chg="del">
        <pc:chgData name="Liu Wenqi" userId="e72448e5a518e0d1" providerId="LiveId" clId="{E5FD8010-BFDD-44C2-9449-E318996DDEB1}" dt="2019-06-25T00:23:58.499" v="7" actId="2696"/>
        <pc:sldMkLst>
          <pc:docMk/>
          <pc:sldMk cId="1225268385" sldId="877"/>
        </pc:sldMkLst>
      </pc:sldChg>
      <pc:sldChg chg="delSp modSp">
        <pc:chgData name="Liu Wenqi" userId="e72448e5a518e0d1" providerId="LiveId" clId="{E5FD8010-BFDD-44C2-9449-E318996DDEB1}" dt="2019-06-25T08:54:20.089" v="549" actId="1076"/>
        <pc:sldMkLst>
          <pc:docMk/>
          <pc:sldMk cId="176335282" sldId="878"/>
        </pc:sldMkLst>
        <pc:spChg chg="del">
          <ac:chgData name="Liu Wenqi" userId="e72448e5a518e0d1" providerId="LiveId" clId="{E5FD8010-BFDD-44C2-9449-E318996DDEB1}" dt="2019-06-25T08:52:57.739" v="537"/>
          <ac:spMkLst>
            <pc:docMk/>
            <pc:sldMk cId="176335282" sldId="878"/>
            <ac:spMk id="2" creationId="{C30112F2-F319-43AA-AB0F-D03AD10E1A3B}"/>
          </ac:spMkLst>
        </pc:spChg>
        <pc:spChg chg="mod">
          <ac:chgData name="Liu Wenqi" userId="e72448e5a518e0d1" providerId="LiveId" clId="{E5FD8010-BFDD-44C2-9449-E318996DDEB1}" dt="2019-06-25T08:54:20.089" v="549" actId="1076"/>
          <ac:spMkLst>
            <pc:docMk/>
            <pc:sldMk cId="176335282" sldId="878"/>
            <ac:spMk id="23" creationId="{00000000-0000-0000-0000-000000000000}"/>
          </ac:spMkLst>
        </pc:spChg>
      </pc:sldChg>
      <pc:sldChg chg="addSp delSp modSp delAnim">
        <pc:chgData name="Liu Wenqi" userId="e72448e5a518e0d1" providerId="LiveId" clId="{E5FD8010-BFDD-44C2-9449-E318996DDEB1}" dt="2019-06-25T07:46:10.790" v="431" actId="1076"/>
        <pc:sldMkLst>
          <pc:docMk/>
          <pc:sldMk cId="3691955169" sldId="879"/>
        </pc:sldMkLst>
        <pc:spChg chg="del">
          <ac:chgData name="Liu Wenqi" userId="e72448e5a518e0d1" providerId="LiveId" clId="{E5FD8010-BFDD-44C2-9449-E318996DDEB1}" dt="2019-06-25T07:44:04.856" v="384" actId="478"/>
          <ac:spMkLst>
            <pc:docMk/>
            <pc:sldMk cId="3691955169" sldId="879"/>
            <ac:spMk id="5" creationId="{55CEADEC-93B8-47DA-9C5B-19D6C9183B47}"/>
          </ac:spMkLst>
        </pc:spChg>
        <pc:spChg chg="mod">
          <ac:chgData name="Liu Wenqi" userId="e72448e5a518e0d1" providerId="LiveId" clId="{E5FD8010-BFDD-44C2-9449-E318996DDEB1}" dt="2019-06-25T07:46:10.790" v="431" actId="1076"/>
          <ac:spMkLst>
            <pc:docMk/>
            <pc:sldMk cId="3691955169" sldId="879"/>
            <ac:spMk id="11" creationId="{00000000-0000-0000-0000-000000000000}"/>
          </ac:spMkLst>
        </pc:spChg>
        <pc:spChg chg="mod">
          <ac:chgData name="Liu Wenqi" userId="e72448e5a518e0d1" providerId="LiveId" clId="{E5FD8010-BFDD-44C2-9449-E318996DDEB1}" dt="2019-06-25T07:45:06.843" v="410" actId="20577"/>
          <ac:spMkLst>
            <pc:docMk/>
            <pc:sldMk cId="3691955169" sldId="879"/>
            <ac:spMk id="16" creationId="{8C62795D-EA4D-4ECC-BE59-3C67968C6B9F}"/>
          </ac:spMkLst>
        </pc:spChg>
        <pc:graphicFrameChg chg="del">
          <ac:chgData name="Liu Wenqi" userId="e72448e5a518e0d1" providerId="LiveId" clId="{E5FD8010-BFDD-44C2-9449-E318996DDEB1}" dt="2019-06-25T07:43:56.112" v="381" actId="478"/>
          <ac:graphicFrameMkLst>
            <pc:docMk/>
            <pc:sldMk cId="3691955169" sldId="879"/>
            <ac:graphicFrameMk id="13" creationId="{00000000-0000-0000-0000-000000000000}"/>
          </ac:graphicFrameMkLst>
        </pc:graphicFrameChg>
        <pc:graphicFrameChg chg="del">
          <ac:chgData name="Liu Wenqi" userId="e72448e5a518e0d1" providerId="LiveId" clId="{E5FD8010-BFDD-44C2-9449-E318996DDEB1}" dt="2019-06-25T07:43:56.112" v="381" actId="478"/>
          <ac:graphicFrameMkLst>
            <pc:docMk/>
            <pc:sldMk cId="3691955169" sldId="879"/>
            <ac:graphicFrameMk id="14" creationId="{00000000-0000-0000-0000-000000000000}"/>
          </ac:graphicFrameMkLst>
        </pc:graphicFrameChg>
        <pc:graphicFrameChg chg="del">
          <ac:chgData name="Liu Wenqi" userId="e72448e5a518e0d1" providerId="LiveId" clId="{E5FD8010-BFDD-44C2-9449-E318996DDEB1}" dt="2019-06-25T07:43:56.112" v="381" actId="478"/>
          <ac:graphicFrameMkLst>
            <pc:docMk/>
            <pc:sldMk cId="3691955169" sldId="879"/>
            <ac:graphicFrameMk id="15" creationId="{00000000-0000-0000-0000-000000000000}"/>
          </ac:graphicFrameMkLst>
        </pc:graphicFrameChg>
        <pc:picChg chg="del">
          <ac:chgData name="Liu Wenqi" userId="e72448e5a518e0d1" providerId="LiveId" clId="{E5FD8010-BFDD-44C2-9449-E318996DDEB1}" dt="2019-06-25T07:43:56.112" v="381" actId="478"/>
          <ac:picMkLst>
            <pc:docMk/>
            <pc:sldMk cId="3691955169" sldId="879"/>
            <ac:picMk id="4" creationId="{36AE3745-0DBA-4F69-BC66-345D34AB944B}"/>
          </ac:picMkLst>
        </pc:picChg>
        <pc:picChg chg="del">
          <ac:chgData name="Liu Wenqi" userId="e72448e5a518e0d1" providerId="LiveId" clId="{E5FD8010-BFDD-44C2-9449-E318996DDEB1}" dt="2019-06-25T07:43:56.112" v="381" actId="478"/>
          <ac:picMkLst>
            <pc:docMk/>
            <pc:sldMk cId="3691955169" sldId="879"/>
            <ac:picMk id="7" creationId="{E52DC933-B10E-406E-9AFE-352C561D5081}"/>
          </ac:picMkLst>
        </pc:picChg>
        <pc:picChg chg="del">
          <ac:chgData name="Liu Wenqi" userId="e72448e5a518e0d1" providerId="LiveId" clId="{E5FD8010-BFDD-44C2-9449-E318996DDEB1}" dt="2019-06-25T07:43:56.112" v="381" actId="478"/>
          <ac:picMkLst>
            <pc:docMk/>
            <pc:sldMk cId="3691955169" sldId="879"/>
            <ac:picMk id="9" creationId="{9FBFA891-7ECE-4FB0-A762-5ED6AE3B0032}"/>
          </ac:picMkLst>
        </pc:picChg>
        <pc:picChg chg="add mod">
          <ac:chgData name="Liu Wenqi" userId="e72448e5a518e0d1" providerId="LiveId" clId="{E5FD8010-BFDD-44C2-9449-E318996DDEB1}" dt="2019-06-25T07:46:07.336" v="430" actId="1076"/>
          <ac:picMkLst>
            <pc:docMk/>
            <pc:sldMk cId="3691955169" sldId="879"/>
            <ac:picMk id="12" creationId="{180E1F3F-5921-495A-889D-28D1E79D4A11}"/>
          </ac:picMkLst>
        </pc:picChg>
        <pc:picChg chg="add mod">
          <ac:chgData name="Liu Wenqi" userId="e72448e5a518e0d1" providerId="LiveId" clId="{E5FD8010-BFDD-44C2-9449-E318996DDEB1}" dt="2019-06-25T07:46:07.336" v="430" actId="1076"/>
          <ac:picMkLst>
            <pc:docMk/>
            <pc:sldMk cId="3691955169" sldId="879"/>
            <ac:picMk id="17" creationId="{E24B66A8-ABD1-480F-9254-2426577B35DE}"/>
          </ac:picMkLst>
        </pc:picChg>
        <pc:picChg chg="add mod">
          <ac:chgData name="Liu Wenqi" userId="e72448e5a518e0d1" providerId="LiveId" clId="{E5FD8010-BFDD-44C2-9449-E318996DDEB1}" dt="2019-06-25T07:46:07.336" v="430" actId="1076"/>
          <ac:picMkLst>
            <pc:docMk/>
            <pc:sldMk cId="3691955169" sldId="879"/>
            <ac:picMk id="18" creationId="{32F76405-319A-4A58-AAD0-F8AC0B045169}"/>
          </ac:picMkLst>
        </pc:picChg>
        <pc:picChg chg="add mod">
          <ac:chgData name="Liu Wenqi" userId="e72448e5a518e0d1" providerId="LiveId" clId="{E5FD8010-BFDD-44C2-9449-E318996DDEB1}" dt="2019-06-25T07:46:10.790" v="431" actId="1076"/>
          <ac:picMkLst>
            <pc:docMk/>
            <pc:sldMk cId="3691955169" sldId="879"/>
            <ac:picMk id="19" creationId="{A7C2484C-4354-4E13-BF75-E816CC257FD4}"/>
          </ac:picMkLst>
        </pc:picChg>
        <pc:picChg chg="add mod">
          <ac:chgData name="Liu Wenqi" userId="e72448e5a518e0d1" providerId="LiveId" clId="{E5FD8010-BFDD-44C2-9449-E318996DDEB1}" dt="2019-06-25T07:46:10.790" v="431" actId="1076"/>
          <ac:picMkLst>
            <pc:docMk/>
            <pc:sldMk cId="3691955169" sldId="879"/>
            <ac:picMk id="20" creationId="{E9B99402-474A-4649-9749-04A2202830E8}"/>
          </ac:picMkLst>
        </pc:picChg>
        <pc:picChg chg="add mod">
          <ac:chgData name="Liu Wenqi" userId="e72448e5a518e0d1" providerId="LiveId" clId="{E5FD8010-BFDD-44C2-9449-E318996DDEB1}" dt="2019-06-25T07:46:07.336" v="430" actId="1076"/>
          <ac:picMkLst>
            <pc:docMk/>
            <pc:sldMk cId="3691955169" sldId="879"/>
            <ac:picMk id="21" creationId="{B16EE15F-E912-4D69-9E49-FA16F9191F71}"/>
          </ac:picMkLst>
        </pc:picChg>
      </pc:sldChg>
      <pc:sldChg chg="addSp delSp modSp delAnim">
        <pc:chgData name="Liu Wenqi" userId="e72448e5a518e0d1" providerId="LiveId" clId="{E5FD8010-BFDD-44C2-9449-E318996DDEB1}" dt="2019-06-25T08:55:10.332" v="582" actId="1076"/>
        <pc:sldMkLst>
          <pc:docMk/>
          <pc:sldMk cId="3529677316" sldId="880"/>
        </pc:sldMkLst>
        <pc:grpChg chg="del">
          <ac:chgData name="Liu Wenqi" userId="e72448e5a518e0d1" providerId="LiveId" clId="{E5FD8010-BFDD-44C2-9449-E318996DDEB1}" dt="2019-06-25T07:46:18.291" v="432" actId="478"/>
          <ac:grpSpMkLst>
            <pc:docMk/>
            <pc:sldMk cId="3529677316" sldId="880"/>
            <ac:grpSpMk id="3" creationId="{7E0AFCDB-09AA-47AB-97DC-D08DD4875386}"/>
          </ac:grpSpMkLst>
        </pc:grpChg>
        <pc:graphicFrameChg chg="del">
          <ac:chgData name="Liu Wenqi" userId="e72448e5a518e0d1" providerId="LiveId" clId="{E5FD8010-BFDD-44C2-9449-E318996DDEB1}" dt="2019-06-25T07:42:37.546" v="377" actId="478"/>
          <ac:graphicFrameMkLst>
            <pc:docMk/>
            <pc:sldMk cId="3529677316" sldId="880"/>
            <ac:graphicFrameMk id="18" creationId="{950EE1F2-6CD9-4B7D-AD03-0BFD95D1DEA3}"/>
          </ac:graphicFrameMkLst>
        </pc:graphicFrameChg>
        <pc:graphicFrameChg chg="del">
          <ac:chgData name="Liu Wenqi" userId="e72448e5a518e0d1" providerId="LiveId" clId="{E5FD8010-BFDD-44C2-9449-E318996DDEB1}" dt="2019-06-25T07:42:38.015" v="378" actId="478"/>
          <ac:graphicFrameMkLst>
            <pc:docMk/>
            <pc:sldMk cId="3529677316" sldId="880"/>
            <ac:graphicFrameMk id="19" creationId="{BBE7F069-94D2-4059-8705-E5A218689B1A}"/>
          </ac:graphicFrameMkLst>
        </pc:graphicFrameChg>
        <pc:graphicFrameChg chg="del">
          <ac:chgData name="Liu Wenqi" userId="e72448e5a518e0d1" providerId="LiveId" clId="{E5FD8010-BFDD-44C2-9449-E318996DDEB1}" dt="2019-06-25T07:42:36.858" v="376" actId="478"/>
          <ac:graphicFrameMkLst>
            <pc:docMk/>
            <pc:sldMk cId="3529677316" sldId="880"/>
            <ac:graphicFrameMk id="20" creationId="{4834404F-3A2C-474B-8D6E-B641CDF86757}"/>
          </ac:graphicFrameMkLst>
        </pc:graphicFrameChg>
        <pc:picChg chg="add mod">
          <ac:chgData name="Liu Wenqi" userId="e72448e5a518e0d1" providerId="LiveId" clId="{E5FD8010-BFDD-44C2-9449-E318996DDEB1}" dt="2019-06-25T08:55:07.227" v="581" actId="1076"/>
          <ac:picMkLst>
            <pc:docMk/>
            <pc:sldMk cId="3529677316" sldId="880"/>
            <ac:picMk id="16" creationId="{B0BDD9BF-CA82-499C-860D-A7F983DFF0D4}"/>
          </ac:picMkLst>
        </pc:picChg>
        <pc:picChg chg="add mod">
          <ac:chgData name="Liu Wenqi" userId="e72448e5a518e0d1" providerId="LiveId" clId="{E5FD8010-BFDD-44C2-9449-E318996DDEB1}" dt="2019-06-25T08:55:07.227" v="581" actId="1076"/>
          <ac:picMkLst>
            <pc:docMk/>
            <pc:sldMk cId="3529677316" sldId="880"/>
            <ac:picMk id="17" creationId="{3C9E8B14-142B-4F26-A8B7-EC3815BE1441}"/>
          </ac:picMkLst>
        </pc:picChg>
        <pc:picChg chg="add mod">
          <ac:chgData name="Liu Wenqi" userId="e72448e5a518e0d1" providerId="LiveId" clId="{E5FD8010-BFDD-44C2-9449-E318996DDEB1}" dt="2019-06-25T08:54:54.225" v="578" actId="1076"/>
          <ac:picMkLst>
            <pc:docMk/>
            <pc:sldMk cId="3529677316" sldId="880"/>
            <ac:picMk id="21" creationId="{5DB0CBFC-0E5C-48A7-B2A0-F2684D8B742B}"/>
          </ac:picMkLst>
        </pc:picChg>
        <pc:picChg chg="add mod">
          <ac:chgData name="Liu Wenqi" userId="e72448e5a518e0d1" providerId="LiveId" clId="{E5FD8010-BFDD-44C2-9449-E318996DDEB1}" dt="2019-06-25T08:54:56.867" v="579" actId="1076"/>
          <ac:picMkLst>
            <pc:docMk/>
            <pc:sldMk cId="3529677316" sldId="880"/>
            <ac:picMk id="22" creationId="{64F4F2A5-C7BC-4A92-901A-A71284C556C7}"/>
          </ac:picMkLst>
        </pc:picChg>
        <pc:picChg chg="add mod">
          <ac:chgData name="Liu Wenqi" userId="e72448e5a518e0d1" providerId="LiveId" clId="{E5FD8010-BFDD-44C2-9449-E318996DDEB1}" dt="2019-06-25T08:54:58.983" v="580" actId="1076"/>
          <ac:picMkLst>
            <pc:docMk/>
            <pc:sldMk cId="3529677316" sldId="880"/>
            <ac:picMk id="23" creationId="{FE18BFAE-FE8C-416E-8C17-AC1F0DECA0D2}"/>
          </ac:picMkLst>
        </pc:picChg>
        <pc:picChg chg="add mod">
          <ac:chgData name="Liu Wenqi" userId="e72448e5a518e0d1" providerId="LiveId" clId="{E5FD8010-BFDD-44C2-9449-E318996DDEB1}" dt="2019-06-25T08:55:10.332" v="582" actId="1076"/>
          <ac:picMkLst>
            <pc:docMk/>
            <pc:sldMk cId="3529677316" sldId="880"/>
            <ac:picMk id="24" creationId="{B6F11607-26E6-4693-A35F-8165D409DFB5}"/>
          </ac:picMkLst>
        </pc:picChg>
      </pc:sldChg>
      <pc:sldChg chg="addSp delSp modSp delAnim modAnim">
        <pc:chgData name="Liu Wenqi" userId="e72448e5a518e0d1" providerId="LiveId" clId="{E5FD8010-BFDD-44C2-9449-E318996DDEB1}" dt="2019-06-25T08:55:55.238" v="583" actId="255"/>
        <pc:sldMkLst>
          <pc:docMk/>
          <pc:sldMk cId="1318793515" sldId="881"/>
        </pc:sldMkLst>
        <pc:spChg chg="mod">
          <ac:chgData name="Liu Wenqi" userId="e72448e5a518e0d1" providerId="LiveId" clId="{E5FD8010-BFDD-44C2-9449-E318996DDEB1}" dt="2019-06-25T00:35:44.116" v="134" actId="1076"/>
          <ac:spMkLst>
            <pc:docMk/>
            <pc:sldMk cId="1318793515" sldId="881"/>
            <ac:spMk id="9" creationId="{E8181776-4976-494E-81CB-9D5AAB4D5AD6}"/>
          </ac:spMkLst>
        </pc:spChg>
        <pc:spChg chg="mod">
          <ac:chgData name="Liu Wenqi" userId="e72448e5a518e0d1" providerId="LiveId" clId="{E5FD8010-BFDD-44C2-9449-E318996DDEB1}" dt="2019-06-25T00:35:34.725" v="131" actId="1076"/>
          <ac:spMkLst>
            <pc:docMk/>
            <pc:sldMk cId="1318793515" sldId="881"/>
            <ac:spMk id="10" creationId="{EFFFEC32-988F-4C1E-BECC-814D7457027A}"/>
          </ac:spMkLst>
        </pc:spChg>
        <pc:spChg chg="add del mod">
          <ac:chgData name="Liu Wenqi" userId="e72448e5a518e0d1" providerId="LiveId" clId="{E5FD8010-BFDD-44C2-9449-E318996DDEB1}" dt="2019-06-25T00:43:18.105" v="206" actId="478"/>
          <ac:spMkLst>
            <pc:docMk/>
            <pc:sldMk cId="1318793515" sldId="881"/>
            <ac:spMk id="17" creationId="{F81763FF-6A74-45EA-B450-BD9094F7228F}"/>
          </ac:spMkLst>
        </pc:spChg>
        <pc:spChg chg="add del mod">
          <ac:chgData name="Liu Wenqi" userId="e72448e5a518e0d1" providerId="LiveId" clId="{E5FD8010-BFDD-44C2-9449-E318996DDEB1}" dt="2019-06-25T00:43:11.469" v="204" actId="478"/>
          <ac:spMkLst>
            <pc:docMk/>
            <pc:sldMk cId="1318793515" sldId="881"/>
            <ac:spMk id="18" creationId="{2E4CF38C-76E0-4150-807F-6BB5AEB9473E}"/>
          </ac:spMkLst>
        </pc:spChg>
        <pc:spChg chg="mod">
          <ac:chgData name="Liu Wenqi" userId="e72448e5a518e0d1" providerId="LiveId" clId="{E5FD8010-BFDD-44C2-9449-E318996DDEB1}" dt="2019-06-25T01:44:57.406" v="373" actId="20577"/>
          <ac:spMkLst>
            <pc:docMk/>
            <pc:sldMk cId="1318793515" sldId="881"/>
            <ac:spMk id="29" creationId="{D172BFB8-D3C2-47BD-8181-189857BC23F8}"/>
          </ac:spMkLst>
        </pc:spChg>
        <pc:spChg chg="mod">
          <ac:chgData name="Liu Wenqi" userId="e72448e5a518e0d1" providerId="LiveId" clId="{E5FD8010-BFDD-44C2-9449-E318996DDEB1}" dt="2019-06-25T01:41:57.867" v="363" actId="20577"/>
          <ac:spMkLst>
            <pc:docMk/>
            <pc:sldMk cId="1318793515" sldId="881"/>
            <ac:spMk id="40" creationId="{35F407DA-7B8A-4FD3-A4C2-7E3D700B9F5D}"/>
          </ac:spMkLst>
        </pc:spChg>
        <pc:spChg chg="mod">
          <ac:chgData name="Liu Wenqi" userId="e72448e5a518e0d1" providerId="LiveId" clId="{E5FD8010-BFDD-44C2-9449-E318996DDEB1}" dt="2019-06-25T01:40:07.570" v="338" actId="20577"/>
          <ac:spMkLst>
            <pc:docMk/>
            <pc:sldMk cId="1318793515" sldId="881"/>
            <ac:spMk id="69" creationId="{E8465991-F0C9-4C63-8664-CDBF5202E878}"/>
          </ac:spMkLst>
        </pc:spChg>
        <pc:spChg chg="mod">
          <ac:chgData name="Liu Wenqi" userId="e72448e5a518e0d1" providerId="LiveId" clId="{E5FD8010-BFDD-44C2-9449-E318996DDEB1}" dt="2019-06-25T00:43:09.945" v="203" actId="1076"/>
          <ac:spMkLst>
            <pc:docMk/>
            <pc:sldMk cId="1318793515" sldId="881"/>
            <ac:spMk id="77" creationId="{66605174-7F3E-42BA-A94D-B7A26956561B}"/>
          </ac:spMkLst>
        </pc:spChg>
        <pc:spChg chg="mod">
          <ac:chgData name="Liu Wenqi" userId="e72448e5a518e0d1" providerId="LiveId" clId="{E5FD8010-BFDD-44C2-9449-E318996DDEB1}" dt="2019-06-25T01:39:45.856" v="334" actId="20577"/>
          <ac:spMkLst>
            <pc:docMk/>
            <pc:sldMk cId="1318793515" sldId="881"/>
            <ac:spMk id="80" creationId="{5D9AC008-7925-4E47-98A6-7EDE91B099BD}"/>
          </ac:spMkLst>
        </pc:spChg>
        <pc:spChg chg="mod">
          <ac:chgData name="Liu Wenqi" userId="e72448e5a518e0d1" providerId="LiveId" clId="{E5FD8010-BFDD-44C2-9449-E318996DDEB1}" dt="2019-06-25T00:43:29.789" v="209" actId="1076"/>
          <ac:spMkLst>
            <pc:docMk/>
            <pc:sldMk cId="1318793515" sldId="881"/>
            <ac:spMk id="86" creationId="{3BC6B089-4638-4195-AFB1-ECF3F9CFFA01}"/>
          </ac:spMkLst>
        </pc:spChg>
        <pc:grpChg chg="mod topLvl">
          <ac:chgData name="Liu Wenqi" userId="e72448e5a518e0d1" providerId="LiveId" clId="{E5FD8010-BFDD-44C2-9449-E318996DDEB1}" dt="2019-06-25T01:38:08.478" v="332" actId="164"/>
          <ac:grpSpMkLst>
            <pc:docMk/>
            <pc:sldMk cId="1318793515" sldId="881"/>
            <ac:grpSpMk id="19" creationId="{EC82EED5-DD05-4308-8E7F-E962DB965A6D}"/>
          </ac:grpSpMkLst>
        </pc:grpChg>
        <pc:grpChg chg="add del mod">
          <ac:chgData name="Liu Wenqi" userId="e72448e5a518e0d1" providerId="LiveId" clId="{E5FD8010-BFDD-44C2-9449-E318996DDEB1}" dt="2019-06-25T01:37:36.881" v="323" actId="478"/>
          <ac:grpSpMkLst>
            <pc:docMk/>
            <pc:sldMk cId="1318793515" sldId="881"/>
            <ac:grpSpMk id="25" creationId="{09BF5B7C-5800-4D1C-B2B4-24374778AE43}"/>
          </ac:grpSpMkLst>
        </pc:grpChg>
        <pc:grpChg chg="add mod">
          <ac:chgData name="Liu Wenqi" userId="e72448e5a518e0d1" providerId="LiveId" clId="{E5FD8010-BFDD-44C2-9449-E318996DDEB1}" dt="2019-06-25T01:42:26.996" v="367" actId="164"/>
          <ac:grpSpMkLst>
            <pc:docMk/>
            <pc:sldMk cId="1318793515" sldId="881"/>
            <ac:grpSpMk id="27" creationId="{AD56C7AC-9CA8-47E9-A546-1463EE706CB8}"/>
          </ac:grpSpMkLst>
        </pc:grpChg>
        <pc:grpChg chg="add mod">
          <ac:chgData name="Liu Wenqi" userId="e72448e5a518e0d1" providerId="LiveId" clId="{E5FD8010-BFDD-44C2-9449-E318996DDEB1}" dt="2019-06-25T01:42:30.247" v="368" actId="164"/>
          <ac:grpSpMkLst>
            <pc:docMk/>
            <pc:sldMk cId="1318793515" sldId="881"/>
            <ac:grpSpMk id="38" creationId="{20BF6E19-B4C4-4D1B-80B5-4B2541706650}"/>
          </ac:grpSpMkLst>
        </pc:grpChg>
        <pc:grpChg chg="add del mod">
          <ac:chgData name="Liu Wenqi" userId="e72448e5a518e0d1" providerId="LiveId" clId="{E5FD8010-BFDD-44C2-9449-E318996DDEB1}" dt="2019-06-25T00:41:27.876" v="164" actId="478"/>
          <ac:grpSpMkLst>
            <pc:docMk/>
            <pc:sldMk cId="1318793515" sldId="881"/>
            <ac:grpSpMk id="47" creationId="{881A9B59-C5AE-4D6D-8D6B-67D02C2BADA6}"/>
          </ac:grpSpMkLst>
        </pc:grpChg>
        <pc:grpChg chg="add del mod">
          <ac:chgData name="Liu Wenqi" userId="e72448e5a518e0d1" providerId="LiveId" clId="{E5FD8010-BFDD-44C2-9449-E318996DDEB1}" dt="2019-06-25T00:41:30.567" v="165" actId="478"/>
          <ac:grpSpMkLst>
            <pc:docMk/>
            <pc:sldMk cId="1318793515" sldId="881"/>
            <ac:grpSpMk id="58" creationId="{99B67EAA-B976-4F3A-A2D3-9F3094CE3FC3}"/>
          </ac:grpSpMkLst>
        </pc:grpChg>
        <pc:grpChg chg="add mod">
          <ac:chgData name="Liu Wenqi" userId="e72448e5a518e0d1" providerId="LiveId" clId="{E5FD8010-BFDD-44C2-9449-E318996DDEB1}" dt="2019-06-25T00:43:15.501" v="205" actId="1076"/>
          <ac:grpSpMkLst>
            <pc:docMk/>
            <pc:sldMk cId="1318793515" sldId="881"/>
            <ac:grpSpMk id="67" creationId="{7FF5D467-5A58-429F-813B-8D650876FF6E}"/>
          </ac:grpSpMkLst>
        </pc:grpChg>
        <pc:grpChg chg="add mod">
          <ac:chgData name="Liu Wenqi" userId="e72448e5a518e0d1" providerId="LiveId" clId="{E5FD8010-BFDD-44C2-9449-E318996DDEB1}" dt="2019-06-25T00:43:33.570" v="210" actId="1076"/>
          <ac:grpSpMkLst>
            <pc:docMk/>
            <pc:sldMk cId="1318793515" sldId="881"/>
            <ac:grpSpMk id="78" creationId="{BFFFF554-46F9-4F92-9EC8-B38E1BD94B87}"/>
          </ac:grpSpMkLst>
        </pc:grpChg>
        <pc:grpChg chg="add mod">
          <ac:chgData name="Liu Wenqi" userId="e72448e5a518e0d1" providerId="LiveId" clId="{E5FD8010-BFDD-44C2-9449-E318996DDEB1}" dt="2019-06-25T01:38:08.478" v="332" actId="164"/>
          <ac:grpSpMkLst>
            <pc:docMk/>
            <pc:sldMk cId="1318793515" sldId="881"/>
            <ac:grpSpMk id="28680" creationId="{9AE1FCCD-F5D9-48D9-9F9D-F9623EB18BA0}"/>
          </ac:grpSpMkLst>
        </pc:grpChg>
        <pc:grpChg chg="add mod">
          <ac:chgData name="Liu Wenqi" userId="e72448e5a518e0d1" providerId="LiveId" clId="{E5FD8010-BFDD-44C2-9449-E318996DDEB1}" dt="2019-06-25T01:42:26.996" v="367" actId="164"/>
          <ac:grpSpMkLst>
            <pc:docMk/>
            <pc:sldMk cId="1318793515" sldId="881"/>
            <ac:grpSpMk id="28685" creationId="{A24371D5-F947-4CFF-A7EF-DDF7A736D6B3}"/>
          </ac:grpSpMkLst>
        </pc:grpChg>
        <pc:grpChg chg="add mod">
          <ac:chgData name="Liu Wenqi" userId="e72448e5a518e0d1" providerId="LiveId" clId="{E5FD8010-BFDD-44C2-9449-E318996DDEB1}" dt="2019-06-25T01:42:30.247" v="368" actId="164"/>
          <ac:grpSpMkLst>
            <pc:docMk/>
            <pc:sldMk cId="1318793515" sldId="881"/>
            <ac:grpSpMk id="28686" creationId="{0CFB6D92-D88F-4E07-A55D-062BC5FA2598}"/>
          </ac:grpSpMkLst>
        </pc:grpChg>
        <pc:graphicFrameChg chg="mod">
          <ac:chgData name="Liu Wenqi" userId="e72448e5a518e0d1" providerId="LiveId" clId="{E5FD8010-BFDD-44C2-9449-E318996DDEB1}" dt="2019-06-25T08:55:55.238" v="583" actId="255"/>
          <ac:graphicFrameMkLst>
            <pc:docMk/>
            <pc:sldMk cId="1318793515" sldId="881"/>
            <ac:graphicFrameMk id="15" creationId="{CCFFF462-57DC-402A-AF0E-114AF4DCE468}"/>
          </ac:graphicFrameMkLst>
        </pc:graphicFrameChg>
        <pc:picChg chg="add mod modCrop">
          <ac:chgData name="Liu Wenqi" userId="e72448e5a518e0d1" providerId="LiveId" clId="{E5FD8010-BFDD-44C2-9449-E318996DDEB1}" dt="2019-06-25T00:44:49.878" v="219" actId="1038"/>
          <ac:picMkLst>
            <pc:docMk/>
            <pc:sldMk cId="1318793515" sldId="881"/>
            <ac:picMk id="2" creationId="{2076CAD5-B56C-4D4C-9113-A9E3507AF184}"/>
          </ac:picMkLst>
        </pc:picChg>
        <pc:picChg chg="add mod modCrop">
          <ac:chgData name="Liu Wenqi" userId="e72448e5a518e0d1" providerId="LiveId" clId="{E5FD8010-BFDD-44C2-9449-E318996DDEB1}" dt="2019-06-25T00:44:07.287" v="213" actId="1076"/>
          <ac:picMkLst>
            <pc:docMk/>
            <pc:sldMk cId="1318793515" sldId="881"/>
            <ac:picMk id="3" creationId="{5EECBA65-FC3A-46E8-9401-10442B874BE7}"/>
          </ac:picMkLst>
        </pc:picChg>
        <pc:picChg chg="del">
          <ac:chgData name="Liu Wenqi" userId="e72448e5a518e0d1" providerId="LiveId" clId="{E5FD8010-BFDD-44C2-9449-E318996DDEB1}" dt="2019-06-25T00:35:04.908" v="116" actId="478"/>
          <ac:picMkLst>
            <pc:docMk/>
            <pc:sldMk cId="1318793515" sldId="881"/>
            <ac:picMk id="4" creationId="{92DDBE27-AE17-408E-B1C8-21C9FF93D4A2}"/>
          </ac:picMkLst>
        </pc:picChg>
        <pc:picChg chg="del mod">
          <ac:chgData name="Liu Wenqi" userId="e72448e5a518e0d1" providerId="LiveId" clId="{E5FD8010-BFDD-44C2-9449-E318996DDEB1}" dt="2019-06-25T01:36:22.200" v="305" actId="478"/>
          <ac:picMkLst>
            <pc:docMk/>
            <pc:sldMk cId="1318793515" sldId="881"/>
            <ac:picMk id="5" creationId="{A5DF7A6A-E017-4780-8CE8-DD135D2F7486}"/>
          </ac:picMkLst>
        </pc:picChg>
        <pc:picChg chg="del mod">
          <ac:chgData name="Liu Wenqi" userId="e72448e5a518e0d1" providerId="LiveId" clId="{E5FD8010-BFDD-44C2-9449-E318996DDEB1}" dt="2019-06-25T00:35:55.676" v="137" actId="478"/>
          <ac:picMkLst>
            <pc:docMk/>
            <pc:sldMk cId="1318793515" sldId="881"/>
            <ac:picMk id="6" creationId="{162E2BA1-0B05-4DB8-8DDC-1CCDC1099E82}"/>
          </ac:picMkLst>
        </pc:picChg>
        <pc:picChg chg="del mod">
          <ac:chgData name="Liu Wenqi" userId="e72448e5a518e0d1" providerId="LiveId" clId="{E5FD8010-BFDD-44C2-9449-E318996DDEB1}" dt="2019-06-25T00:39:23.623" v="144" actId="478"/>
          <ac:picMkLst>
            <pc:docMk/>
            <pc:sldMk cId="1318793515" sldId="881"/>
            <ac:picMk id="7" creationId="{1C27E0EC-EFA2-420F-8060-9810E3D2207D}"/>
          </ac:picMkLst>
        </pc:picChg>
        <pc:picChg chg="del mod">
          <ac:chgData name="Liu Wenqi" userId="e72448e5a518e0d1" providerId="LiveId" clId="{E5FD8010-BFDD-44C2-9449-E318996DDEB1}" dt="2019-06-25T00:39:23.623" v="144" actId="478"/>
          <ac:picMkLst>
            <pc:docMk/>
            <pc:sldMk cId="1318793515" sldId="881"/>
            <ac:picMk id="8" creationId="{701F60B3-D557-4A33-81B0-79BEB49BC68A}"/>
          </ac:picMkLst>
        </pc:picChg>
        <pc:picChg chg="add del mod">
          <ac:chgData name="Liu Wenqi" userId="e72448e5a518e0d1" providerId="LiveId" clId="{E5FD8010-BFDD-44C2-9449-E318996DDEB1}" dt="2019-06-25T01:37:38.557" v="324" actId="478"/>
          <ac:picMkLst>
            <pc:docMk/>
            <pc:sldMk cId="1318793515" sldId="881"/>
            <ac:picMk id="20" creationId="{675EB719-B07E-48B1-8129-B7DAED0AEEBE}"/>
          </ac:picMkLst>
        </pc:picChg>
        <pc:picChg chg="add del mod ord topLvl">
          <ac:chgData name="Liu Wenqi" userId="e72448e5a518e0d1" providerId="LiveId" clId="{E5FD8010-BFDD-44C2-9449-E318996DDEB1}" dt="2019-06-25T01:37:36.881" v="323" actId="478"/>
          <ac:picMkLst>
            <pc:docMk/>
            <pc:sldMk cId="1318793515" sldId="881"/>
            <ac:picMk id="21" creationId="{01690129-2BF9-400E-8654-1982F381FBC0}"/>
          </ac:picMkLst>
        </pc:picChg>
        <pc:picChg chg="mod modCrop">
          <ac:chgData name="Liu Wenqi" userId="e72448e5a518e0d1" providerId="LiveId" clId="{E5FD8010-BFDD-44C2-9449-E318996DDEB1}" dt="2019-06-25T01:41:38.492" v="356" actId="732"/>
          <ac:picMkLst>
            <pc:docMk/>
            <pc:sldMk cId="1318793515" sldId="881"/>
            <ac:picMk id="28" creationId="{018BFF18-8AC0-47CC-9C92-7FD8A6D59261}"/>
          </ac:picMkLst>
        </pc:picChg>
        <pc:picChg chg="add del mod modCrop">
          <ac:chgData name="Liu Wenqi" userId="e72448e5a518e0d1" providerId="LiveId" clId="{E5FD8010-BFDD-44C2-9449-E318996DDEB1}" dt="2019-06-25T01:41:24.267" v="354" actId="732"/>
          <ac:picMkLst>
            <pc:docMk/>
            <pc:sldMk cId="1318793515" sldId="881"/>
            <ac:picMk id="39" creationId="{44AB996D-6FC6-47F5-BDD5-67FEDB318DA8}"/>
          </ac:picMkLst>
        </pc:picChg>
        <pc:picChg chg="del">
          <ac:chgData name="Liu Wenqi" userId="e72448e5a518e0d1" providerId="LiveId" clId="{E5FD8010-BFDD-44C2-9449-E318996DDEB1}" dt="2019-06-25T00:39:54.961" v="152" actId="478"/>
          <ac:picMkLst>
            <pc:docMk/>
            <pc:sldMk cId="1318793515" sldId="881"/>
            <ac:picMk id="48" creationId="{25AD1768-CCA2-4C43-9FF2-58C0125AB66B}"/>
          </ac:picMkLst>
        </pc:picChg>
        <pc:picChg chg="del">
          <ac:chgData name="Liu Wenqi" userId="e72448e5a518e0d1" providerId="LiveId" clId="{E5FD8010-BFDD-44C2-9449-E318996DDEB1}" dt="2019-06-25T00:39:56.348" v="153" actId="478"/>
          <ac:picMkLst>
            <pc:docMk/>
            <pc:sldMk cId="1318793515" sldId="881"/>
            <ac:picMk id="59" creationId="{DAF07961-6D53-4959-B50E-8DD243F8FFB9}"/>
          </ac:picMkLst>
        </pc:picChg>
        <pc:picChg chg="mod modCrop">
          <ac:chgData name="Liu Wenqi" userId="e72448e5a518e0d1" providerId="LiveId" clId="{E5FD8010-BFDD-44C2-9449-E318996DDEB1}" dt="2019-06-25T00:41:45.389" v="169" actId="732"/>
          <ac:picMkLst>
            <pc:docMk/>
            <pc:sldMk cId="1318793515" sldId="881"/>
            <ac:picMk id="68" creationId="{8EDB57F6-5694-4FA2-A79C-0EEF12B5DFBA}"/>
          </ac:picMkLst>
        </pc:picChg>
        <pc:picChg chg="mod modCrop">
          <ac:chgData name="Liu Wenqi" userId="e72448e5a518e0d1" providerId="LiveId" clId="{E5FD8010-BFDD-44C2-9449-E318996DDEB1}" dt="2019-06-25T00:41:55.496" v="171" actId="732"/>
          <ac:picMkLst>
            <pc:docMk/>
            <pc:sldMk cId="1318793515" sldId="881"/>
            <ac:picMk id="79" creationId="{BD9C2788-536C-4341-B284-418469F14C7C}"/>
          </ac:picMkLst>
        </pc:picChg>
        <pc:picChg chg="add del mod">
          <ac:chgData name="Liu Wenqi" userId="e72448e5a518e0d1" providerId="LiveId" clId="{E5FD8010-BFDD-44C2-9449-E318996DDEB1}" dt="2019-06-25T01:34:51.001" v="304" actId="478"/>
          <ac:picMkLst>
            <pc:docMk/>
            <pc:sldMk cId="1318793515" sldId="881"/>
            <ac:picMk id="28672" creationId="{24242B4C-2BB0-4380-A00B-411E15F2D111}"/>
          </ac:picMkLst>
        </pc:picChg>
        <pc:picChg chg="add mod modCrop">
          <ac:chgData name="Liu Wenqi" userId="e72448e5a518e0d1" providerId="LiveId" clId="{E5FD8010-BFDD-44C2-9449-E318996DDEB1}" dt="2019-06-25T01:38:02.636" v="331" actId="1076"/>
          <ac:picMkLst>
            <pc:docMk/>
            <pc:sldMk cId="1318793515" sldId="881"/>
            <ac:picMk id="28675" creationId="{1AC18F80-9E3A-40EF-966A-BAE0A92F98C9}"/>
          </ac:picMkLst>
        </pc:picChg>
        <pc:picChg chg="add mod modCrop">
          <ac:chgData name="Liu Wenqi" userId="e72448e5a518e0d1" providerId="LiveId" clId="{E5FD8010-BFDD-44C2-9449-E318996DDEB1}" dt="2019-06-25T01:37:48.164" v="326" actId="14100"/>
          <ac:picMkLst>
            <pc:docMk/>
            <pc:sldMk cId="1318793515" sldId="881"/>
            <ac:picMk id="28677" creationId="{B09C05D4-5D9C-4587-8DAE-A1C58627A5DF}"/>
          </ac:picMkLst>
        </pc:picChg>
        <pc:picChg chg="add mod ord modCrop">
          <ac:chgData name="Liu Wenqi" userId="e72448e5a518e0d1" providerId="LiveId" clId="{E5FD8010-BFDD-44C2-9449-E318996DDEB1}" dt="2019-06-25T01:38:08.478" v="332" actId="164"/>
          <ac:picMkLst>
            <pc:docMk/>
            <pc:sldMk cId="1318793515" sldId="881"/>
            <ac:picMk id="28679" creationId="{086A864E-133A-4114-93A6-4EFA6D524CB9}"/>
          </ac:picMkLst>
        </pc:picChg>
        <pc:picChg chg="add mod modCrop">
          <ac:chgData name="Liu Wenqi" userId="e72448e5a518e0d1" providerId="LiveId" clId="{E5FD8010-BFDD-44C2-9449-E318996DDEB1}" dt="2019-06-25T01:42:30.247" v="368" actId="164"/>
          <ac:picMkLst>
            <pc:docMk/>
            <pc:sldMk cId="1318793515" sldId="881"/>
            <ac:picMk id="28682" creationId="{76B35471-56C5-42F9-8B5D-133A72E9D7C6}"/>
          </ac:picMkLst>
        </pc:picChg>
        <pc:picChg chg="add mod modCrop">
          <ac:chgData name="Liu Wenqi" userId="e72448e5a518e0d1" providerId="LiveId" clId="{E5FD8010-BFDD-44C2-9449-E318996DDEB1}" dt="2019-06-25T01:42:26.996" v="367" actId="164"/>
          <ac:picMkLst>
            <pc:docMk/>
            <pc:sldMk cId="1318793515" sldId="881"/>
            <ac:picMk id="28684" creationId="{B3E30853-3524-4453-8093-E569E6EAAD6A}"/>
          </ac:picMkLst>
        </pc:picChg>
        <pc:cxnChg chg="mod">
          <ac:chgData name="Liu Wenqi" userId="e72448e5a518e0d1" providerId="LiveId" clId="{E5FD8010-BFDD-44C2-9449-E318996DDEB1}" dt="2019-06-25T00:35:47.286" v="135" actId="14100"/>
          <ac:cxnSpMkLst>
            <pc:docMk/>
            <pc:sldMk cId="1318793515" sldId="881"/>
            <ac:cxnSpMk id="11" creationId="{24F13C91-9311-423E-9A3C-D3A494EC58C2}"/>
          </ac:cxnSpMkLst>
        </pc:cxnChg>
        <pc:cxnChg chg="mod">
          <ac:chgData name="Liu Wenqi" userId="e72448e5a518e0d1" providerId="LiveId" clId="{E5FD8010-BFDD-44C2-9449-E318996DDEB1}" dt="2019-06-25T00:35:41.794" v="133" actId="14100"/>
          <ac:cxnSpMkLst>
            <pc:docMk/>
            <pc:sldMk cId="1318793515" sldId="881"/>
            <ac:cxnSpMk id="13" creationId="{280D8FCD-422B-4EE3-B3E1-81F482553AC3}"/>
          </ac:cxnSpMkLst>
        </pc:cxnChg>
      </pc:sldChg>
      <pc:sldChg chg="addSp delSp modSp modAnim">
        <pc:chgData name="Liu Wenqi" userId="e72448e5a518e0d1" providerId="LiveId" clId="{E5FD8010-BFDD-44C2-9449-E318996DDEB1}" dt="2019-06-25T01:15:16.953" v="301"/>
        <pc:sldMkLst>
          <pc:docMk/>
          <pc:sldMk cId="274427833" sldId="882"/>
        </pc:sldMkLst>
        <pc:spChg chg="mod">
          <ac:chgData name="Liu Wenqi" userId="e72448e5a518e0d1" providerId="LiveId" clId="{E5FD8010-BFDD-44C2-9449-E318996DDEB1}" dt="2019-06-25T01:13:42.882" v="286" actId="255"/>
          <ac:spMkLst>
            <pc:docMk/>
            <pc:sldMk cId="274427833" sldId="882"/>
            <ac:spMk id="12" creationId="{6BE80F4B-7441-4540-AB7B-EF0909CBF6D4}"/>
          </ac:spMkLst>
        </pc:spChg>
        <pc:spChg chg="mod">
          <ac:chgData name="Liu Wenqi" userId="e72448e5a518e0d1" providerId="LiveId" clId="{E5FD8010-BFDD-44C2-9449-E318996DDEB1}" dt="2019-06-25T01:13:42.882" v="286" actId="255"/>
          <ac:spMkLst>
            <pc:docMk/>
            <pc:sldMk cId="274427833" sldId="882"/>
            <ac:spMk id="13" creationId="{190C27E7-3496-4FD2-AF6E-C2D6813CCD83}"/>
          </ac:spMkLst>
        </pc:spChg>
        <pc:spChg chg="mod">
          <ac:chgData name="Liu Wenqi" userId="e72448e5a518e0d1" providerId="LiveId" clId="{E5FD8010-BFDD-44C2-9449-E318996DDEB1}" dt="2019-06-25T01:13:42.882" v="286" actId="255"/>
          <ac:spMkLst>
            <pc:docMk/>
            <pc:sldMk cId="274427833" sldId="882"/>
            <ac:spMk id="14" creationId="{3B39C9E8-2E60-4026-ABD0-700967432CC2}"/>
          </ac:spMkLst>
        </pc:spChg>
        <pc:spChg chg="mod">
          <ac:chgData name="Liu Wenqi" userId="e72448e5a518e0d1" providerId="LiveId" clId="{E5FD8010-BFDD-44C2-9449-E318996DDEB1}" dt="2019-06-25T01:13:46.828" v="287" actId="1076"/>
          <ac:spMkLst>
            <pc:docMk/>
            <pc:sldMk cId="274427833" sldId="882"/>
            <ac:spMk id="18" creationId="{B7785C63-5E6C-4ED9-9BA7-B114D41F8DDB}"/>
          </ac:spMkLst>
        </pc:spChg>
        <pc:grpChg chg="add mod">
          <ac:chgData name="Liu Wenqi" userId="e72448e5a518e0d1" providerId="LiveId" clId="{E5FD8010-BFDD-44C2-9449-E318996DDEB1}" dt="2019-06-25T01:14:04.086" v="291" actId="1076"/>
          <ac:grpSpMkLst>
            <pc:docMk/>
            <pc:sldMk cId="274427833" sldId="882"/>
            <ac:grpSpMk id="10" creationId="{498F898D-9343-4875-A82F-55FBE7E21AF4}"/>
          </ac:grpSpMkLst>
        </pc:grpChg>
        <pc:grpChg chg="add mod">
          <ac:chgData name="Liu Wenqi" userId="e72448e5a518e0d1" providerId="LiveId" clId="{E5FD8010-BFDD-44C2-9449-E318996DDEB1}" dt="2019-06-25T01:14:25.343" v="294" actId="1076"/>
          <ac:grpSpMkLst>
            <pc:docMk/>
            <pc:sldMk cId="274427833" sldId="882"/>
            <ac:grpSpMk id="19" creationId="{DCF73D02-248F-4CEA-9D70-679C77E0E521}"/>
          </ac:grpSpMkLst>
        </pc:grpChg>
        <pc:graphicFrameChg chg="add mod">
          <ac:chgData name="Liu Wenqi" userId="e72448e5a518e0d1" providerId="LiveId" clId="{E5FD8010-BFDD-44C2-9449-E318996DDEB1}" dt="2019-06-25T01:13:50.729" v="288" actId="1076"/>
          <ac:graphicFrameMkLst>
            <pc:docMk/>
            <pc:sldMk cId="274427833" sldId="882"/>
            <ac:graphicFrameMk id="3" creationId="{B43F9FD1-5C12-4E05-B423-0CC3CEC0E7A0}"/>
          </ac:graphicFrameMkLst>
        </pc:graphicFrameChg>
        <pc:graphicFrameChg chg="add del">
          <ac:chgData name="Liu Wenqi" userId="e72448e5a518e0d1" providerId="LiveId" clId="{E5FD8010-BFDD-44C2-9449-E318996DDEB1}" dt="2019-06-25T01:07:40.207" v="244" actId="478"/>
          <ac:graphicFrameMkLst>
            <pc:docMk/>
            <pc:sldMk cId="274427833" sldId="882"/>
            <ac:graphicFrameMk id="4" creationId="{239F8073-8D3F-43C7-911B-C8BBBDF234D8}"/>
          </ac:graphicFrameMkLst>
        </pc:graphicFrameChg>
        <pc:graphicFrameChg chg="add mod">
          <ac:chgData name="Liu Wenqi" userId="e72448e5a518e0d1" providerId="LiveId" clId="{E5FD8010-BFDD-44C2-9449-E318996DDEB1}" dt="2019-06-25T01:14:28.379" v="295" actId="1076"/>
          <ac:graphicFrameMkLst>
            <pc:docMk/>
            <pc:sldMk cId="274427833" sldId="882"/>
            <ac:graphicFrameMk id="5" creationId="{239F8073-8D3F-43C7-911B-C8BBBDF234D8}"/>
          </ac:graphicFrameMkLst>
        </pc:graphicFrameChg>
        <pc:graphicFrameChg chg="add mod">
          <ac:chgData name="Liu Wenqi" userId="e72448e5a518e0d1" providerId="LiveId" clId="{E5FD8010-BFDD-44C2-9449-E318996DDEB1}" dt="2019-06-25T01:13:54.134" v="289" actId="1076"/>
          <ac:graphicFrameMkLst>
            <pc:docMk/>
            <pc:sldMk cId="274427833" sldId="882"/>
            <ac:graphicFrameMk id="6" creationId="{2C79C51F-643D-4E73-B65C-8B5D9AF02502}"/>
          </ac:graphicFrameMkLst>
        </pc:graphicFrameChg>
        <pc:graphicFrameChg chg="add mod">
          <ac:chgData name="Liu Wenqi" userId="e72448e5a518e0d1" providerId="LiveId" clId="{E5FD8010-BFDD-44C2-9449-E318996DDEB1}" dt="2019-06-25T01:14:09.290" v="292" actId="1076"/>
          <ac:graphicFrameMkLst>
            <pc:docMk/>
            <pc:sldMk cId="274427833" sldId="882"/>
            <ac:graphicFrameMk id="7" creationId="{D50DD80C-86BA-406F-98EE-CBF76B5CF634}"/>
          </ac:graphicFrameMkLst>
        </pc:graphicFrameChg>
        <pc:picChg chg="add mod modCrop">
          <ac:chgData name="Liu Wenqi" userId="e72448e5a518e0d1" providerId="LiveId" clId="{E5FD8010-BFDD-44C2-9449-E318996DDEB1}" dt="2019-06-25T01:13:02.403" v="277" actId="1076"/>
          <ac:picMkLst>
            <pc:docMk/>
            <pc:sldMk cId="274427833" sldId="882"/>
            <ac:picMk id="2" creationId="{6D43FE82-D65D-438E-90F1-B63B267AE085}"/>
          </ac:picMkLst>
        </pc:picChg>
        <pc:picChg chg="add mod modCrop">
          <ac:chgData name="Liu Wenqi" userId="e72448e5a518e0d1" providerId="LiveId" clId="{E5FD8010-BFDD-44C2-9449-E318996DDEB1}" dt="2019-06-25T01:13:58.624" v="290" actId="1076"/>
          <ac:picMkLst>
            <pc:docMk/>
            <pc:sldMk cId="274427833" sldId="882"/>
            <ac:picMk id="8" creationId="{C6D1129C-DB2C-4F5D-A916-D40A4EA494BC}"/>
          </ac:picMkLst>
        </pc:picChg>
      </pc:sldChg>
      <pc:sldChg chg="del ord">
        <pc:chgData name="Liu Wenqi" userId="e72448e5a518e0d1" providerId="LiveId" clId="{E5FD8010-BFDD-44C2-9449-E318996DDEB1}" dt="2019-06-25T00:24:32.822" v="15" actId="2696"/>
        <pc:sldMkLst>
          <pc:docMk/>
          <pc:sldMk cId="2609451905" sldId="890"/>
        </pc:sldMkLst>
      </pc:sldChg>
      <pc:sldChg chg="delSp modSp">
        <pc:chgData name="Liu Wenqi" userId="e72448e5a518e0d1" providerId="LiveId" clId="{E5FD8010-BFDD-44C2-9449-E318996DDEB1}" dt="2019-06-25T00:25:34.263" v="67" actId="478"/>
        <pc:sldMkLst>
          <pc:docMk/>
          <pc:sldMk cId="3748081377" sldId="891"/>
        </pc:sldMkLst>
        <pc:spChg chg="mod">
          <ac:chgData name="Liu Wenqi" userId="e72448e5a518e0d1" providerId="LiveId" clId="{E5FD8010-BFDD-44C2-9449-E318996DDEB1}" dt="2019-06-25T00:25:22.119" v="66" actId="20577"/>
          <ac:spMkLst>
            <pc:docMk/>
            <pc:sldMk cId="3748081377" sldId="891"/>
            <ac:spMk id="2" creationId="{00000000-0000-0000-0000-000000000000}"/>
          </ac:spMkLst>
        </pc:spChg>
        <pc:cxnChg chg="del">
          <ac:chgData name="Liu Wenqi" userId="e72448e5a518e0d1" providerId="LiveId" clId="{E5FD8010-BFDD-44C2-9449-E318996DDEB1}" dt="2019-06-25T00:25:34.263" v="67" actId="478"/>
          <ac:cxnSpMkLst>
            <pc:docMk/>
            <pc:sldMk cId="3748081377" sldId="891"/>
            <ac:cxnSpMk id="27" creationId="{00000000-0000-0000-0000-000000000000}"/>
          </ac:cxnSpMkLst>
        </pc:cxnChg>
        <pc:cxnChg chg="del">
          <ac:chgData name="Liu Wenqi" userId="e72448e5a518e0d1" providerId="LiveId" clId="{E5FD8010-BFDD-44C2-9449-E318996DDEB1}" dt="2019-06-25T00:25:34.263" v="67" actId="478"/>
          <ac:cxnSpMkLst>
            <pc:docMk/>
            <pc:sldMk cId="3748081377" sldId="891"/>
            <ac:cxnSpMk id="30" creationId="{00000000-0000-0000-0000-000000000000}"/>
          </ac:cxnSpMkLst>
        </pc:cxnChg>
        <pc:cxnChg chg="del">
          <ac:chgData name="Liu Wenqi" userId="e72448e5a518e0d1" providerId="LiveId" clId="{E5FD8010-BFDD-44C2-9449-E318996DDEB1}" dt="2019-06-25T00:25:34.263" v="67" actId="478"/>
          <ac:cxnSpMkLst>
            <pc:docMk/>
            <pc:sldMk cId="3748081377" sldId="891"/>
            <ac:cxnSpMk id="31" creationId="{00000000-0000-0000-0000-000000000000}"/>
          </ac:cxnSpMkLst>
        </pc:cxnChg>
      </pc:sldChg>
      <pc:sldChg chg="addSp delSp modSp add">
        <pc:chgData name="Liu Wenqi" userId="e72448e5a518e0d1" providerId="LiveId" clId="{E5FD8010-BFDD-44C2-9449-E318996DDEB1}" dt="2019-06-25T08:53:20.087" v="542" actId="1076"/>
        <pc:sldMkLst>
          <pc:docMk/>
          <pc:sldMk cId="887751498" sldId="904"/>
        </pc:sldMkLst>
        <pc:spChg chg="add">
          <ac:chgData name="Liu Wenqi" userId="e72448e5a518e0d1" providerId="LiveId" clId="{E5FD8010-BFDD-44C2-9449-E318996DDEB1}" dt="2019-06-25T08:53:04.414" v="539"/>
          <ac:spMkLst>
            <pc:docMk/>
            <pc:sldMk cId="887751498" sldId="904"/>
            <ac:spMk id="15" creationId="{A667D642-40F8-45F1-868E-DA2872FCBFC4}"/>
          </ac:spMkLst>
        </pc:spChg>
        <pc:spChg chg="mod">
          <ac:chgData name="Liu Wenqi" userId="e72448e5a518e0d1" providerId="LiveId" clId="{E5FD8010-BFDD-44C2-9449-E318996DDEB1}" dt="2019-06-25T08:53:10.592" v="540" actId="1076"/>
          <ac:spMkLst>
            <pc:docMk/>
            <pc:sldMk cId="887751498" sldId="904"/>
            <ac:spMk id="27" creationId="{8C6939A2-5174-43CE-9405-F75537A00723}"/>
          </ac:spMkLst>
        </pc:spChg>
        <pc:grpChg chg="add del mod">
          <ac:chgData name="Liu Wenqi" userId="e72448e5a518e0d1" providerId="LiveId" clId="{E5FD8010-BFDD-44C2-9449-E318996DDEB1}" dt="2019-06-25T00:23:53.552" v="5"/>
          <ac:grpSpMkLst>
            <pc:docMk/>
            <pc:sldMk cId="887751498" sldId="904"/>
            <ac:grpSpMk id="15" creationId="{3F23647C-0496-4A3A-ADE4-40844496437C}"/>
          </ac:grpSpMkLst>
        </pc:grpChg>
        <pc:grpChg chg="add mod">
          <ac:chgData name="Liu Wenqi" userId="e72448e5a518e0d1" providerId="LiveId" clId="{E5FD8010-BFDD-44C2-9449-E318996DDEB1}" dt="2019-06-25T08:53:20.087" v="542" actId="1076"/>
          <ac:grpSpMkLst>
            <pc:docMk/>
            <pc:sldMk cId="887751498" sldId="904"/>
            <ac:grpSpMk id="18" creationId="{2401B163-5D82-4973-A2DF-DB80C8D81720}"/>
          </ac:grpSpMkLst>
        </pc:grpChg>
      </pc:sldChg>
      <pc:sldChg chg="addSp delSp modSp add delAnim modAnim">
        <pc:chgData name="Liu Wenqi" userId="e72448e5a518e0d1" providerId="LiveId" clId="{E5FD8010-BFDD-44C2-9449-E318996DDEB1}" dt="2019-06-25T08:51:47.748" v="536"/>
        <pc:sldMkLst>
          <pc:docMk/>
          <pc:sldMk cId="1782699997" sldId="905"/>
        </pc:sldMkLst>
        <pc:spChg chg="mod">
          <ac:chgData name="Liu Wenqi" userId="e72448e5a518e0d1" providerId="LiveId" clId="{E5FD8010-BFDD-44C2-9449-E318996DDEB1}" dt="2019-06-25T00:25:19.184" v="65" actId="20577"/>
          <ac:spMkLst>
            <pc:docMk/>
            <pc:sldMk cId="1782699997" sldId="905"/>
            <ac:spMk id="2" creationId="{00000000-0000-0000-0000-000000000000}"/>
          </ac:spMkLst>
        </pc:spChg>
        <pc:spChg chg="del topLvl">
          <ac:chgData name="Liu Wenqi" userId="e72448e5a518e0d1" providerId="LiveId" clId="{E5FD8010-BFDD-44C2-9449-E318996DDEB1}" dt="2019-06-25T00:24:16.286" v="12" actId="478"/>
          <ac:spMkLst>
            <pc:docMk/>
            <pc:sldMk cId="1782699997" sldId="905"/>
            <ac:spMk id="21" creationId="{CC549B1E-EAB3-4DF7-9D34-938C87A5925F}"/>
          </ac:spMkLst>
        </pc:spChg>
        <pc:spChg chg="add del mod">
          <ac:chgData name="Liu Wenqi" userId="e72448e5a518e0d1" providerId="LiveId" clId="{E5FD8010-BFDD-44C2-9449-E318996DDEB1}" dt="2019-06-25T08:33:18.117" v="474" actId="478"/>
          <ac:spMkLst>
            <pc:docMk/>
            <pc:sldMk cId="1782699997" sldId="905"/>
            <ac:spMk id="22" creationId="{F1798BCC-5A53-4B85-9008-60FF9EC02AFD}"/>
          </ac:spMkLst>
        </pc:spChg>
        <pc:grpChg chg="add del">
          <ac:chgData name="Liu Wenqi" userId="e72448e5a518e0d1" providerId="LiveId" clId="{E5FD8010-BFDD-44C2-9449-E318996DDEB1}" dt="2019-06-25T00:24:14.493" v="11" actId="478"/>
          <ac:grpSpMkLst>
            <pc:docMk/>
            <pc:sldMk cId="1782699997" sldId="905"/>
            <ac:grpSpMk id="13" creationId="{4B746394-A3F6-48FA-9963-40EAADCED3A9}"/>
          </ac:grpSpMkLst>
        </pc:grpChg>
        <pc:grpChg chg="add del mod">
          <ac:chgData name="Liu Wenqi" userId="e72448e5a518e0d1" providerId="LiveId" clId="{E5FD8010-BFDD-44C2-9449-E318996DDEB1}" dt="2019-06-25T00:24:12.774" v="10" actId="478"/>
          <ac:grpSpMkLst>
            <pc:docMk/>
            <pc:sldMk cId="1782699997" sldId="905"/>
            <ac:grpSpMk id="19" creationId="{AA157A56-4C9D-4AC5-ABE7-6049EBFADAE2}"/>
          </ac:grpSpMkLst>
        </pc:grpChg>
        <pc:picChg chg="add mod modCrop">
          <ac:chgData name="Liu Wenqi" userId="e72448e5a518e0d1" providerId="LiveId" clId="{E5FD8010-BFDD-44C2-9449-E318996DDEB1}" dt="2019-06-25T08:36:29.140" v="492" actId="1076"/>
          <ac:picMkLst>
            <pc:docMk/>
            <pc:sldMk cId="1782699997" sldId="905"/>
            <ac:picMk id="3" creationId="{62D8F569-6367-4BF2-8B6E-69A65CC57898}"/>
          </ac:picMkLst>
        </pc:picChg>
        <pc:picChg chg="add del mod">
          <ac:chgData name="Liu Wenqi" userId="e72448e5a518e0d1" providerId="LiveId" clId="{E5FD8010-BFDD-44C2-9449-E318996DDEB1}" dt="2019-06-25T08:35:14.857" v="479" actId="478"/>
          <ac:picMkLst>
            <pc:docMk/>
            <pc:sldMk cId="1782699997" sldId="905"/>
            <ac:picMk id="5" creationId="{6B2FE343-6122-4B21-A42F-5D18FE8B3F82}"/>
          </ac:picMkLst>
        </pc:picChg>
        <pc:picChg chg="add mod modCrop">
          <ac:chgData name="Liu Wenqi" userId="e72448e5a518e0d1" providerId="LiveId" clId="{E5FD8010-BFDD-44C2-9449-E318996DDEB1}" dt="2019-06-25T08:36:45.397" v="502" actId="1076"/>
          <ac:picMkLst>
            <pc:docMk/>
            <pc:sldMk cId="1782699997" sldId="905"/>
            <ac:picMk id="7" creationId="{CB252335-55E5-4516-927B-30B848829770}"/>
          </ac:picMkLst>
        </pc:picChg>
        <pc:picChg chg="add del mod">
          <ac:chgData name="Liu Wenqi" userId="e72448e5a518e0d1" providerId="LiveId" clId="{E5FD8010-BFDD-44C2-9449-E318996DDEB1}" dt="2019-06-25T08:48:50.797" v="504" actId="478"/>
          <ac:picMkLst>
            <pc:docMk/>
            <pc:sldMk cId="1782699997" sldId="905"/>
            <ac:picMk id="9" creationId="{BD71B499-79EC-45EF-BAC6-6011B6C40A2D}"/>
          </ac:picMkLst>
        </pc:picChg>
        <pc:picChg chg="add del mod modCrop">
          <ac:chgData name="Liu Wenqi" userId="e72448e5a518e0d1" providerId="LiveId" clId="{E5FD8010-BFDD-44C2-9449-E318996DDEB1}" dt="2019-06-25T08:49:59.420" v="521" actId="478"/>
          <ac:picMkLst>
            <pc:docMk/>
            <pc:sldMk cId="1782699997" sldId="905"/>
            <ac:picMk id="11" creationId="{BB7AA60A-FEB2-4053-AE23-187C5476BA13}"/>
          </ac:picMkLst>
        </pc:picChg>
        <pc:picChg chg="add mod modCrop">
          <ac:chgData name="Liu Wenqi" userId="e72448e5a518e0d1" providerId="LiveId" clId="{E5FD8010-BFDD-44C2-9449-E318996DDEB1}" dt="2019-06-25T08:51:23.990" v="534" actId="1076"/>
          <ac:picMkLst>
            <pc:docMk/>
            <pc:sldMk cId="1782699997" sldId="905"/>
            <ac:picMk id="12" creationId="{6DB38912-AB2C-4D0A-8851-05819FCCBD2B}"/>
          </ac:picMkLst>
        </pc:picChg>
        <pc:picChg chg="del">
          <ac:chgData name="Liu Wenqi" userId="e72448e5a518e0d1" providerId="LiveId" clId="{E5FD8010-BFDD-44C2-9449-E318996DDEB1}" dt="2019-06-25T08:36:19.133" v="489" actId="478"/>
          <ac:picMkLst>
            <pc:docMk/>
            <pc:sldMk cId="1782699997" sldId="905"/>
            <ac:picMk id="14" creationId="{46FEF3B2-E650-4033-BAF9-9C002F5D6547}"/>
          </ac:picMkLst>
        </pc:picChg>
        <pc:picChg chg="del">
          <ac:chgData name="Liu Wenqi" userId="e72448e5a518e0d1" providerId="LiveId" clId="{E5FD8010-BFDD-44C2-9449-E318996DDEB1}" dt="2019-06-25T08:36:32.118" v="493" actId="478"/>
          <ac:picMkLst>
            <pc:docMk/>
            <pc:sldMk cId="1782699997" sldId="905"/>
            <ac:picMk id="15" creationId="{923B8AE9-E1AC-43EF-9A27-596288AE8C39}"/>
          </ac:picMkLst>
        </pc:picChg>
        <pc:picChg chg="del topLvl">
          <ac:chgData name="Liu Wenqi" userId="e72448e5a518e0d1" providerId="LiveId" clId="{E5FD8010-BFDD-44C2-9449-E318996DDEB1}" dt="2019-06-25T00:24:12.774" v="10" actId="478"/>
          <ac:picMkLst>
            <pc:docMk/>
            <pc:sldMk cId="1782699997" sldId="905"/>
            <ac:picMk id="20" creationId="{29C896F3-8B85-4D24-A2F4-169A7FFE6B59}"/>
          </ac:picMkLst>
        </pc:picChg>
        <pc:picChg chg="add mod modCrop">
          <ac:chgData name="Liu Wenqi" userId="e72448e5a518e0d1" providerId="LiveId" clId="{E5FD8010-BFDD-44C2-9449-E318996DDEB1}" dt="2019-06-25T08:51:29.422" v="535" actId="1076"/>
          <ac:picMkLst>
            <pc:docMk/>
            <pc:sldMk cId="1782699997" sldId="905"/>
            <ac:picMk id="21" creationId="{11A4A77B-BEA8-4B52-AF71-CA054DB21989}"/>
          </ac:picMkLst>
        </pc:picChg>
      </pc:sldChg>
      <pc:sldMasterChg chg="modSp">
        <pc:chgData name="Liu Wenqi" userId="e72448e5a518e0d1" providerId="LiveId" clId="{E5FD8010-BFDD-44C2-9449-E318996DDEB1}" dt="2019-06-25T08:22:44.476" v="473" actId="20577"/>
        <pc:sldMasterMkLst>
          <pc:docMk/>
          <pc:sldMasterMk cId="0" sldId="2147483738"/>
        </pc:sldMasterMkLst>
        <pc:spChg chg="mod">
          <ac:chgData name="Liu Wenqi" userId="e72448e5a518e0d1" providerId="LiveId" clId="{E5FD8010-BFDD-44C2-9449-E318996DDEB1}" dt="2019-06-25T08:22:44.476" v="473" actId="20577"/>
          <ac:spMkLst>
            <pc:docMk/>
            <pc:sldMasterMk cId="0" sldId="2147483738"/>
            <ac:spMk id="7" creationId="{00000000-0000-0000-0000-000000000000}"/>
          </ac:spMkLst>
        </pc:spChg>
      </pc:sldMasterChg>
    </pc:docChg>
  </pc:docChgLst>
  <pc:docChgLst>
    <pc:chgData name="Shah Riddhi" userId="S::riddhi.shah@aalto.fi::af1bf038-12b5-4bf5-ad71-25d6a40bccfd" providerId="AD" clId="Web-{EB36756E-CEC4-4CF3-8FC2-9E19C0B2381E}"/>
    <pc:docChg chg="addSld delSld modSld">
      <pc:chgData name="Shah Riddhi" userId="S::riddhi.shah@aalto.fi::af1bf038-12b5-4bf5-ad71-25d6a40bccfd" providerId="AD" clId="Web-{EB36756E-CEC4-4CF3-8FC2-9E19C0B2381E}" dt="2024-01-07T06:50:31.574" v="91" actId="20577"/>
      <pc:docMkLst>
        <pc:docMk/>
      </pc:docMkLst>
      <pc:sldChg chg="modSp">
        <pc:chgData name="Shah Riddhi" userId="S::riddhi.shah@aalto.fi::af1bf038-12b5-4bf5-ad71-25d6a40bccfd" providerId="AD" clId="Web-{EB36756E-CEC4-4CF3-8FC2-9E19C0B2381E}" dt="2024-01-07T06:43:29.248" v="4" actId="20577"/>
        <pc:sldMkLst>
          <pc:docMk/>
          <pc:sldMk cId="0" sldId="258"/>
        </pc:sldMkLst>
        <pc:spChg chg="mod">
          <ac:chgData name="Shah Riddhi" userId="S::riddhi.shah@aalto.fi::af1bf038-12b5-4bf5-ad71-25d6a40bccfd" providerId="AD" clId="Web-{EB36756E-CEC4-4CF3-8FC2-9E19C0B2381E}" dt="2024-01-07T06:43:29.248" v="4" actId="20577"/>
          <ac:spMkLst>
            <pc:docMk/>
            <pc:sldMk cId="0" sldId="258"/>
            <ac:spMk id="2" creationId="{00000000-0000-0000-0000-000000000000}"/>
          </ac:spMkLst>
        </pc:spChg>
      </pc:sldChg>
      <pc:sldChg chg="modSp">
        <pc:chgData name="Shah Riddhi" userId="S::riddhi.shah@aalto.fi::af1bf038-12b5-4bf5-ad71-25d6a40bccfd" providerId="AD" clId="Web-{EB36756E-CEC4-4CF3-8FC2-9E19C0B2381E}" dt="2024-01-07T06:47:23.349" v="42" actId="20577"/>
        <pc:sldMkLst>
          <pc:docMk/>
          <pc:sldMk cId="2009171851" sldId="1371"/>
        </pc:sldMkLst>
        <pc:spChg chg="mod">
          <ac:chgData name="Shah Riddhi" userId="S::riddhi.shah@aalto.fi::af1bf038-12b5-4bf5-ad71-25d6a40bccfd" providerId="AD" clId="Web-{EB36756E-CEC4-4CF3-8FC2-9E19C0B2381E}" dt="2024-01-07T06:47:23.349" v="42" actId="20577"/>
          <ac:spMkLst>
            <pc:docMk/>
            <pc:sldMk cId="2009171851" sldId="1371"/>
            <ac:spMk id="2" creationId="{901783D5-CA80-DCE1-7F2F-BCD13A926C69}"/>
          </ac:spMkLst>
        </pc:spChg>
      </pc:sldChg>
      <pc:sldChg chg="new add del">
        <pc:chgData name="Shah Riddhi" userId="S::riddhi.shah@aalto.fi::af1bf038-12b5-4bf5-ad71-25d6a40bccfd" providerId="AD" clId="Web-{EB36756E-CEC4-4CF3-8FC2-9E19C0B2381E}" dt="2024-01-07T06:47:29.771" v="44"/>
        <pc:sldMkLst>
          <pc:docMk/>
          <pc:sldMk cId="1389602656" sldId="1380"/>
        </pc:sldMkLst>
      </pc:sldChg>
      <pc:sldChg chg="modSp add replId">
        <pc:chgData name="Shah Riddhi" userId="S::riddhi.shah@aalto.fi::af1bf038-12b5-4bf5-ad71-25d6a40bccfd" providerId="AD" clId="Web-{EB36756E-CEC4-4CF3-8FC2-9E19C0B2381E}" dt="2024-01-07T06:50:00.386" v="89" actId="1076"/>
        <pc:sldMkLst>
          <pc:docMk/>
          <pc:sldMk cId="2796151548" sldId="1380"/>
        </pc:sldMkLst>
        <pc:spChg chg="mod">
          <ac:chgData name="Shah Riddhi" userId="S::riddhi.shah@aalto.fi::af1bf038-12b5-4bf5-ad71-25d6a40bccfd" providerId="AD" clId="Web-{EB36756E-CEC4-4CF3-8FC2-9E19C0B2381E}" dt="2024-01-07T06:50:00.386" v="89" actId="1076"/>
          <ac:spMkLst>
            <pc:docMk/>
            <pc:sldMk cId="2796151548" sldId="1380"/>
            <ac:spMk id="2" creationId="{142BEEF4-6202-6E18-88FC-36853FF1AC4D}"/>
          </ac:spMkLst>
        </pc:spChg>
      </pc:sldChg>
      <pc:sldChg chg="modSp new">
        <pc:chgData name="Shah Riddhi" userId="S::riddhi.shah@aalto.fi::af1bf038-12b5-4bf5-ad71-25d6a40bccfd" providerId="AD" clId="Web-{EB36756E-CEC4-4CF3-8FC2-9E19C0B2381E}" dt="2024-01-07T06:50:31.574" v="91" actId="20577"/>
        <pc:sldMkLst>
          <pc:docMk/>
          <pc:sldMk cId="1497634804" sldId="1381"/>
        </pc:sldMkLst>
        <pc:spChg chg="mod">
          <ac:chgData name="Shah Riddhi" userId="S::riddhi.shah@aalto.fi::af1bf038-12b5-4bf5-ad71-25d6a40bccfd" providerId="AD" clId="Web-{EB36756E-CEC4-4CF3-8FC2-9E19C0B2381E}" dt="2024-01-07T06:50:31.574" v="91" actId="20577"/>
          <ac:spMkLst>
            <pc:docMk/>
            <pc:sldMk cId="1497634804" sldId="1381"/>
            <ac:spMk id="2" creationId="{A57439F8-A6DE-B4E1-5C3A-01BF0E50D81E}"/>
          </ac:spMkLst>
        </pc:spChg>
      </pc:sldChg>
    </pc:docChg>
  </pc:docChgLst>
  <pc:docChgLst>
    <pc:chgData name="Shah Riddhi" userId="af1bf038-12b5-4bf5-ad71-25d6a40bccfd" providerId="ADAL" clId="{48F9B1B7-E601-4251-B1A8-83B6C381BDFE}"/>
    <pc:docChg chg="undo custSel addSld delSld modSld sldOrd">
      <pc:chgData name="Shah Riddhi" userId="af1bf038-12b5-4bf5-ad71-25d6a40bccfd" providerId="ADAL" clId="{48F9B1B7-E601-4251-B1A8-83B6C381BDFE}" dt="2024-01-10T11:15:09.769" v="664" actId="20577"/>
      <pc:docMkLst>
        <pc:docMk/>
      </pc:docMkLst>
      <pc:sldChg chg="modSp mod">
        <pc:chgData name="Shah Riddhi" userId="af1bf038-12b5-4bf5-ad71-25d6a40bccfd" providerId="ADAL" clId="{48F9B1B7-E601-4251-B1A8-83B6C381BDFE}" dt="2024-01-09T17:54:04.467" v="16" actId="20577"/>
        <pc:sldMkLst>
          <pc:docMk/>
          <pc:sldMk cId="0" sldId="258"/>
        </pc:sldMkLst>
        <pc:spChg chg="mod">
          <ac:chgData name="Shah Riddhi" userId="af1bf038-12b5-4bf5-ad71-25d6a40bccfd" providerId="ADAL" clId="{48F9B1B7-E601-4251-B1A8-83B6C381BDFE}" dt="2024-01-09T16:26:39.862" v="2" actId="6549"/>
          <ac:spMkLst>
            <pc:docMk/>
            <pc:sldMk cId="0" sldId="258"/>
            <ac:spMk id="2" creationId="{00000000-0000-0000-0000-000000000000}"/>
          </ac:spMkLst>
        </pc:spChg>
        <pc:spChg chg="mod">
          <ac:chgData name="Shah Riddhi" userId="af1bf038-12b5-4bf5-ad71-25d6a40bccfd" providerId="ADAL" clId="{48F9B1B7-E601-4251-B1A8-83B6C381BDFE}" dt="2024-01-09T17:54:04.467" v="16" actId="20577"/>
          <ac:spMkLst>
            <pc:docMk/>
            <pc:sldMk cId="0" sldId="258"/>
            <ac:spMk id="3" creationId="{00000000-0000-0000-0000-000000000000}"/>
          </ac:spMkLst>
        </pc:spChg>
      </pc:sldChg>
      <pc:sldChg chg="modSp mod">
        <pc:chgData name="Shah Riddhi" userId="af1bf038-12b5-4bf5-ad71-25d6a40bccfd" providerId="ADAL" clId="{48F9B1B7-E601-4251-B1A8-83B6C381BDFE}" dt="2024-01-09T17:07:45.376" v="3" actId="20577"/>
        <pc:sldMkLst>
          <pc:docMk/>
          <pc:sldMk cId="2156242455" sldId="929"/>
        </pc:sldMkLst>
        <pc:spChg chg="mod">
          <ac:chgData name="Shah Riddhi" userId="af1bf038-12b5-4bf5-ad71-25d6a40bccfd" providerId="ADAL" clId="{48F9B1B7-E601-4251-B1A8-83B6C381BDFE}" dt="2024-01-09T17:07:45.376" v="3" actId="20577"/>
          <ac:spMkLst>
            <pc:docMk/>
            <pc:sldMk cId="2156242455" sldId="929"/>
            <ac:spMk id="7" creationId="{B38AF60A-3A8E-FA6F-EA66-7EDA1E7EA5FA}"/>
          </ac:spMkLst>
        </pc:spChg>
      </pc:sldChg>
      <pc:sldChg chg="ord">
        <pc:chgData name="Shah Riddhi" userId="af1bf038-12b5-4bf5-ad71-25d6a40bccfd" providerId="ADAL" clId="{48F9B1B7-E601-4251-B1A8-83B6C381BDFE}" dt="2024-01-10T05:11:30.677" v="112"/>
        <pc:sldMkLst>
          <pc:docMk/>
          <pc:sldMk cId="1154075763" sldId="1353"/>
        </pc:sldMkLst>
      </pc:sldChg>
      <pc:sldChg chg="modSp">
        <pc:chgData name="Shah Riddhi" userId="af1bf038-12b5-4bf5-ad71-25d6a40bccfd" providerId="ADAL" clId="{48F9B1B7-E601-4251-B1A8-83B6C381BDFE}" dt="2024-01-10T07:34:17.889" v="316" actId="20577"/>
        <pc:sldMkLst>
          <pc:docMk/>
          <pc:sldMk cId="3589235517" sldId="1354"/>
        </pc:sldMkLst>
        <pc:spChg chg="mod">
          <ac:chgData name="Shah Riddhi" userId="af1bf038-12b5-4bf5-ad71-25d6a40bccfd" providerId="ADAL" clId="{48F9B1B7-E601-4251-B1A8-83B6C381BDFE}" dt="2024-01-10T07:34:17.889" v="316" actId="20577"/>
          <ac:spMkLst>
            <pc:docMk/>
            <pc:sldMk cId="3589235517" sldId="1354"/>
            <ac:spMk id="4" creationId="{C873A806-2C45-9717-0DE0-EB20F2697503}"/>
          </ac:spMkLst>
        </pc:spChg>
      </pc:sldChg>
      <pc:sldChg chg="ord">
        <pc:chgData name="Shah Riddhi" userId="af1bf038-12b5-4bf5-ad71-25d6a40bccfd" providerId="ADAL" clId="{48F9B1B7-E601-4251-B1A8-83B6C381BDFE}" dt="2024-01-10T05:50:09.399" v="305"/>
        <pc:sldMkLst>
          <pc:docMk/>
          <pc:sldMk cId="2980972587" sldId="1355"/>
        </pc:sldMkLst>
      </pc:sldChg>
      <pc:sldChg chg="del">
        <pc:chgData name="Shah Riddhi" userId="af1bf038-12b5-4bf5-ad71-25d6a40bccfd" providerId="ADAL" clId="{48F9B1B7-E601-4251-B1A8-83B6C381BDFE}" dt="2024-01-10T05:01:31.390" v="18" actId="47"/>
        <pc:sldMkLst>
          <pc:docMk/>
          <pc:sldMk cId="2009171851" sldId="1371"/>
        </pc:sldMkLst>
      </pc:sldChg>
      <pc:sldChg chg="modSp mod modAnim">
        <pc:chgData name="Shah Riddhi" userId="af1bf038-12b5-4bf5-ad71-25d6a40bccfd" providerId="ADAL" clId="{48F9B1B7-E601-4251-B1A8-83B6C381BDFE}" dt="2024-01-10T11:15:09.769" v="664" actId="20577"/>
        <pc:sldMkLst>
          <pc:docMk/>
          <pc:sldMk cId="3612385003" sldId="1377"/>
        </pc:sldMkLst>
        <pc:spChg chg="mod">
          <ac:chgData name="Shah Riddhi" userId="af1bf038-12b5-4bf5-ad71-25d6a40bccfd" providerId="ADAL" clId="{48F9B1B7-E601-4251-B1A8-83B6C381BDFE}" dt="2024-01-10T11:15:09.769" v="664" actId="20577"/>
          <ac:spMkLst>
            <pc:docMk/>
            <pc:sldMk cId="3612385003" sldId="1377"/>
            <ac:spMk id="2" creationId="{7A53EA52-F920-8B1C-B6D4-FFDEADBD14EB}"/>
          </ac:spMkLst>
        </pc:spChg>
      </pc:sldChg>
      <pc:sldChg chg="del">
        <pc:chgData name="Shah Riddhi" userId="af1bf038-12b5-4bf5-ad71-25d6a40bccfd" providerId="ADAL" clId="{48F9B1B7-E601-4251-B1A8-83B6C381BDFE}" dt="2024-01-10T05:02:14.677" v="22" actId="47"/>
        <pc:sldMkLst>
          <pc:docMk/>
          <pc:sldMk cId="2796151548" sldId="1380"/>
        </pc:sldMkLst>
      </pc:sldChg>
      <pc:sldChg chg="del">
        <pc:chgData name="Shah Riddhi" userId="af1bf038-12b5-4bf5-ad71-25d6a40bccfd" providerId="ADAL" clId="{48F9B1B7-E601-4251-B1A8-83B6C381BDFE}" dt="2024-01-10T05:02:19.599" v="23" actId="47"/>
        <pc:sldMkLst>
          <pc:docMk/>
          <pc:sldMk cId="1497634804" sldId="1381"/>
        </pc:sldMkLst>
      </pc:sldChg>
      <pc:sldChg chg="delSp modSp add mod">
        <pc:chgData name="Shah Riddhi" userId="af1bf038-12b5-4bf5-ad71-25d6a40bccfd" providerId="ADAL" clId="{48F9B1B7-E601-4251-B1A8-83B6C381BDFE}" dt="2024-01-10T08:51:06.750" v="657" actId="478"/>
        <pc:sldMkLst>
          <pc:docMk/>
          <pc:sldMk cId="1982859515" sldId="1385"/>
        </pc:sldMkLst>
        <pc:spChg chg="del">
          <ac:chgData name="Shah Riddhi" userId="af1bf038-12b5-4bf5-ad71-25d6a40bccfd" providerId="ADAL" clId="{48F9B1B7-E601-4251-B1A8-83B6C381BDFE}" dt="2024-01-10T08:51:06.750" v="657" actId="478"/>
          <ac:spMkLst>
            <pc:docMk/>
            <pc:sldMk cId="1982859515" sldId="1385"/>
            <ac:spMk id="2" creationId="{C449B1CA-A606-18D8-2AAE-3EA1D9B06410}"/>
          </ac:spMkLst>
        </pc:spChg>
        <pc:picChg chg="mod">
          <ac:chgData name="Shah Riddhi" userId="af1bf038-12b5-4bf5-ad71-25d6a40bccfd" providerId="ADAL" clId="{48F9B1B7-E601-4251-B1A8-83B6C381BDFE}" dt="2024-01-10T08:51:04.588" v="656" actId="1076"/>
          <ac:picMkLst>
            <pc:docMk/>
            <pc:sldMk cId="1982859515" sldId="1385"/>
            <ac:picMk id="5" creationId="{5C391B17-FC0E-1D92-42F8-8FA7AB33A8D4}"/>
          </ac:picMkLst>
        </pc:picChg>
      </pc:sldChg>
      <pc:sldChg chg="modSp add modAnim">
        <pc:chgData name="Shah Riddhi" userId="af1bf038-12b5-4bf5-ad71-25d6a40bccfd" providerId="ADAL" clId="{48F9B1B7-E601-4251-B1A8-83B6C381BDFE}" dt="2024-01-10T05:25:41.219" v="300" actId="20577"/>
        <pc:sldMkLst>
          <pc:docMk/>
          <pc:sldMk cId="2553301274" sldId="1399"/>
        </pc:sldMkLst>
        <pc:spChg chg="mod">
          <ac:chgData name="Shah Riddhi" userId="af1bf038-12b5-4bf5-ad71-25d6a40bccfd" providerId="ADAL" clId="{48F9B1B7-E601-4251-B1A8-83B6C381BDFE}" dt="2024-01-10T05:25:41.219" v="300" actId="20577"/>
          <ac:spMkLst>
            <pc:docMk/>
            <pc:sldMk cId="2553301274" sldId="1399"/>
            <ac:spMk id="3" creationId="{3CD87D3E-B820-867C-22C6-D8F3564ED936}"/>
          </ac:spMkLst>
        </pc:spChg>
      </pc:sldChg>
      <pc:sldChg chg="delSp modSp add mod">
        <pc:chgData name="Shah Riddhi" userId="af1bf038-12b5-4bf5-ad71-25d6a40bccfd" providerId="ADAL" clId="{48F9B1B7-E601-4251-B1A8-83B6C381BDFE}" dt="2024-01-10T05:01:55.736" v="21" actId="1076"/>
        <pc:sldMkLst>
          <pc:docMk/>
          <pc:sldMk cId="1809316498" sldId="1400"/>
        </pc:sldMkLst>
        <pc:spChg chg="del mod">
          <ac:chgData name="Shah Riddhi" userId="af1bf038-12b5-4bf5-ad71-25d6a40bccfd" providerId="ADAL" clId="{48F9B1B7-E601-4251-B1A8-83B6C381BDFE}" dt="2024-01-10T05:01:44.798" v="20" actId="478"/>
          <ac:spMkLst>
            <pc:docMk/>
            <pc:sldMk cId="1809316498" sldId="1400"/>
            <ac:spMk id="2" creationId="{DD5D4321-BF10-DD40-5059-1A5CF27775E9}"/>
          </ac:spMkLst>
        </pc:spChg>
        <pc:picChg chg="mod">
          <ac:chgData name="Shah Riddhi" userId="af1bf038-12b5-4bf5-ad71-25d6a40bccfd" providerId="ADAL" clId="{48F9B1B7-E601-4251-B1A8-83B6C381BDFE}" dt="2024-01-10T05:01:55.736" v="21" actId="1076"/>
          <ac:picMkLst>
            <pc:docMk/>
            <pc:sldMk cId="1809316498" sldId="1400"/>
            <ac:picMk id="5" creationId="{E51B5898-87FA-4574-CE4F-2689D24FF281}"/>
          </ac:picMkLst>
        </pc:picChg>
      </pc:sldChg>
      <pc:sldChg chg="add del modAnim">
        <pc:chgData name="Shah Riddhi" userId="af1bf038-12b5-4bf5-ad71-25d6a40bccfd" providerId="ADAL" clId="{48F9B1B7-E601-4251-B1A8-83B6C381BDFE}" dt="2024-01-10T08:15:59.306" v="654" actId="47"/>
        <pc:sldMkLst>
          <pc:docMk/>
          <pc:sldMk cId="116925023" sldId="1401"/>
        </pc:sldMkLst>
      </pc:sldChg>
      <pc:sldChg chg="addSp delSp modSp new mod ord modAnim">
        <pc:chgData name="Shah Riddhi" userId="af1bf038-12b5-4bf5-ad71-25d6a40bccfd" providerId="ADAL" clId="{48F9B1B7-E601-4251-B1A8-83B6C381BDFE}" dt="2024-01-10T05:49:59.128" v="303"/>
        <pc:sldMkLst>
          <pc:docMk/>
          <pc:sldMk cId="2034642076" sldId="1402"/>
        </pc:sldMkLst>
        <pc:spChg chg="del">
          <ac:chgData name="Shah Riddhi" userId="af1bf038-12b5-4bf5-ad71-25d6a40bccfd" providerId="ADAL" clId="{48F9B1B7-E601-4251-B1A8-83B6C381BDFE}" dt="2024-01-10T05:17:27.898" v="252" actId="478"/>
          <ac:spMkLst>
            <pc:docMk/>
            <pc:sldMk cId="2034642076" sldId="1402"/>
            <ac:spMk id="2" creationId="{6ACD530C-796E-B52A-7B13-CA56103D2DB4}"/>
          </ac:spMkLst>
        </pc:spChg>
        <pc:spChg chg="mod">
          <ac:chgData name="Shah Riddhi" userId="af1bf038-12b5-4bf5-ad71-25d6a40bccfd" providerId="ADAL" clId="{48F9B1B7-E601-4251-B1A8-83B6C381BDFE}" dt="2024-01-10T05:14:31.352" v="200"/>
          <ac:spMkLst>
            <pc:docMk/>
            <pc:sldMk cId="2034642076" sldId="1402"/>
            <ac:spMk id="3" creationId="{A87E7C3E-3E74-BB94-DEE1-FB414FE011F8}"/>
          </ac:spMkLst>
        </pc:spChg>
        <pc:spChg chg="mod">
          <ac:chgData name="Shah Riddhi" userId="af1bf038-12b5-4bf5-ad71-25d6a40bccfd" providerId="ADAL" clId="{48F9B1B7-E601-4251-B1A8-83B6C381BDFE}" dt="2024-01-10T05:19:08.332" v="277" actId="18245"/>
          <ac:spMkLst>
            <pc:docMk/>
            <pc:sldMk cId="2034642076" sldId="1402"/>
            <ac:spMk id="6" creationId="{A211CB75-44E7-3C15-A722-D10E10CD73D6}"/>
          </ac:spMkLst>
        </pc:spChg>
        <pc:spChg chg="mod">
          <ac:chgData name="Shah Riddhi" userId="af1bf038-12b5-4bf5-ad71-25d6a40bccfd" providerId="ADAL" clId="{48F9B1B7-E601-4251-B1A8-83B6C381BDFE}" dt="2024-01-10T05:19:08.332" v="277" actId="18245"/>
          <ac:spMkLst>
            <pc:docMk/>
            <pc:sldMk cId="2034642076" sldId="1402"/>
            <ac:spMk id="7" creationId="{31DAA7FB-1F85-478E-4DE9-EE6966CB8157}"/>
          </ac:spMkLst>
        </pc:spChg>
        <pc:spChg chg="mod">
          <ac:chgData name="Shah Riddhi" userId="af1bf038-12b5-4bf5-ad71-25d6a40bccfd" providerId="ADAL" clId="{48F9B1B7-E601-4251-B1A8-83B6C381BDFE}" dt="2024-01-10T05:19:08.332" v="277" actId="18245"/>
          <ac:spMkLst>
            <pc:docMk/>
            <pc:sldMk cId="2034642076" sldId="1402"/>
            <ac:spMk id="8" creationId="{7D79131C-4BB2-9188-CC19-A07951B4A5DB}"/>
          </ac:spMkLst>
        </pc:spChg>
        <pc:spChg chg="mod">
          <ac:chgData name="Shah Riddhi" userId="af1bf038-12b5-4bf5-ad71-25d6a40bccfd" providerId="ADAL" clId="{48F9B1B7-E601-4251-B1A8-83B6C381BDFE}" dt="2024-01-10T05:19:08.332" v="277" actId="18245"/>
          <ac:spMkLst>
            <pc:docMk/>
            <pc:sldMk cId="2034642076" sldId="1402"/>
            <ac:spMk id="9" creationId="{E18FBC75-9B23-252D-2068-59A15A77D11F}"/>
          </ac:spMkLst>
        </pc:spChg>
        <pc:spChg chg="mod">
          <ac:chgData name="Shah Riddhi" userId="af1bf038-12b5-4bf5-ad71-25d6a40bccfd" providerId="ADAL" clId="{48F9B1B7-E601-4251-B1A8-83B6C381BDFE}" dt="2024-01-10T05:19:08.332" v="277" actId="18245"/>
          <ac:spMkLst>
            <pc:docMk/>
            <pc:sldMk cId="2034642076" sldId="1402"/>
            <ac:spMk id="10" creationId="{146FE8A9-FE0C-58DC-0018-5A9C6C94025E}"/>
          </ac:spMkLst>
        </pc:spChg>
        <pc:spChg chg="mod">
          <ac:chgData name="Shah Riddhi" userId="af1bf038-12b5-4bf5-ad71-25d6a40bccfd" providerId="ADAL" clId="{48F9B1B7-E601-4251-B1A8-83B6C381BDFE}" dt="2024-01-10T05:19:08.332" v="277" actId="18245"/>
          <ac:spMkLst>
            <pc:docMk/>
            <pc:sldMk cId="2034642076" sldId="1402"/>
            <ac:spMk id="11" creationId="{0BBC88E0-DFA6-C896-BE52-EBB1CC1908F5}"/>
          </ac:spMkLst>
        </pc:spChg>
        <pc:spChg chg="mod">
          <ac:chgData name="Shah Riddhi" userId="af1bf038-12b5-4bf5-ad71-25d6a40bccfd" providerId="ADAL" clId="{48F9B1B7-E601-4251-B1A8-83B6C381BDFE}" dt="2024-01-10T05:19:06.764" v="276" actId="18245"/>
          <ac:spMkLst>
            <pc:docMk/>
            <pc:sldMk cId="2034642076" sldId="1402"/>
            <ac:spMk id="12" creationId="{8179E55C-ABBE-C2AE-0009-B1F7C18A4C08}"/>
          </ac:spMkLst>
        </pc:spChg>
        <pc:spChg chg="add mod">
          <ac:chgData name="Shah Riddhi" userId="af1bf038-12b5-4bf5-ad71-25d6a40bccfd" providerId="ADAL" clId="{48F9B1B7-E601-4251-B1A8-83B6C381BDFE}" dt="2024-01-10T05:20:22.965" v="285" actId="208"/>
          <ac:spMkLst>
            <pc:docMk/>
            <pc:sldMk cId="2034642076" sldId="1402"/>
            <ac:spMk id="13" creationId="{DF1B7080-9363-1462-8DCF-177F2D8EF7A0}"/>
          </ac:spMkLst>
        </pc:spChg>
        <pc:grpChg chg="mod">
          <ac:chgData name="Shah Riddhi" userId="af1bf038-12b5-4bf5-ad71-25d6a40bccfd" providerId="ADAL" clId="{48F9B1B7-E601-4251-B1A8-83B6C381BDFE}" dt="2024-01-10T05:19:08.332" v="277" actId="18245"/>
          <ac:grpSpMkLst>
            <pc:docMk/>
            <pc:sldMk cId="2034642076" sldId="1402"/>
            <ac:grpSpMk id="5" creationId="{1B24E71F-1FEE-A543-56EF-F87986881B9B}"/>
          </ac:grpSpMkLst>
        </pc:grpChg>
        <pc:graphicFrameChg chg="add del mod modGraphic">
          <ac:chgData name="Shah Riddhi" userId="af1bf038-12b5-4bf5-ad71-25d6a40bccfd" providerId="ADAL" clId="{48F9B1B7-E601-4251-B1A8-83B6C381BDFE}" dt="2024-01-10T05:21:07.329" v="292" actId="255"/>
          <ac:graphicFrameMkLst>
            <pc:docMk/>
            <pc:sldMk cId="2034642076" sldId="1402"/>
            <ac:graphicFrameMk id="4" creationId="{F9EBD75F-17F2-995D-1322-1D1CB3FEF6E4}"/>
          </ac:graphicFrameMkLst>
        </pc:graphicFrameChg>
      </pc:sldChg>
      <pc:sldChg chg="delSp add mod">
        <pc:chgData name="Shah Riddhi" userId="af1bf038-12b5-4bf5-ad71-25d6a40bccfd" providerId="ADAL" clId="{48F9B1B7-E601-4251-B1A8-83B6C381BDFE}" dt="2024-01-10T08:51:16.455" v="659" actId="478"/>
        <pc:sldMkLst>
          <pc:docMk/>
          <pc:sldMk cId="2035022612" sldId="1403"/>
        </pc:sldMkLst>
        <pc:spChg chg="del">
          <ac:chgData name="Shah Riddhi" userId="af1bf038-12b5-4bf5-ad71-25d6a40bccfd" providerId="ADAL" clId="{48F9B1B7-E601-4251-B1A8-83B6C381BDFE}" dt="2024-01-10T08:51:16.455" v="659" actId="478"/>
          <ac:spMkLst>
            <pc:docMk/>
            <pc:sldMk cId="2035022612" sldId="1403"/>
            <ac:spMk id="2" creationId="{31D80440-1BAF-9C5D-DFFA-952C1AB26917}"/>
          </ac:spMkLst>
        </pc:spChg>
      </pc:sldChg>
      <pc:sldChg chg="delSp modSp add mod">
        <pc:chgData name="Shah Riddhi" userId="af1bf038-12b5-4bf5-ad71-25d6a40bccfd" providerId="ADAL" clId="{48F9B1B7-E601-4251-B1A8-83B6C381BDFE}" dt="2024-01-10T08:51:11.776" v="658" actId="478"/>
        <pc:sldMkLst>
          <pc:docMk/>
          <pc:sldMk cId="2066777997" sldId="1404"/>
        </pc:sldMkLst>
        <pc:spChg chg="del">
          <ac:chgData name="Shah Riddhi" userId="af1bf038-12b5-4bf5-ad71-25d6a40bccfd" providerId="ADAL" clId="{48F9B1B7-E601-4251-B1A8-83B6C381BDFE}" dt="2024-01-10T08:51:11.776" v="658" actId="478"/>
          <ac:spMkLst>
            <pc:docMk/>
            <pc:sldMk cId="2066777997" sldId="1404"/>
            <ac:spMk id="2" creationId="{B84B02D9-32A2-11C4-28AB-85EF93ECE504}"/>
          </ac:spMkLst>
        </pc:spChg>
        <pc:picChg chg="mod">
          <ac:chgData name="Shah Riddhi" userId="af1bf038-12b5-4bf5-ad71-25d6a40bccfd" providerId="ADAL" clId="{48F9B1B7-E601-4251-B1A8-83B6C381BDFE}" dt="2024-01-10T08:50:47.147" v="655" actId="1076"/>
          <ac:picMkLst>
            <pc:docMk/>
            <pc:sldMk cId="2066777997" sldId="1404"/>
            <ac:picMk id="4" creationId="{9F1F845D-57D5-02B6-D9CC-9E776AE72081}"/>
          </ac:picMkLst>
        </pc:picChg>
      </pc:sldChg>
      <pc:sldChg chg="modSp new mod modAnim">
        <pc:chgData name="Shah Riddhi" userId="af1bf038-12b5-4bf5-ad71-25d6a40bccfd" providerId="ADAL" clId="{48F9B1B7-E601-4251-B1A8-83B6C381BDFE}" dt="2024-01-10T08:15:11.434" v="653" actId="20577"/>
        <pc:sldMkLst>
          <pc:docMk/>
          <pc:sldMk cId="1810014493" sldId="1405"/>
        </pc:sldMkLst>
        <pc:spChg chg="mod">
          <ac:chgData name="Shah Riddhi" userId="af1bf038-12b5-4bf5-ad71-25d6a40bccfd" providerId="ADAL" clId="{48F9B1B7-E601-4251-B1A8-83B6C381BDFE}" dt="2024-01-10T08:15:11.434" v="653" actId="20577"/>
          <ac:spMkLst>
            <pc:docMk/>
            <pc:sldMk cId="1810014493" sldId="1405"/>
            <ac:spMk id="2" creationId="{CB22F132-D01D-7694-CA02-34F485896CAA}"/>
          </ac:spMkLst>
        </pc:spChg>
        <pc:spChg chg="mod">
          <ac:chgData name="Shah Riddhi" userId="af1bf038-12b5-4bf5-ad71-25d6a40bccfd" providerId="ADAL" clId="{48F9B1B7-E601-4251-B1A8-83B6C381BDFE}" dt="2024-01-10T08:12:29.494" v="329" actId="20577"/>
          <ac:spMkLst>
            <pc:docMk/>
            <pc:sldMk cId="1810014493" sldId="1405"/>
            <ac:spMk id="3" creationId="{F2F5EA7E-01BE-DF79-E8E2-42FB29B756A4}"/>
          </ac:spMkLst>
        </pc:spChg>
      </pc:sldChg>
    </pc:docChg>
  </pc:docChgLst>
  <pc:docChgLst>
    <pc:chgData name="Nguyen Binh" userId="acf7f2a7-1119-454a-99ee-b7b1d8425230" providerId="ADAL" clId="{BF4A2991-7034-466C-8A1A-A8878F9A449B}"/>
    <pc:docChg chg="undo custSel addSld delSld modSld sldOrd modMainMaster">
      <pc:chgData name="Nguyen Binh" userId="acf7f2a7-1119-454a-99ee-b7b1d8425230" providerId="ADAL" clId="{BF4A2991-7034-466C-8A1A-A8878F9A449B}" dt="2024-01-08T15:10:44.030" v="22904" actId="1076"/>
      <pc:docMkLst>
        <pc:docMk/>
      </pc:docMkLst>
      <pc:sldChg chg="addSp delSp modSp mod">
        <pc:chgData name="Nguyen Binh" userId="acf7f2a7-1119-454a-99ee-b7b1d8425230" providerId="ADAL" clId="{BF4A2991-7034-466C-8A1A-A8878F9A449B}" dt="2024-01-07T14:33:03.546" v="9683" actId="1076"/>
        <pc:sldMkLst>
          <pc:docMk/>
          <pc:sldMk cId="0" sldId="258"/>
        </pc:sldMkLst>
        <pc:spChg chg="mod">
          <ac:chgData name="Nguyen Binh" userId="acf7f2a7-1119-454a-99ee-b7b1d8425230" providerId="ADAL" clId="{BF4A2991-7034-466C-8A1A-A8878F9A449B}" dt="2024-01-07T14:33:03.546" v="9683" actId="1076"/>
          <ac:spMkLst>
            <pc:docMk/>
            <pc:sldMk cId="0" sldId="258"/>
            <ac:spMk id="2" creationId="{00000000-0000-0000-0000-000000000000}"/>
          </ac:spMkLst>
        </pc:spChg>
        <pc:spChg chg="mod">
          <ac:chgData name="Nguyen Binh" userId="acf7f2a7-1119-454a-99ee-b7b1d8425230" providerId="ADAL" clId="{BF4A2991-7034-466C-8A1A-A8878F9A449B}" dt="2024-01-07T14:32:47.934" v="9680" actId="20577"/>
          <ac:spMkLst>
            <pc:docMk/>
            <pc:sldMk cId="0" sldId="258"/>
            <ac:spMk id="3" creationId="{00000000-0000-0000-0000-000000000000}"/>
          </ac:spMkLst>
        </pc:spChg>
        <pc:picChg chg="add del mod">
          <ac:chgData name="Nguyen Binh" userId="acf7f2a7-1119-454a-99ee-b7b1d8425230" providerId="ADAL" clId="{BF4A2991-7034-466C-8A1A-A8878F9A449B}" dt="2024-01-06T14:07:13.893" v="6728" actId="21"/>
          <ac:picMkLst>
            <pc:docMk/>
            <pc:sldMk cId="0" sldId="258"/>
            <ac:picMk id="5" creationId="{3AB8E50B-09B5-ABE6-4BC3-2B2CC80A80EE}"/>
          </ac:picMkLst>
        </pc:picChg>
      </pc:sldChg>
      <pc:sldChg chg="del">
        <pc:chgData name="Nguyen Binh" userId="acf7f2a7-1119-454a-99ee-b7b1d8425230" providerId="ADAL" clId="{BF4A2991-7034-466C-8A1A-A8878F9A449B}" dt="2024-01-03T14:20:20.173" v="323" actId="47"/>
        <pc:sldMkLst>
          <pc:docMk/>
          <pc:sldMk cId="2839297928" sldId="259"/>
        </pc:sldMkLst>
      </pc:sldChg>
      <pc:sldChg chg="del">
        <pc:chgData name="Nguyen Binh" userId="acf7f2a7-1119-454a-99ee-b7b1d8425230" providerId="ADAL" clId="{BF4A2991-7034-466C-8A1A-A8878F9A449B}" dt="2024-01-03T14:20:08.529" v="321" actId="47"/>
        <pc:sldMkLst>
          <pc:docMk/>
          <pc:sldMk cId="423727490" sldId="820"/>
        </pc:sldMkLst>
      </pc:sldChg>
      <pc:sldChg chg="addSp delSp modSp mod ord">
        <pc:chgData name="Nguyen Binh" userId="acf7f2a7-1119-454a-99ee-b7b1d8425230" providerId="ADAL" clId="{BF4A2991-7034-466C-8A1A-A8878F9A449B}" dt="2024-01-08T12:53:10.218" v="21974" actId="14100"/>
        <pc:sldMkLst>
          <pc:docMk/>
          <pc:sldMk cId="2156242455" sldId="929"/>
        </pc:sldMkLst>
        <pc:spChg chg="mod">
          <ac:chgData name="Nguyen Binh" userId="acf7f2a7-1119-454a-99ee-b7b1d8425230" providerId="ADAL" clId="{BF4A2991-7034-466C-8A1A-A8878F9A449B}" dt="2024-01-03T15:21:46.708" v="631" actId="20577"/>
          <ac:spMkLst>
            <pc:docMk/>
            <pc:sldMk cId="2156242455" sldId="929"/>
            <ac:spMk id="3" creationId="{7BB0771A-D08C-36FE-6B52-B209B3B123B6}"/>
          </ac:spMkLst>
        </pc:spChg>
        <pc:spChg chg="add mod">
          <ac:chgData name="Nguyen Binh" userId="acf7f2a7-1119-454a-99ee-b7b1d8425230" providerId="ADAL" clId="{BF4A2991-7034-466C-8A1A-A8878F9A449B}" dt="2024-01-08T12:53:10.218" v="21974" actId="14100"/>
          <ac:spMkLst>
            <pc:docMk/>
            <pc:sldMk cId="2156242455" sldId="929"/>
            <ac:spMk id="7" creationId="{B38AF60A-3A8E-FA6F-EA66-7EDA1E7EA5FA}"/>
          </ac:spMkLst>
        </pc:spChg>
        <pc:spChg chg="del">
          <ac:chgData name="Nguyen Binh" userId="acf7f2a7-1119-454a-99ee-b7b1d8425230" providerId="ADAL" clId="{BF4A2991-7034-466C-8A1A-A8878F9A449B}" dt="2024-01-03T14:49:38.596" v="554" actId="478"/>
          <ac:spMkLst>
            <pc:docMk/>
            <pc:sldMk cId="2156242455" sldId="929"/>
            <ac:spMk id="8" creationId="{458F57B3-6BE6-3C95-0A18-1BA465A98E64}"/>
          </ac:spMkLst>
        </pc:spChg>
        <pc:spChg chg="add del mod">
          <ac:chgData name="Nguyen Binh" userId="acf7f2a7-1119-454a-99ee-b7b1d8425230" providerId="ADAL" clId="{BF4A2991-7034-466C-8A1A-A8878F9A449B}" dt="2024-01-04T09:13:32.242" v="5916" actId="478"/>
          <ac:spMkLst>
            <pc:docMk/>
            <pc:sldMk cId="2156242455" sldId="929"/>
            <ac:spMk id="11" creationId="{FB7C01B2-34B3-A0A4-6290-5884CC8443C0}"/>
          </ac:spMkLst>
        </pc:spChg>
        <pc:graphicFrameChg chg="add del mod modGraphic">
          <ac:chgData name="Nguyen Binh" userId="acf7f2a7-1119-454a-99ee-b7b1d8425230" providerId="ADAL" clId="{BF4A2991-7034-466C-8A1A-A8878F9A449B}" dt="2024-01-07T12:10:47.851" v="9243" actId="478"/>
          <ac:graphicFrameMkLst>
            <pc:docMk/>
            <pc:sldMk cId="2156242455" sldId="929"/>
            <ac:graphicFrameMk id="6" creationId="{95217EF0-6251-5A48-A313-8488949C6E4C}"/>
          </ac:graphicFrameMkLst>
        </pc:graphicFrameChg>
        <pc:graphicFrameChg chg="add mod modGraphic">
          <ac:chgData name="Nguyen Binh" userId="acf7f2a7-1119-454a-99ee-b7b1d8425230" providerId="ADAL" clId="{BF4A2991-7034-466C-8A1A-A8878F9A449B}" dt="2024-01-07T12:12:28.644" v="9275" actId="1076"/>
          <ac:graphicFrameMkLst>
            <pc:docMk/>
            <pc:sldMk cId="2156242455" sldId="929"/>
            <ac:graphicFrameMk id="8" creationId="{68EA2F88-B87B-949E-B02C-72C8DE8F93BC}"/>
          </ac:graphicFrameMkLst>
        </pc:graphicFrameChg>
        <pc:picChg chg="add del mod">
          <ac:chgData name="Nguyen Binh" userId="acf7f2a7-1119-454a-99ee-b7b1d8425230" providerId="ADAL" clId="{BF4A2991-7034-466C-8A1A-A8878F9A449B}" dt="2024-01-07T12:11:28.545" v="9250" actId="478"/>
          <ac:picMkLst>
            <pc:docMk/>
            <pc:sldMk cId="2156242455" sldId="929"/>
            <ac:picMk id="2" creationId="{7C47566E-9B9C-F74C-DC01-95C156697882}"/>
          </ac:picMkLst>
        </pc:picChg>
        <pc:picChg chg="add del mod">
          <ac:chgData name="Nguyen Binh" userId="acf7f2a7-1119-454a-99ee-b7b1d8425230" providerId="ADAL" clId="{BF4A2991-7034-466C-8A1A-A8878F9A449B}" dt="2024-01-06T13:31:17.222" v="6537" actId="478"/>
          <ac:picMkLst>
            <pc:docMk/>
            <pc:sldMk cId="2156242455" sldId="929"/>
            <ac:picMk id="4" creationId="{58C88FA6-A748-8265-B96B-DC4CA506E6CC}"/>
          </ac:picMkLst>
        </pc:picChg>
        <pc:picChg chg="add del mod">
          <ac:chgData name="Nguyen Binh" userId="acf7f2a7-1119-454a-99ee-b7b1d8425230" providerId="ADAL" clId="{BF4A2991-7034-466C-8A1A-A8878F9A449B}" dt="2024-01-03T14:50:20.882" v="568" actId="478"/>
          <ac:picMkLst>
            <pc:docMk/>
            <pc:sldMk cId="2156242455" sldId="929"/>
            <ac:picMk id="4" creationId="{7C1F8166-0B77-840F-198A-F353977097E8}"/>
          </ac:picMkLst>
        </pc:picChg>
        <pc:picChg chg="add del mod">
          <ac:chgData name="Nguyen Binh" userId="acf7f2a7-1119-454a-99ee-b7b1d8425230" providerId="ADAL" clId="{BF4A2991-7034-466C-8A1A-A8878F9A449B}" dt="2024-01-06T14:07:16.271" v="6729" actId="478"/>
          <ac:picMkLst>
            <pc:docMk/>
            <pc:sldMk cId="2156242455" sldId="929"/>
            <ac:picMk id="5" creationId="{FFA361EA-45C0-D519-885F-ED0751CB0014}"/>
          </ac:picMkLst>
        </pc:picChg>
        <pc:picChg chg="add del mod">
          <ac:chgData name="Nguyen Binh" userId="acf7f2a7-1119-454a-99ee-b7b1d8425230" providerId="ADAL" clId="{BF4A2991-7034-466C-8A1A-A8878F9A449B}" dt="2024-01-03T15:21:27.499" v="574" actId="478"/>
          <ac:picMkLst>
            <pc:docMk/>
            <pc:sldMk cId="2156242455" sldId="929"/>
            <ac:picMk id="6" creationId="{09A98D61-4181-2F30-2606-1AE46AC8A9C4}"/>
          </ac:picMkLst>
        </pc:picChg>
        <pc:picChg chg="add del mod">
          <ac:chgData name="Nguyen Binh" userId="acf7f2a7-1119-454a-99ee-b7b1d8425230" providerId="ADAL" clId="{BF4A2991-7034-466C-8A1A-A8878F9A449B}" dt="2024-01-04T09:12:49.982" v="5910" actId="478"/>
          <ac:picMkLst>
            <pc:docMk/>
            <pc:sldMk cId="2156242455" sldId="929"/>
            <ac:picMk id="9" creationId="{E00A03EA-7B7A-4830-38BF-8A346C2844F1}"/>
          </ac:picMkLst>
        </pc:picChg>
      </pc:sldChg>
      <pc:sldChg chg="del">
        <pc:chgData name="Nguyen Binh" userId="acf7f2a7-1119-454a-99ee-b7b1d8425230" providerId="ADAL" clId="{BF4A2991-7034-466C-8A1A-A8878F9A449B}" dt="2024-01-03T14:20:23.071" v="324" actId="47"/>
        <pc:sldMkLst>
          <pc:docMk/>
          <pc:sldMk cId="3369118176" sldId="930"/>
        </pc:sldMkLst>
      </pc:sldChg>
      <pc:sldChg chg="del">
        <pc:chgData name="Nguyen Binh" userId="acf7f2a7-1119-454a-99ee-b7b1d8425230" providerId="ADAL" clId="{BF4A2991-7034-466C-8A1A-A8878F9A449B}" dt="2024-01-03T14:20:23.071" v="324" actId="47"/>
        <pc:sldMkLst>
          <pc:docMk/>
          <pc:sldMk cId="3646569435" sldId="931"/>
        </pc:sldMkLst>
      </pc:sldChg>
      <pc:sldChg chg="add">
        <pc:chgData name="Nguyen Binh" userId="acf7f2a7-1119-454a-99ee-b7b1d8425230" providerId="ADAL" clId="{BF4A2991-7034-466C-8A1A-A8878F9A449B}" dt="2024-01-03T14:20:17.154" v="322"/>
        <pc:sldMkLst>
          <pc:docMk/>
          <pc:sldMk cId="3740530519" sldId="1296"/>
        </pc:sldMkLst>
      </pc:sldChg>
      <pc:sldChg chg="modSp add mod ord">
        <pc:chgData name="Nguyen Binh" userId="acf7f2a7-1119-454a-99ee-b7b1d8425230" providerId="ADAL" clId="{BF4A2991-7034-466C-8A1A-A8878F9A449B}" dt="2024-01-03T17:20:13.988" v="2953" actId="20577"/>
        <pc:sldMkLst>
          <pc:docMk/>
          <pc:sldMk cId="2792426720" sldId="1351"/>
        </pc:sldMkLst>
        <pc:spChg chg="mod">
          <ac:chgData name="Nguyen Binh" userId="acf7f2a7-1119-454a-99ee-b7b1d8425230" providerId="ADAL" clId="{BF4A2991-7034-466C-8A1A-A8878F9A449B}" dt="2024-01-03T17:20:13.988" v="2953" actId="20577"/>
          <ac:spMkLst>
            <pc:docMk/>
            <pc:sldMk cId="2792426720" sldId="1351"/>
            <ac:spMk id="6" creationId="{D9C38EF0-4F68-5ED3-BD08-A46CCA63E41A}"/>
          </ac:spMkLst>
        </pc:spChg>
      </pc:sldChg>
      <pc:sldChg chg="modSp add mod ord">
        <pc:chgData name="Nguyen Binh" userId="acf7f2a7-1119-454a-99ee-b7b1d8425230" providerId="ADAL" clId="{BF4A2991-7034-466C-8A1A-A8878F9A449B}" dt="2024-01-07T14:15:46.084" v="9522" actId="14100"/>
        <pc:sldMkLst>
          <pc:docMk/>
          <pc:sldMk cId="162046587" sldId="1352"/>
        </pc:sldMkLst>
        <pc:spChg chg="mod">
          <ac:chgData name="Nguyen Binh" userId="acf7f2a7-1119-454a-99ee-b7b1d8425230" providerId="ADAL" clId="{BF4A2991-7034-466C-8A1A-A8878F9A449B}" dt="2024-01-07T14:15:43.268" v="9521" actId="14100"/>
          <ac:spMkLst>
            <pc:docMk/>
            <pc:sldMk cId="162046587" sldId="1352"/>
            <ac:spMk id="3" creationId="{00000000-0000-0000-0000-000000000000}"/>
          </ac:spMkLst>
        </pc:spChg>
        <pc:picChg chg="mod">
          <ac:chgData name="Nguyen Binh" userId="acf7f2a7-1119-454a-99ee-b7b1d8425230" providerId="ADAL" clId="{BF4A2991-7034-466C-8A1A-A8878F9A449B}" dt="2024-01-07T14:15:46.084" v="9522" actId="14100"/>
          <ac:picMkLst>
            <pc:docMk/>
            <pc:sldMk cId="162046587" sldId="1352"/>
            <ac:picMk id="5122" creationId="{C1E515D4-EE0A-E9B8-5BDB-02F45945AB73}"/>
          </ac:picMkLst>
        </pc:picChg>
      </pc:sldChg>
      <pc:sldChg chg="addSp modSp new mod modAnim">
        <pc:chgData name="Nguyen Binh" userId="acf7f2a7-1119-454a-99ee-b7b1d8425230" providerId="ADAL" clId="{BF4A2991-7034-466C-8A1A-A8878F9A449B}" dt="2024-01-07T21:10:51.320" v="16584"/>
        <pc:sldMkLst>
          <pc:docMk/>
          <pc:sldMk cId="1154075763" sldId="1353"/>
        </pc:sldMkLst>
        <pc:spChg chg="mod">
          <ac:chgData name="Nguyen Binh" userId="acf7f2a7-1119-454a-99ee-b7b1d8425230" providerId="ADAL" clId="{BF4A2991-7034-466C-8A1A-A8878F9A449B}" dt="2024-01-03T15:54:34.353" v="1082" actId="14100"/>
          <ac:spMkLst>
            <pc:docMk/>
            <pc:sldMk cId="1154075763" sldId="1353"/>
            <ac:spMk id="2" creationId="{73E10D30-DFBE-B85F-932F-CDCD56410A13}"/>
          </ac:spMkLst>
        </pc:spChg>
        <pc:spChg chg="mod">
          <ac:chgData name="Nguyen Binh" userId="acf7f2a7-1119-454a-99ee-b7b1d8425230" providerId="ADAL" clId="{BF4A2991-7034-466C-8A1A-A8878F9A449B}" dt="2024-01-03T15:46:19.750" v="708" actId="20577"/>
          <ac:spMkLst>
            <pc:docMk/>
            <pc:sldMk cId="1154075763" sldId="1353"/>
            <ac:spMk id="3" creationId="{5DF5E985-3782-4B1C-54ED-3764C8F1104A}"/>
          </ac:spMkLst>
        </pc:spChg>
        <pc:picChg chg="add mod">
          <ac:chgData name="Nguyen Binh" userId="acf7f2a7-1119-454a-99ee-b7b1d8425230" providerId="ADAL" clId="{BF4A2991-7034-466C-8A1A-A8878F9A449B}" dt="2024-01-03T15:53:59.728" v="1067" actId="1076"/>
          <ac:picMkLst>
            <pc:docMk/>
            <pc:sldMk cId="1154075763" sldId="1353"/>
            <ac:picMk id="1026" creationId="{99E14563-16A9-5D91-36C3-8253CEBB4548}"/>
          </ac:picMkLst>
        </pc:picChg>
        <pc:picChg chg="add mod">
          <ac:chgData name="Nguyen Binh" userId="acf7f2a7-1119-454a-99ee-b7b1d8425230" providerId="ADAL" clId="{BF4A2991-7034-466C-8A1A-A8878F9A449B}" dt="2024-01-03T15:54:22.841" v="1075" actId="1076"/>
          <ac:picMkLst>
            <pc:docMk/>
            <pc:sldMk cId="1154075763" sldId="1353"/>
            <ac:picMk id="1028" creationId="{E7B6037D-6338-5AFD-E48D-4E9AC78B4721}"/>
          </ac:picMkLst>
        </pc:picChg>
      </pc:sldChg>
      <pc:sldChg chg="addSp delSp modSp add mod ord modAnim">
        <pc:chgData name="Nguyen Binh" userId="acf7f2a7-1119-454a-99ee-b7b1d8425230" providerId="ADAL" clId="{BF4A2991-7034-466C-8A1A-A8878F9A449B}" dt="2024-01-07T21:11:21.250" v="16589"/>
        <pc:sldMkLst>
          <pc:docMk/>
          <pc:sldMk cId="3589235517" sldId="1354"/>
        </pc:sldMkLst>
        <pc:spChg chg="del">
          <ac:chgData name="Nguyen Binh" userId="acf7f2a7-1119-454a-99ee-b7b1d8425230" providerId="ADAL" clId="{BF4A2991-7034-466C-8A1A-A8878F9A449B}" dt="2024-01-03T15:54:47.181" v="1084" actId="478"/>
          <ac:spMkLst>
            <pc:docMk/>
            <pc:sldMk cId="3589235517" sldId="1354"/>
            <ac:spMk id="2" creationId="{73E10D30-DFBE-B85F-932F-CDCD56410A13}"/>
          </ac:spMkLst>
        </pc:spChg>
        <pc:spChg chg="mod">
          <ac:chgData name="Nguyen Binh" userId="acf7f2a7-1119-454a-99ee-b7b1d8425230" providerId="ADAL" clId="{BF4A2991-7034-466C-8A1A-A8878F9A449B}" dt="2024-01-03T15:55:03.847" v="1105" actId="20577"/>
          <ac:spMkLst>
            <pc:docMk/>
            <pc:sldMk cId="3589235517" sldId="1354"/>
            <ac:spMk id="3" creationId="{5DF5E985-3782-4B1C-54ED-3764C8F1104A}"/>
          </ac:spMkLst>
        </pc:spChg>
        <pc:spChg chg="add mod">
          <ac:chgData name="Nguyen Binh" userId="acf7f2a7-1119-454a-99ee-b7b1d8425230" providerId="ADAL" clId="{BF4A2991-7034-466C-8A1A-A8878F9A449B}" dt="2024-01-03T16:24:49.685" v="1693" actId="20577"/>
          <ac:spMkLst>
            <pc:docMk/>
            <pc:sldMk cId="3589235517" sldId="1354"/>
            <ac:spMk id="4" creationId="{C873A806-2C45-9717-0DE0-EB20F2697503}"/>
          </ac:spMkLst>
        </pc:spChg>
        <pc:grpChg chg="add mod">
          <ac:chgData name="Nguyen Binh" userId="acf7f2a7-1119-454a-99ee-b7b1d8425230" providerId="ADAL" clId="{BF4A2991-7034-466C-8A1A-A8878F9A449B}" dt="2024-01-03T16:24:30.225" v="1681" actId="164"/>
          <ac:grpSpMkLst>
            <pc:docMk/>
            <pc:sldMk cId="3589235517" sldId="1354"/>
            <ac:grpSpMk id="8" creationId="{77E60F36-E7DE-1C8A-486C-76C018FA1889}"/>
          </ac:grpSpMkLst>
        </pc:grpChg>
        <pc:picChg chg="add mod modCrop">
          <ac:chgData name="Nguyen Binh" userId="acf7f2a7-1119-454a-99ee-b7b1d8425230" providerId="ADAL" clId="{BF4A2991-7034-466C-8A1A-A8878F9A449B}" dt="2024-01-03T16:24:30.225" v="1681" actId="164"/>
          <ac:picMkLst>
            <pc:docMk/>
            <pc:sldMk cId="3589235517" sldId="1354"/>
            <ac:picMk id="5" creationId="{781AE468-2376-63D2-5ECB-6C1B8F2B6D06}"/>
          </ac:picMkLst>
        </pc:picChg>
        <pc:picChg chg="add mod">
          <ac:chgData name="Nguyen Binh" userId="acf7f2a7-1119-454a-99ee-b7b1d8425230" providerId="ADAL" clId="{BF4A2991-7034-466C-8A1A-A8878F9A449B}" dt="2024-01-03T16:24:30.225" v="1681" actId="164"/>
          <ac:picMkLst>
            <pc:docMk/>
            <pc:sldMk cId="3589235517" sldId="1354"/>
            <ac:picMk id="6" creationId="{1FC6C403-B50B-7335-B603-C0C668F74698}"/>
          </ac:picMkLst>
        </pc:picChg>
        <pc:picChg chg="add mod">
          <ac:chgData name="Nguyen Binh" userId="acf7f2a7-1119-454a-99ee-b7b1d8425230" providerId="ADAL" clId="{BF4A2991-7034-466C-8A1A-A8878F9A449B}" dt="2024-01-03T16:24:30.225" v="1681" actId="164"/>
          <ac:picMkLst>
            <pc:docMk/>
            <pc:sldMk cId="3589235517" sldId="1354"/>
            <ac:picMk id="7" creationId="{7D2A209B-3B44-3E67-A1AD-0027A878334C}"/>
          </ac:picMkLst>
        </pc:picChg>
        <pc:picChg chg="del">
          <ac:chgData name="Nguyen Binh" userId="acf7f2a7-1119-454a-99ee-b7b1d8425230" providerId="ADAL" clId="{BF4A2991-7034-466C-8A1A-A8878F9A449B}" dt="2024-01-03T15:54:47.181" v="1084" actId="478"/>
          <ac:picMkLst>
            <pc:docMk/>
            <pc:sldMk cId="3589235517" sldId="1354"/>
            <ac:picMk id="1026" creationId="{99E14563-16A9-5D91-36C3-8253CEBB4548}"/>
          </ac:picMkLst>
        </pc:picChg>
        <pc:picChg chg="del">
          <ac:chgData name="Nguyen Binh" userId="acf7f2a7-1119-454a-99ee-b7b1d8425230" providerId="ADAL" clId="{BF4A2991-7034-466C-8A1A-A8878F9A449B}" dt="2024-01-03T15:54:47.181" v="1084" actId="478"/>
          <ac:picMkLst>
            <pc:docMk/>
            <pc:sldMk cId="3589235517" sldId="1354"/>
            <ac:picMk id="1028" creationId="{E7B6037D-6338-5AFD-E48D-4E9AC78B4721}"/>
          </ac:picMkLst>
        </pc:picChg>
      </pc:sldChg>
      <pc:sldChg chg="addSp delSp modSp new del mod">
        <pc:chgData name="Nguyen Binh" userId="acf7f2a7-1119-454a-99ee-b7b1d8425230" providerId="ADAL" clId="{BF4A2991-7034-466C-8A1A-A8878F9A449B}" dt="2024-01-06T13:44:33.933" v="6544" actId="2696"/>
        <pc:sldMkLst>
          <pc:docMk/>
          <pc:sldMk cId="477826007" sldId="1355"/>
        </pc:sldMkLst>
        <pc:spChg chg="del">
          <ac:chgData name="Nguyen Binh" userId="acf7f2a7-1119-454a-99ee-b7b1d8425230" providerId="ADAL" clId="{BF4A2991-7034-466C-8A1A-A8878F9A449B}" dt="2024-01-03T16:38:54.811" v="1761" actId="478"/>
          <ac:spMkLst>
            <pc:docMk/>
            <pc:sldMk cId="477826007" sldId="1355"/>
            <ac:spMk id="2" creationId="{65B46E13-760A-0308-A00B-E2B689CECCD3}"/>
          </ac:spMkLst>
        </pc:spChg>
        <pc:spChg chg="mod">
          <ac:chgData name="Nguyen Binh" userId="acf7f2a7-1119-454a-99ee-b7b1d8425230" providerId="ADAL" clId="{BF4A2991-7034-466C-8A1A-A8878F9A449B}" dt="2024-01-03T16:30:30.275" v="1760" actId="20577"/>
          <ac:spMkLst>
            <pc:docMk/>
            <pc:sldMk cId="477826007" sldId="1355"/>
            <ac:spMk id="3" creationId="{02540BA9-2FCF-CE22-1B49-36DFA0BE0929}"/>
          </ac:spMkLst>
        </pc:spChg>
        <pc:picChg chg="add mod">
          <ac:chgData name="Nguyen Binh" userId="acf7f2a7-1119-454a-99ee-b7b1d8425230" providerId="ADAL" clId="{BF4A2991-7034-466C-8A1A-A8878F9A449B}" dt="2024-01-03T16:39:07.356" v="1768" actId="1076"/>
          <ac:picMkLst>
            <pc:docMk/>
            <pc:sldMk cId="477826007" sldId="1355"/>
            <ac:picMk id="4" creationId="{0C356D97-108D-EEB2-8DCA-433989151E3A}"/>
          </ac:picMkLst>
        </pc:picChg>
      </pc:sldChg>
      <pc:sldChg chg="add">
        <pc:chgData name="Nguyen Binh" userId="acf7f2a7-1119-454a-99ee-b7b1d8425230" providerId="ADAL" clId="{BF4A2991-7034-466C-8A1A-A8878F9A449B}" dt="2024-01-06T13:44:36.833" v="6545"/>
        <pc:sldMkLst>
          <pc:docMk/>
          <pc:sldMk cId="2980972587" sldId="1355"/>
        </pc:sldMkLst>
      </pc:sldChg>
      <pc:sldChg chg="add">
        <pc:chgData name="Nguyen Binh" userId="acf7f2a7-1119-454a-99ee-b7b1d8425230" providerId="ADAL" clId="{BF4A2991-7034-466C-8A1A-A8878F9A449B}" dt="2024-01-07T14:16:43.976" v="9524"/>
        <pc:sldMkLst>
          <pc:docMk/>
          <pc:sldMk cId="824349196" sldId="1356"/>
        </pc:sldMkLst>
      </pc:sldChg>
      <pc:sldChg chg="addSp delSp modSp add del mod">
        <pc:chgData name="Nguyen Binh" userId="acf7f2a7-1119-454a-99ee-b7b1d8425230" providerId="ADAL" clId="{BF4A2991-7034-466C-8A1A-A8878F9A449B}" dt="2024-01-06T13:44:33.933" v="6544" actId="2696"/>
        <pc:sldMkLst>
          <pc:docMk/>
          <pc:sldMk cId="970032443" sldId="1356"/>
        </pc:sldMkLst>
        <pc:spChg chg="add mod">
          <ac:chgData name="Nguyen Binh" userId="acf7f2a7-1119-454a-99ee-b7b1d8425230" providerId="ADAL" clId="{BF4A2991-7034-466C-8A1A-A8878F9A449B}" dt="2024-01-04T09:10:41.600" v="5906" actId="14100"/>
          <ac:spMkLst>
            <pc:docMk/>
            <pc:sldMk cId="970032443" sldId="1356"/>
            <ac:spMk id="2" creationId="{1CF4790E-9B12-BC1E-00A5-F252F18A9E7F}"/>
          </ac:spMkLst>
        </pc:spChg>
        <pc:spChg chg="add mod">
          <ac:chgData name="Nguyen Binh" userId="acf7f2a7-1119-454a-99ee-b7b1d8425230" providerId="ADAL" clId="{BF4A2991-7034-466C-8A1A-A8878F9A449B}" dt="2024-01-04T09:17:48.639" v="5958" actId="1076"/>
          <ac:spMkLst>
            <pc:docMk/>
            <pc:sldMk cId="970032443" sldId="1356"/>
            <ac:spMk id="5" creationId="{C8235126-93F8-1007-5145-B848F6789B3D}"/>
          </ac:spMkLst>
        </pc:spChg>
        <pc:spChg chg="add del mod">
          <ac:chgData name="Nguyen Binh" userId="acf7f2a7-1119-454a-99ee-b7b1d8425230" providerId="ADAL" clId="{BF4A2991-7034-466C-8A1A-A8878F9A449B}" dt="2024-01-03T16:49:44.930" v="2100" actId="478"/>
          <ac:spMkLst>
            <pc:docMk/>
            <pc:sldMk cId="970032443" sldId="1356"/>
            <ac:spMk id="5" creationId="{D49D7B93-7F7C-95F1-A030-0C8BB00D98DB}"/>
          </ac:spMkLst>
        </pc:spChg>
        <pc:spChg chg="add mod">
          <ac:chgData name="Nguyen Binh" userId="acf7f2a7-1119-454a-99ee-b7b1d8425230" providerId="ADAL" clId="{BF4A2991-7034-466C-8A1A-A8878F9A449B}" dt="2024-01-04T09:17:44.328" v="5957" actId="1076"/>
          <ac:spMkLst>
            <pc:docMk/>
            <pc:sldMk cId="970032443" sldId="1356"/>
            <ac:spMk id="6" creationId="{8410F010-15B8-05BF-59F7-5F55D0271216}"/>
          </ac:spMkLst>
        </pc:spChg>
        <pc:picChg chg="del">
          <ac:chgData name="Nguyen Binh" userId="acf7f2a7-1119-454a-99ee-b7b1d8425230" providerId="ADAL" clId="{BF4A2991-7034-466C-8A1A-A8878F9A449B}" dt="2024-01-03T16:39:35.015" v="1770" actId="478"/>
          <ac:picMkLst>
            <pc:docMk/>
            <pc:sldMk cId="970032443" sldId="1356"/>
            <ac:picMk id="4" creationId="{0C356D97-108D-EEB2-8DCA-433989151E3A}"/>
          </ac:picMkLst>
        </pc:picChg>
        <pc:picChg chg="add mod">
          <ac:chgData name="Nguyen Binh" userId="acf7f2a7-1119-454a-99ee-b7b1d8425230" providerId="ADAL" clId="{BF4A2991-7034-466C-8A1A-A8878F9A449B}" dt="2024-01-04T09:18:57.272" v="5964" actId="14100"/>
          <ac:picMkLst>
            <pc:docMk/>
            <pc:sldMk cId="970032443" sldId="1356"/>
            <ac:picMk id="7" creationId="{EB3DF1FC-32A2-BB58-7F69-AEF8EC62F1CF}"/>
          </ac:picMkLst>
        </pc:picChg>
        <pc:picChg chg="add mod">
          <ac:chgData name="Nguyen Binh" userId="acf7f2a7-1119-454a-99ee-b7b1d8425230" providerId="ADAL" clId="{BF4A2991-7034-466C-8A1A-A8878F9A449B}" dt="2024-01-04T09:19:38.831" v="5971" actId="14100"/>
          <ac:picMkLst>
            <pc:docMk/>
            <pc:sldMk cId="970032443" sldId="1356"/>
            <ac:picMk id="8" creationId="{CFCBF8A3-6D2F-E51B-6770-EF8B12E4D566}"/>
          </ac:picMkLst>
        </pc:picChg>
      </pc:sldChg>
      <pc:sldChg chg="add del">
        <pc:chgData name="Nguyen Binh" userId="acf7f2a7-1119-454a-99ee-b7b1d8425230" providerId="ADAL" clId="{BF4A2991-7034-466C-8A1A-A8878F9A449B}" dt="2024-01-07T14:16:41.165" v="9523" actId="2696"/>
        <pc:sldMkLst>
          <pc:docMk/>
          <pc:sldMk cId="1422635668" sldId="1356"/>
        </pc:sldMkLst>
      </pc:sldChg>
      <pc:sldChg chg="addSp modSp add mod">
        <pc:chgData name="Nguyen Binh" userId="acf7f2a7-1119-454a-99ee-b7b1d8425230" providerId="ADAL" clId="{BF4A2991-7034-466C-8A1A-A8878F9A449B}" dt="2024-01-08T10:52:48.788" v="18108" actId="20577"/>
        <pc:sldMkLst>
          <pc:docMk/>
          <pc:sldMk cId="2558627985" sldId="1357"/>
        </pc:sldMkLst>
        <pc:spChg chg="add mod">
          <ac:chgData name="Nguyen Binh" userId="acf7f2a7-1119-454a-99ee-b7b1d8425230" providerId="ADAL" clId="{BF4A2991-7034-466C-8A1A-A8878F9A449B}" dt="2024-01-07T15:03:24.003" v="10779" actId="1076"/>
          <ac:spMkLst>
            <pc:docMk/>
            <pc:sldMk cId="2558627985" sldId="1357"/>
            <ac:spMk id="2" creationId="{5140FDDF-5E35-C14F-341A-CB37ED838663}"/>
          </ac:spMkLst>
        </pc:spChg>
        <pc:spChg chg="mod">
          <ac:chgData name="Nguyen Binh" userId="acf7f2a7-1119-454a-99ee-b7b1d8425230" providerId="ADAL" clId="{BF4A2991-7034-466C-8A1A-A8878F9A449B}" dt="2024-01-03T16:40:05.472" v="1834" actId="20577"/>
          <ac:spMkLst>
            <pc:docMk/>
            <pc:sldMk cId="2558627985" sldId="1357"/>
            <ac:spMk id="3" creationId="{02540BA9-2FCF-CE22-1B49-36DFA0BE0929}"/>
          </ac:spMkLst>
        </pc:spChg>
        <pc:spChg chg="add mod">
          <ac:chgData name="Nguyen Binh" userId="acf7f2a7-1119-454a-99ee-b7b1d8425230" providerId="ADAL" clId="{BF4A2991-7034-466C-8A1A-A8878F9A449B}" dt="2024-01-07T14:49:31.394" v="9982" actId="1076"/>
          <ac:spMkLst>
            <pc:docMk/>
            <pc:sldMk cId="2558627985" sldId="1357"/>
            <ac:spMk id="5" creationId="{C4B93237-1CDD-DB33-2C62-D42795380F3B}"/>
          </ac:spMkLst>
        </pc:spChg>
        <pc:graphicFrameChg chg="add mod modGraphic">
          <ac:chgData name="Nguyen Binh" userId="acf7f2a7-1119-454a-99ee-b7b1d8425230" providerId="ADAL" clId="{BF4A2991-7034-466C-8A1A-A8878F9A449B}" dt="2024-01-08T10:52:48.788" v="18108" actId="20577"/>
          <ac:graphicFrameMkLst>
            <pc:docMk/>
            <pc:sldMk cId="2558627985" sldId="1357"/>
            <ac:graphicFrameMk id="4" creationId="{364F7F20-EDEF-234D-3407-5418F39294E3}"/>
          </ac:graphicFrameMkLst>
        </pc:graphicFrameChg>
      </pc:sldChg>
      <pc:sldChg chg="addSp delSp modSp add mod modAnim">
        <pc:chgData name="Nguyen Binh" userId="acf7f2a7-1119-454a-99ee-b7b1d8425230" providerId="ADAL" clId="{BF4A2991-7034-466C-8A1A-A8878F9A449B}" dt="2024-01-07T21:16:59.753" v="16720"/>
        <pc:sldMkLst>
          <pc:docMk/>
          <pc:sldMk cId="3744387253" sldId="1358"/>
        </pc:sldMkLst>
        <pc:spChg chg="mod">
          <ac:chgData name="Nguyen Binh" userId="acf7f2a7-1119-454a-99ee-b7b1d8425230" providerId="ADAL" clId="{BF4A2991-7034-466C-8A1A-A8878F9A449B}" dt="2024-01-07T19:38:05.535" v="12129" actId="20577"/>
          <ac:spMkLst>
            <pc:docMk/>
            <pc:sldMk cId="3744387253" sldId="1358"/>
            <ac:spMk id="2" creationId="{5140FDDF-5E35-C14F-341A-CB37ED838663}"/>
          </ac:spMkLst>
        </pc:spChg>
        <pc:spChg chg="mod">
          <ac:chgData name="Nguyen Binh" userId="acf7f2a7-1119-454a-99ee-b7b1d8425230" providerId="ADAL" clId="{BF4A2991-7034-466C-8A1A-A8878F9A449B}" dt="2024-01-07T20:19:17.256" v="13920" actId="20577"/>
          <ac:spMkLst>
            <pc:docMk/>
            <pc:sldMk cId="3744387253" sldId="1358"/>
            <ac:spMk id="3" creationId="{02540BA9-2FCF-CE22-1B49-36DFA0BE0929}"/>
          </ac:spMkLst>
        </pc:spChg>
        <pc:spChg chg="add mod">
          <ac:chgData name="Nguyen Binh" userId="acf7f2a7-1119-454a-99ee-b7b1d8425230" providerId="ADAL" clId="{BF4A2991-7034-466C-8A1A-A8878F9A449B}" dt="2024-01-07T19:30:32.096" v="12067" actId="20577"/>
          <ac:spMkLst>
            <pc:docMk/>
            <pc:sldMk cId="3744387253" sldId="1358"/>
            <ac:spMk id="5" creationId="{16DD666E-58B6-BEB5-2568-C7DDA07FBBD0}"/>
          </ac:spMkLst>
        </pc:spChg>
        <pc:spChg chg="add del">
          <ac:chgData name="Nguyen Binh" userId="acf7f2a7-1119-454a-99ee-b7b1d8425230" providerId="ADAL" clId="{BF4A2991-7034-466C-8A1A-A8878F9A449B}" dt="2024-01-03T16:58:02.529" v="2561" actId="22"/>
          <ac:spMkLst>
            <pc:docMk/>
            <pc:sldMk cId="3744387253" sldId="1358"/>
            <ac:spMk id="5" creationId="{E64AA12E-84C7-DDA6-6908-BEA5E6E5F1AB}"/>
          </ac:spMkLst>
        </pc:spChg>
        <pc:spChg chg="add mod">
          <ac:chgData name="Nguyen Binh" userId="acf7f2a7-1119-454a-99ee-b7b1d8425230" providerId="ADAL" clId="{BF4A2991-7034-466C-8A1A-A8878F9A449B}" dt="2024-01-07T19:39:15.391" v="12381" actId="14100"/>
          <ac:spMkLst>
            <pc:docMk/>
            <pc:sldMk cId="3744387253" sldId="1358"/>
            <ac:spMk id="6" creationId="{40189B31-3882-2AA9-20D6-C343733F134B}"/>
          </ac:spMkLst>
        </pc:spChg>
        <pc:spChg chg="add mod">
          <ac:chgData name="Nguyen Binh" userId="acf7f2a7-1119-454a-99ee-b7b1d8425230" providerId="ADAL" clId="{BF4A2991-7034-466C-8A1A-A8878F9A449B}" dt="2024-01-07T19:41:43.712" v="12654" actId="14100"/>
          <ac:spMkLst>
            <pc:docMk/>
            <pc:sldMk cId="3744387253" sldId="1358"/>
            <ac:spMk id="7" creationId="{6FA82173-C3BE-BD61-0E88-2C13DE76605C}"/>
          </ac:spMkLst>
        </pc:spChg>
        <pc:spChg chg="add del">
          <ac:chgData name="Nguyen Binh" userId="acf7f2a7-1119-454a-99ee-b7b1d8425230" providerId="ADAL" clId="{BF4A2991-7034-466C-8A1A-A8878F9A449B}" dt="2024-01-03T16:58:07.138" v="2563" actId="22"/>
          <ac:spMkLst>
            <pc:docMk/>
            <pc:sldMk cId="3744387253" sldId="1358"/>
            <ac:spMk id="7" creationId="{A65DE80E-7147-554A-157B-41FBA906082C}"/>
          </ac:spMkLst>
        </pc:spChg>
        <pc:spChg chg="add mod">
          <ac:chgData name="Nguyen Binh" userId="acf7f2a7-1119-454a-99ee-b7b1d8425230" providerId="ADAL" clId="{BF4A2991-7034-466C-8A1A-A8878F9A449B}" dt="2024-01-07T21:16:27.627" v="16718" actId="14100"/>
          <ac:spMkLst>
            <pc:docMk/>
            <pc:sldMk cId="3744387253" sldId="1358"/>
            <ac:spMk id="9" creationId="{B2D810F4-0099-8089-C391-B4A60F3FBEDF}"/>
          </ac:spMkLst>
        </pc:spChg>
      </pc:sldChg>
      <pc:sldChg chg="addSp modSp add mod ord modAnim">
        <pc:chgData name="Nguyen Binh" userId="acf7f2a7-1119-454a-99ee-b7b1d8425230" providerId="ADAL" clId="{BF4A2991-7034-466C-8A1A-A8878F9A449B}" dt="2024-01-08T12:48:15.236" v="21711"/>
        <pc:sldMkLst>
          <pc:docMk/>
          <pc:sldMk cId="900127730" sldId="1359"/>
        </pc:sldMkLst>
        <pc:spChg chg="mod">
          <ac:chgData name="Nguyen Binh" userId="acf7f2a7-1119-454a-99ee-b7b1d8425230" providerId="ADAL" clId="{BF4A2991-7034-466C-8A1A-A8878F9A449B}" dt="2024-01-08T12:45:24.007" v="21325" actId="20577"/>
          <ac:spMkLst>
            <pc:docMk/>
            <pc:sldMk cId="900127730" sldId="1359"/>
            <ac:spMk id="2" creationId="{49E5488D-660F-73A7-8A01-C94DDB0F63AA}"/>
          </ac:spMkLst>
        </pc:spChg>
        <pc:spChg chg="add mod">
          <ac:chgData name="Nguyen Binh" userId="acf7f2a7-1119-454a-99ee-b7b1d8425230" providerId="ADAL" clId="{BF4A2991-7034-466C-8A1A-A8878F9A449B}" dt="2024-01-08T12:47:49.802" v="21708" actId="1076"/>
          <ac:spMkLst>
            <pc:docMk/>
            <pc:sldMk cId="900127730" sldId="1359"/>
            <ac:spMk id="4" creationId="{3A463BCA-3CFE-5018-887A-ED8E9651002E}"/>
          </ac:spMkLst>
        </pc:spChg>
        <pc:picChg chg="add mod">
          <ac:chgData name="Nguyen Binh" userId="acf7f2a7-1119-454a-99ee-b7b1d8425230" providerId="ADAL" clId="{BF4A2991-7034-466C-8A1A-A8878F9A449B}" dt="2024-01-08T12:41:31.480" v="21066" actId="14100"/>
          <ac:picMkLst>
            <pc:docMk/>
            <pc:sldMk cId="900127730" sldId="1359"/>
            <ac:picMk id="3074" creationId="{9D76A65D-E647-1F98-E383-2FD0FD7576C2}"/>
          </ac:picMkLst>
        </pc:picChg>
      </pc:sldChg>
      <pc:sldChg chg="addSp delSp modSp new del mod ord">
        <pc:chgData name="Nguyen Binh" userId="acf7f2a7-1119-454a-99ee-b7b1d8425230" providerId="ADAL" clId="{BF4A2991-7034-466C-8A1A-A8878F9A449B}" dt="2024-01-07T20:39:43.612" v="15026" actId="2696"/>
        <pc:sldMkLst>
          <pc:docMk/>
          <pc:sldMk cId="4102709478" sldId="1359"/>
        </pc:sldMkLst>
        <pc:spChg chg="mod">
          <ac:chgData name="Nguyen Binh" userId="acf7f2a7-1119-454a-99ee-b7b1d8425230" providerId="ADAL" clId="{BF4A2991-7034-466C-8A1A-A8878F9A449B}" dt="2024-01-04T08:58:15.785" v="5737" actId="20577"/>
          <ac:spMkLst>
            <pc:docMk/>
            <pc:sldMk cId="4102709478" sldId="1359"/>
            <ac:spMk id="2" creationId="{49E5488D-660F-73A7-8A01-C94DDB0F63AA}"/>
          </ac:spMkLst>
        </pc:spChg>
        <pc:spChg chg="mod">
          <ac:chgData name="Nguyen Binh" userId="acf7f2a7-1119-454a-99ee-b7b1d8425230" providerId="ADAL" clId="{BF4A2991-7034-466C-8A1A-A8878F9A449B}" dt="2024-01-04T08:59:26.490" v="5900" actId="20577"/>
          <ac:spMkLst>
            <pc:docMk/>
            <pc:sldMk cId="4102709478" sldId="1359"/>
            <ac:spMk id="3" creationId="{EE9A27EA-9A6E-1EA4-B978-01DEB7FA332F}"/>
          </ac:spMkLst>
        </pc:spChg>
        <pc:picChg chg="add del mod modCrop">
          <ac:chgData name="Nguyen Binh" userId="acf7f2a7-1119-454a-99ee-b7b1d8425230" providerId="ADAL" clId="{BF4A2991-7034-466C-8A1A-A8878F9A449B}" dt="2024-01-04T08:58:06.717" v="5719" actId="478"/>
          <ac:picMkLst>
            <pc:docMk/>
            <pc:sldMk cId="4102709478" sldId="1359"/>
            <ac:picMk id="4" creationId="{892DACFF-CD33-4672-235D-4DFC1FF30901}"/>
          </ac:picMkLst>
        </pc:picChg>
      </pc:sldChg>
      <pc:sldChg chg="addSp delSp modSp add mod ord modAnim">
        <pc:chgData name="Nguyen Binh" userId="acf7f2a7-1119-454a-99ee-b7b1d8425230" providerId="ADAL" clId="{BF4A2991-7034-466C-8A1A-A8878F9A449B}" dt="2024-01-07T15:29:32.466" v="11617" actId="20577"/>
        <pc:sldMkLst>
          <pc:docMk/>
          <pc:sldMk cId="1344777748" sldId="1360"/>
        </pc:sldMkLst>
        <pc:spChg chg="del">
          <ac:chgData name="Nguyen Binh" userId="acf7f2a7-1119-454a-99ee-b7b1d8425230" providerId="ADAL" clId="{BF4A2991-7034-466C-8A1A-A8878F9A449B}" dt="2024-01-03T17:06:07.794" v="2684" actId="478"/>
          <ac:spMkLst>
            <pc:docMk/>
            <pc:sldMk cId="1344777748" sldId="1360"/>
            <ac:spMk id="2" creationId="{5140FDDF-5E35-C14F-341A-CB37ED838663}"/>
          </ac:spMkLst>
        </pc:spChg>
        <pc:spChg chg="mod">
          <ac:chgData name="Nguyen Binh" userId="acf7f2a7-1119-454a-99ee-b7b1d8425230" providerId="ADAL" clId="{BF4A2991-7034-466C-8A1A-A8878F9A449B}" dt="2024-01-07T14:30:29.592" v="9635" actId="20577"/>
          <ac:spMkLst>
            <pc:docMk/>
            <pc:sldMk cId="1344777748" sldId="1360"/>
            <ac:spMk id="3" creationId="{02540BA9-2FCF-CE22-1B49-36DFA0BE0929}"/>
          </ac:spMkLst>
        </pc:spChg>
        <pc:spChg chg="add mod">
          <ac:chgData name="Nguyen Binh" userId="acf7f2a7-1119-454a-99ee-b7b1d8425230" providerId="ADAL" clId="{BF4A2991-7034-466C-8A1A-A8878F9A449B}" dt="2024-01-07T15:29:32.466" v="11617" actId="20577"/>
          <ac:spMkLst>
            <pc:docMk/>
            <pc:sldMk cId="1344777748" sldId="1360"/>
            <ac:spMk id="4" creationId="{EC5DCBD2-5EF4-2A5B-7159-9A0AD172B66A}"/>
          </ac:spMkLst>
        </pc:spChg>
        <pc:spChg chg="add mod">
          <ac:chgData name="Nguyen Binh" userId="acf7f2a7-1119-454a-99ee-b7b1d8425230" providerId="ADAL" clId="{BF4A2991-7034-466C-8A1A-A8878F9A449B}" dt="2024-01-07T15:25:50.035" v="11563" actId="1076"/>
          <ac:spMkLst>
            <pc:docMk/>
            <pc:sldMk cId="1344777748" sldId="1360"/>
            <ac:spMk id="5" creationId="{E94C5F03-CFC2-5B73-0254-9BECFB9C6839}"/>
          </ac:spMkLst>
        </pc:spChg>
        <pc:picChg chg="add mod">
          <ac:chgData name="Nguyen Binh" userId="acf7f2a7-1119-454a-99ee-b7b1d8425230" providerId="ADAL" clId="{BF4A2991-7034-466C-8A1A-A8878F9A449B}" dt="2024-01-07T15:25:45.684" v="11562" actId="14100"/>
          <ac:picMkLst>
            <pc:docMk/>
            <pc:sldMk cId="1344777748" sldId="1360"/>
            <ac:picMk id="6" creationId="{ADC5C936-5B4E-7A8B-BC53-21D621281F99}"/>
          </ac:picMkLst>
        </pc:picChg>
        <pc:picChg chg="add mod modCrop">
          <ac:chgData name="Nguyen Binh" userId="acf7f2a7-1119-454a-99ee-b7b1d8425230" providerId="ADAL" clId="{BF4A2991-7034-466C-8A1A-A8878F9A449B}" dt="2024-01-07T15:25:36.115" v="11559" actId="1076"/>
          <ac:picMkLst>
            <pc:docMk/>
            <pc:sldMk cId="1344777748" sldId="1360"/>
            <ac:picMk id="7" creationId="{4D978166-2C36-AD1B-2997-2899A3653128}"/>
          </ac:picMkLst>
        </pc:picChg>
      </pc:sldChg>
      <pc:sldChg chg="addSp delSp modSp add mod ord">
        <pc:chgData name="Nguyen Binh" userId="acf7f2a7-1119-454a-99ee-b7b1d8425230" providerId="ADAL" clId="{BF4A2991-7034-466C-8A1A-A8878F9A449B}" dt="2024-01-07T21:22:18.013" v="16733" actId="207"/>
        <pc:sldMkLst>
          <pc:docMk/>
          <pc:sldMk cId="2446353911" sldId="1361"/>
        </pc:sldMkLst>
        <pc:spChg chg="mod">
          <ac:chgData name="Nguyen Binh" userId="acf7f2a7-1119-454a-99ee-b7b1d8425230" providerId="ADAL" clId="{BF4A2991-7034-466C-8A1A-A8878F9A449B}" dt="2024-01-03T17:19:01.488" v="2804" actId="20577"/>
          <ac:spMkLst>
            <pc:docMk/>
            <pc:sldMk cId="2446353911" sldId="1361"/>
            <ac:spMk id="3" creationId="{02540BA9-2FCF-CE22-1B49-36DFA0BE0929}"/>
          </ac:spMkLst>
        </pc:spChg>
        <pc:spChg chg="add del">
          <ac:chgData name="Nguyen Binh" userId="acf7f2a7-1119-454a-99ee-b7b1d8425230" providerId="ADAL" clId="{BF4A2991-7034-466C-8A1A-A8878F9A449B}" dt="2024-01-07T20:19:43.113" v="13938" actId="22"/>
          <ac:spMkLst>
            <pc:docMk/>
            <pc:sldMk cId="2446353911" sldId="1361"/>
            <ac:spMk id="4" creationId="{9B28B6B4-6961-BBBF-42D8-368719AF661C}"/>
          </ac:spMkLst>
        </pc:spChg>
        <pc:spChg chg="add mod">
          <ac:chgData name="Nguyen Binh" userId="acf7f2a7-1119-454a-99ee-b7b1d8425230" providerId="ADAL" clId="{BF4A2991-7034-466C-8A1A-A8878F9A449B}" dt="2024-01-07T21:22:18.013" v="16733" actId="207"/>
          <ac:spMkLst>
            <pc:docMk/>
            <pc:sldMk cId="2446353911" sldId="1361"/>
            <ac:spMk id="6" creationId="{9ACE1BA6-2A4F-5E8A-B582-0625494E22A3}"/>
          </ac:spMkLst>
        </pc:spChg>
      </pc:sldChg>
      <pc:sldChg chg="addSp modSp add mod">
        <pc:chgData name="Nguyen Binh" userId="acf7f2a7-1119-454a-99ee-b7b1d8425230" providerId="ADAL" clId="{BF4A2991-7034-466C-8A1A-A8878F9A449B}" dt="2024-01-08T12:34:37.681" v="20923" actId="1076"/>
        <pc:sldMkLst>
          <pc:docMk/>
          <pc:sldMk cId="3107996545" sldId="1362"/>
        </pc:sldMkLst>
        <pc:spChg chg="mod">
          <ac:chgData name="Nguyen Binh" userId="acf7f2a7-1119-454a-99ee-b7b1d8425230" providerId="ADAL" clId="{BF4A2991-7034-466C-8A1A-A8878F9A449B}" dt="2024-01-03T17:19:27.038" v="2864" actId="20577"/>
          <ac:spMkLst>
            <pc:docMk/>
            <pc:sldMk cId="3107996545" sldId="1362"/>
            <ac:spMk id="3" creationId="{02540BA9-2FCF-CE22-1B49-36DFA0BE0929}"/>
          </ac:spMkLst>
        </pc:spChg>
        <pc:spChg chg="add mod">
          <ac:chgData name="Nguyen Binh" userId="acf7f2a7-1119-454a-99ee-b7b1d8425230" providerId="ADAL" clId="{BF4A2991-7034-466C-8A1A-A8878F9A449B}" dt="2024-01-08T12:34:37.681" v="20923" actId="1076"/>
          <ac:spMkLst>
            <pc:docMk/>
            <pc:sldMk cId="3107996545" sldId="1362"/>
            <ac:spMk id="4" creationId="{3A6E9D70-BC4D-A4CE-F3FC-272C695BC568}"/>
          </ac:spMkLst>
        </pc:spChg>
      </pc:sldChg>
      <pc:sldChg chg="addSp modSp add mod ord">
        <pc:chgData name="Nguyen Binh" userId="acf7f2a7-1119-454a-99ee-b7b1d8425230" providerId="ADAL" clId="{BF4A2991-7034-466C-8A1A-A8878F9A449B}" dt="2024-01-08T12:35:54.306" v="20924" actId="20577"/>
        <pc:sldMkLst>
          <pc:docMk/>
          <pc:sldMk cId="3745377986" sldId="1363"/>
        </pc:sldMkLst>
        <pc:spChg chg="add mod">
          <ac:chgData name="Nguyen Binh" userId="acf7f2a7-1119-454a-99ee-b7b1d8425230" providerId="ADAL" clId="{BF4A2991-7034-466C-8A1A-A8878F9A449B}" dt="2024-01-08T12:35:54.306" v="20924" actId="20577"/>
          <ac:spMkLst>
            <pc:docMk/>
            <pc:sldMk cId="3745377986" sldId="1363"/>
            <ac:spMk id="4" creationId="{77BC2AA8-B30C-4A3E-4B35-26C06880ECD5}"/>
          </ac:spMkLst>
        </pc:spChg>
      </pc:sldChg>
      <pc:sldChg chg="modSp add mod">
        <pc:chgData name="Nguyen Binh" userId="acf7f2a7-1119-454a-99ee-b7b1d8425230" providerId="ADAL" clId="{BF4A2991-7034-466C-8A1A-A8878F9A449B}" dt="2024-01-03T17:20:56.937" v="3018" actId="20577"/>
        <pc:sldMkLst>
          <pc:docMk/>
          <pc:sldMk cId="2644880501" sldId="1364"/>
        </pc:sldMkLst>
        <pc:spChg chg="mod">
          <ac:chgData name="Nguyen Binh" userId="acf7f2a7-1119-454a-99ee-b7b1d8425230" providerId="ADAL" clId="{BF4A2991-7034-466C-8A1A-A8878F9A449B}" dt="2024-01-03T17:20:56.937" v="3018" actId="20577"/>
          <ac:spMkLst>
            <pc:docMk/>
            <pc:sldMk cId="2644880501" sldId="1364"/>
            <ac:spMk id="6" creationId="{D9C38EF0-4F68-5ED3-BD08-A46CCA63E41A}"/>
          </ac:spMkLst>
        </pc:spChg>
      </pc:sldChg>
      <pc:sldChg chg="modSp add del mod">
        <pc:chgData name="Nguyen Binh" userId="acf7f2a7-1119-454a-99ee-b7b1d8425230" providerId="ADAL" clId="{BF4A2991-7034-466C-8A1A-A8878F9A449B}" dt="2024-01-07T12:08:46.337" v="9239" actId="47"/>
        <pc:sldMkLst>
          <pc:docMk/>
          <pc:sldMk cId="3102091620" sldId="1365"/>
        </pc:sldMkLst>
        <pc:spChg chg="mod">
          <ac:chgData name="Nguyen Binh" userId="acf7f2a7-1119-454a-99ee-b7b1d8425230" providerId="ADAL" clId="{BF4A2991-7034-466C-8A1A-A8878F9A449B}" dt="2024-01-03T17:22:08.477" v="3079" actId="1076"/>
          <ac:spMkLst>
            <pc:docMk/>
            <pc:sldMk cId="3102091620" sldId="1365"/>
            <ac:spMk id="6" creationId="{D9C38EF0-4F68-5ED3-BD08-A46CCA63E41A}"/>
          </ac:spMkLst>
        </pc:spChg>
      </pc:sldChg>
      <pc:sldChg chg="modSp add mod">
        <pc:chgData name="Nguyen Binh" userId="acf7f2a7-1119-454a-99ee-b7b1d8425230" providerId="ADAL" clId="{BF4A2991-7034-466C-8A1A-A8878F9A449B}" dt="2024-01-07T14:16:57.113" v="9526" actId="20577"/>
        <pc:sldMkLst>
          <pc:docMk/>
          <pc:sldMk cId="1701736148" sldId="1366"/>
        </pc:sldMkLst>
        <pc:spChg chg="mod">
          <ac:chgData name="Nguyen Binh" userId="acf7f2a7-1119-454a-99ee-b7b1d8425230" providerId="ADAL" clId="{BF4A2991-7034-466C-8A1A-A8878F9A449B}" dt="2024-01-07T14:16:57.113" v="9526" actId="20577"/>
          <ac:spMkLst>
            <pc:docMk/>
            <pc:sldMk cId="1701736148" sldId="1366"/>
            <ac:spMk id="6" creationId="{D9C38EF0-4F68-5ED3-BD08-A46CCA63E41A}"/>
          </ac:spMkLst>
        </pc:spChg>
      </pc:sldChg>
      <pc:sldChg chg="modSp add mod ord">
        <pc:chgData name="Nguyen Binh" userId="acf7f2a7-1119-454a-99ee-b7b1d8425230" providerId="ADAL" clId="{BF4A2991-7034-466C-8A1A-A8878F9A449B}" dt="2024-01-07T15:12:49.999" v="11010" actId="20577"/>
        <pc:sldMkLst>
          <pc:docMk/>
          <pc:sldMk cId="3541084541" sldId="1367"/>
        </pc:sldMkLst>
        <pc:spChg chg="mod">
          <ac:chgData name="Nguyen Binh" userId="acf7f2a7-1119-454a-99ee-b7b1d8425230" providerId="ADAL" clId="{BF4A2991-7034-466C-8A1A-A8878F9A449B}" dt="2024-01-07T15:12:49.999" v="11010" actId="20577"/>
          <ac:spMkLst>
            <pc:docMk/>
            <pc:sldMk cId="3541084541" sldId="1367"/>
            <ac:spMk id="6" creationId="{D9C38EF0-4F68-5ED3-BD08-A46CCA63E41A}"/>
          </ac:spMkLst>
        </pc:spChg>
      </pc:sldChg>
      <pc:sldChg chg="modSp add mod">
        <pc:chgData name="Nguyen Binh" userId="acf7f2a7-1119-454a-99ee-b7b1d8425230" providerId="ADAL" clId="{BF4A2991-7034-466C-8A1A-A8878F9A449B}" dt="2024-01-03T17:26:35.594" v="3283" actId="20577"/>
        <pc:sldMkLst>
          <pc:docMk/>
          <pc:sldMk cId="2630044112" sldId="1368"/>
        </pc:sldMkLst>
        <pc:spChg chg="mod">
          <ac:chgData name="Nguyen Binh" userId="acf7f2a7-1119-454a-99ee-b7b1d8425230" providerId="ADAL" clId="{BF4A2991-7034-466C-8A1A-A8878F9A449B}" dt="2024-01-03T17:26:35.594" v="3283" actId="20577"/>
          <ac:spMkLst>
            <pc:docMk/>
            <pc:sldMk cId="2630044112" sldId="1368"/>
            <ac:spMk id="6" creationId="{D9C38EF0-4F68-5ED3-BD08-A46CCA63E41A}"/>
          </ac:spMkLst>
        </pc:spChg>
      </pc:sldChg>
      <pc:sldChg chg="modSp add mod">
        <pc:chgData name="Nguyen Binh" userId="acf7f2a7-1119-454a-99ee-b7b1d8425230" providerId="ADAL" clId="{BF4A2991-7034-466C-8A1A-A8878F9A449B}" dt="2024-01-03T17:27:13.523" v="3328" actId="20577"/>
        <pc:sldMkLst>
          <pc:docMk/>
          <pc:sldMk cId="63801128" sldId="1369"/>
        </pc:sldMkLst>
        <pc:spChg chg="mod">
          <ac:chgData name="Nguyen Binh" userId="acf7f2a7-1119-454a-99ee-b7b1d8425230" providerId="ADAL" clId="{BF4A2991-7034-466C-8A1A-A8878F9A449B}" dt="2024-01-03T17:27:13.523" v="3328" actId="20577"/>
          <ac:spMkLst>
            <pc:docMk/>
            <pc:sldMk cId="63801128" sldId="1369"/>
            <ac:spMk id="6" creationId="{D9C38EF0-4F68-5ED3-BD08-A46CCA63E41A}"/>
          </ac:spMkLst>
        </pc:spChg>
      </pc:sldChg>
      <pc:sldChg chg="modSp add del mod ord">
        <pc:chgData name="Nguyen Binh" userId="acf7f2a7-1119-454a-99ee-b7b1d8425230" providerId="ADAL" clId="{BF4A2991-7034-466C-8A1A-A8878F9A449B}" dt="2024-01-07T20:39:41.398" v="15025" actId="47"/>
        <pc:sldMkLst>
          <pc:docMk/>
          <pc:sldMk cId="3007805659" sldId="1370"/>
        </pc:sldMkLst>
        <pc:spChg chg="mod">
          <ac:chgData name="Nguyen Binh" userId="acf7f2a7-1119-454a-99ee-b7b1d8425230" providerId="ADAL" clId="{BF4A2991-7034-466C-8A1A-A8878F9A449B}" dt="2024-01-07T11:47:23.228" v="8368" actId="20577"/>
          <ac:spMkLst>
            <pc:docMk/>
            <pc:sldMk cId="3007805659" sldId="1370"/>
            <ac:spMk id="6" creationId="{D9C38EF0-4F68-5ED3-BD08-A46CCA63E41A}"/>
          </ac:spMkLst>
        </pc:spChg>
      </pc:sldChg>
      <pc:sldChg chg="modSp new mod">
        <pc:chgData name="Nguyen Binh" userId="acf7f2a7-1119-454a-99ee-b7b1d8425230" providerId="ADAL" clId="{BF4A2991-7034-466C-8A1A-A8878F9A449B}" dt="2024-01-06T13:15:17.979" v="6354" actId="20577"/>
        <pc:sldMkLst>
          <pc:docMk/>
          <pc:sldMk cId="2009171851" sldId="1371"/>
        </pc:sldMkLst>
        <pc:spChg chg="mod">
          <ac:chgData name="Nguyen Binh" userId="acf7f2a7-1119-454a-99ee-b7b1d8425230" providerId="ADAL" clId="{BF4A2991-7034-466C-8A1A-A8878F9A449B}" dt="2024-01-06T13:15:17.979" v="6354" actId="20577"/>
          <ac:spMkLst>
            <pc:docMk/>
            <pc:sldMk cId="2009171851" sldId="1371"/>
            <ac:spMk id="2" creationId="{901783D5-CA80-DCE1-7F2F-BCD13A926C69}"/>
          </ac:spMkLst>
        </pc:spChg>
        <pc:spChg chg="mod">
          <ac:chgData name="Nguyen Binh" userId="acf7f2a7-1119-454a-99ee-b7b1d8425230" providerId="ADAL" clId="{BF4A2991-7034-466C-8A1A-A8878F9A449B}" dt="2024-01-06T13:14:45.061" v="6285" actId="20577"/>
          <ac:spMkLst>
            <pc:docMk/>
            <pc:sldMk cId="2009171851" sldId="1371"/>
            <ac:spMk id="3" creationId="{3CD87D3E-B820-867C-22C6-D8F3564ED936}"/>
          </ac:spMkLst>
        </pc:spChg>
      </pc:sldChg>
      <pc:sldChg chg="modSp add mod">
        <pc:chgData name="Nguyen Binh" userId="acf7f2a7-1119-454a-99ee-b7b1d8425230" providerId="ADAL" clId="{BF4A2991-7034-466C-8A1A-A8878F9A449B}" dt="2024-01-06T13:46:41.143" v="6574" actId="1076"/>
        <pc:sldMkLst>
          <pc:docMk/>
          <pc:sldMk cId="2645937767" sldId="1372"/>
        </pc:sldMkLst>
        <pc:spChg chg="mod">
          <ac:chgData name="Nguyen Binh" userId="acf7f2a7-1119-454a-99ee-b7b1d8425230" providerId="ADAL" clId="{BF4A2991-7034-466C-8A1A-A8878F9A449B}" dt="2024-01-06T13:46:41.143" v="6574" actId="1076"/>
          <ac:spMkLst>
            <pc:docMk/>
            <pc:sldMk cId="2645937767" sldId="1372"/>
            <ac:spMk id="6" creationId="{D9C38EF0-4F68-5ED3-BD08-A46CCA63E41A}"/>
          </ac:spMkLst>
        </pc:spChg>
        <pc:picChg chg="mod">
          <ac:chgData name="Nguyen Binh" userId="acf7f2a7-1119-454a-99ee-b7b1d8425230" providerId="ADAL" clId="{BF4A2991-7034-466C-8A1A-A8878F9A449B}" dt="2024-01-06T13:46:37.724" v="6573" actId="1076"/>
          <ac:picMkLst>
            <pc:docMk/>
            <pc:sldMk cId="2645937767" sldId="1372"/>
            <ac:picMk id="5" creationId="{70F2071B-B646-F4F1-11E2-52739CC52877}"/>
          </ac:picMkLst>
        </pc:picChg>
      </pc:sldChg>
      <pc:sldChg chg="addSp delSp modSp new mod">
        <pc:chgData name="Nguyen Binh" userId="acf7f2a7-1119-454a-99ee-b7b1d8425230" providerId="ADAL" clId="{BF4A2991-7034-466C-8A1A-A8878F9A449B}" dt="2024-01-08T13:27:35.696" v="22862" actId="1076"/>
        <pc:sldMkLst>
          <pc:docMk/>
          <pc:sldMk cId="921972916" sldId="1373"/>
        </pc:sldMkLst>
        <pc:spChg chg="mod">
          <ac:chgData name="Nguyen Binh" userId="acf7f2a7-1119-454a-99ee-b7b1d8425230" providerId="ADAL" clId="{BF4A2991-7034-466C-8A1A-A8878F9A449B}" dt="2024-01-06T13:48:25.503" v="6630" actId="20577"/>
          <ac:spMkLst>
            <pc:docMk/>
            <pc:sldMk cId="921972916" sldId="1373"/>
            <ac:spMk id="2" creationId="{70E9A4FC-5B67-D54E-6A93-34CC607FE215}"/>
          </ac:spMkLst>
        </pc:spChg>
        <pc:spChg chg="mod">
          <ac:chgData name="Nguyen Binh" userId="acf7f2a7-1119-454a-99ee-b7b1d8425230" providerId="ADAL" clId="{BF4A2991-7034-466C-8A1A-A8878F9A449B}" dt="2024-01-06T13:46:54.349" v="6584" actId="20577"/>
          <ac:spMkLst>
            <pc:docMk/>
            <pc:sldMk cId="921972916" sldId="1373"/>
            <ac:spMk id="3" creationId="{027A5BF5-2AB1-74D4-C666-9ABB40D4A64B}"/>
          </ac:spMkLst>
        </pc:spChg>
        <pc:spChg chg="add mod">
          <ac:chgData name="Nguyen Binh" userId="acf7f2a7-1119-454a-99ee-b7b1d8425230" providerId="ADAL" clId="{BF4A2991-7034-466C-8A1A-A8878F9A449B}" dt="2024-01-08T13:27:35.696" v="22862" actId="1076"/>
          <ac:spMkLst>
            <pc:docMk/>
            <pc:sldMk cId="921972916" sldId="1373"/>
            <ac:spMk id="5" creationId="{1CDECCCA-A3CF-D207-7240-368B2E05FC0F}"/>
          </ac:spMkLst>
        </pc:spChg>
        <pc:picChg chg="add del mod modCrop">
          <ac:chgData name="Nguyen Binh" userId="acf7f2a7-1119-454a-99ee-b7b1d8425230" providerId="ADAL" clId="{BF4A2991-7034-466C-8A1A-A8878F9A449B}" dt="2024-01-07T21:53:22.217" v="16759" actId="21"/>
          <ac:picMkLst>
            <pc:docMk/>
            <pc:sldMk cId="921972916" sldId="1373"/>
            <ac:picMk id="4" creationId="{ADFE8B66-67F8-CFE1-B4B0-AB62DD93EE1B}"/>
          </ac:picMkLst>
        </pc:picChg>
      </pc:sldChg>
      <pc:sldChg chg="addSp modSp new mod ord">
        <pc:chgData name="Nguyen Binh" userId="acf7f2a7-1119-454a-99ee-b7b1d8425230" providerId="ADAL" clId="{BF4A2991-7034-466C-8A1A-A8878F9A449B}" dt="2024-01-07T20:32:23.101" v="14987" actId="20577"/>
        <pc:sldMkLst>
          <pc:docMk/>
          <pc:sldMk cId="831365365" sldId="1374"/>
        </pc:sldMkLst>
        <pc:spChg chg="mod">
          <ac:chgData name="Nguyen Binh" userId="acf7f2a7-1119-454a-99ee-b7b1d8425230" providerId="ADAL" clId="{BF4A2991-7034-466C-8A1A-A8878F9A449B}" dt="2024-01-07T20:32:23.101" v="14987" actId="20577"/>
          <ac:spMkLst>
            <pc:docMk/>
            <pc:sldMk cId="831365365" sldId="1374"/>
            <ac:spMk id="2" creationId="{368530B6-DDF6-8279-F9CA-AC865E1E16B8}"/>
          </ac:spMkLst>
        </pc:spChg>
        <pc:spChg chg="mod">
          <ac:chgData name="Nguyen Binh" userId="acf7f2a7-1119-454a-99ee-b7b1d8425230" providerId="ADAL" clId="{BF4A2991-7034-466C-8A1A-A8878F9A449B}" dt="2024-01-07T11:36:02.622" v="8043" actId="1076"/>
          <ac:spMkLst>
            <pc:docMk/>
            <pc:sldMk cId="831365365" sldId="1374"/>
            <ac:spMk id="3" creationId="{1437E522-7CF7-0802-ABE1-50697980459B}"/>
          </ac:spMkLst>
        </pc:spChg>
        <pc:picChg chg="add mod modCrop">
          <ac:chgData name="Nguyen Binh" userId="acf7f2a7-1119-454a-99ee-b7b1d8425230" providerId="ADAL" clId="{BF4A2991-7034-466C-8A1A-A8878F9A449B}" dt="2024-01-07T11:41:43.354" v="8187" actId="1076"/>
          <ac:picMkLst>
            <pc:docMk/>
            <pc:sldMk cId="831365365" sldId="1374"/>
            <ac:picMk id="4" creationId="{D33D4798-A3F0-9147-EE0D-F385D74386F9}"/>
          </ac:picMkLst>
        </pc:picChg>
      </pc:sldChg>
      <pc:sldChg chg="modSp add mod">
        <pc:chgData name="Nguyen Binh" userId="acf7f2a7-1119-454a-99ee-b7b1d8425230" providerId="ADAL" clId="{BF4A2991-7034-466C-8A1A-A8878F9A449B}" dt="2024-01-08T12:55:20.488" v="21982" actId="20577"/>
        <pc:sldMkLst>
          <pc:docMk/>
          <pc:sldMk cId="664347961" sldId="1375"/>
        </pc:sldMkLst>
        <pc:spChg chg="mod">
          <ac:chgData name="Nguyen Binh" userId="acf7f2a7-1119-454a-99ee-b7b1d8425230" providerId="ADAL" clId="{BF4A2991-7034-466C-8A1A-A8878F9A449B}" dt="2024-01-08T12:55:20.488" v="21982" actId="20577"/>
          <ac:spMkLst>
            <pc:docMk/>
            <pc:sldMk cId="664347961" sldId="1375"/>
            <ac:spMk id="2" creationId="{49E5488D-660F-73A7-8A01-C94DDB0F63AA}"/>
          </ac:spMkLst>
        </pc:spChg>
        <pc:spChg chg="mod">
          <ac:chgData name="Nguyen Binh" userId="acf7f2a7-1119-454a-99ee-b7b1d8425230" providerId="ADAL" clId="{BF4A2991-7034-466C-8A1A-A8878F9A449B}" dt="2024-01-07T12:17:05.133" v="9278" actId="1076"/>
          <ac:spMkLst>
            <pc:docMk/>
            <pc:sldMk cId="664347961" sldId="1375"/>
            <ac:spMk id="3" creationId="{EE9A27EA-9A6E-1EA4-B978-01DEB7FA332F}"/>
          </ac:spMkLst>
        </pc:spChg>
      </pc:sldChg>
      <pc:sldChg chg="addSp delSp modSp add del mod ord">
        <pc:chgData name="Nguyen Binh" userId="acf7f2a7-1119-454a-99ee-b7b1d8425230" providerId="ADAL" clId="{BF4A2991-7034-466C-8A1A-A8878F9A449B}" dt="2024-01-07T12:08:36.371" v="9238" actId="2696"/>
        <pc:sldMkLst>
          <pc:docMk/>
          <pc:sldMk cId="2829983315" sldId="1375"/>
        </pc:sldMkLst>
        <pc:spChg chg="mod">
          <ac:chgData name="Nguyen Binh" userId="acf7f2a7-1119-454a-99ee-b7b1d8425230" providerId="ADAL" clId="{BF4A2991-7034-466C-8A1A-A8878F9A449B}" dt="2024-01-07T12:06:13.074" v="9237" actId="20577"/>
          <ac:spMkLst>
            <pc:docMk/>
            <pc:sldMk cId="2829983315" sldId="1375"/>
            <ac:spMk id="2" creationId="{49E5488D-660F-73A7-8A01-C94DDB0F63AA}"/>
          </ac:spMkLst>
        </pc:spChg>
        <pc:spChg chg="mod">
          <ac:chgData name="Nguyen Binh" userId="acf7f2a7-1119-454a-99ee-b7b1d8425230" providerId="ADAL" clId="{BF4A2991-7034-466C-8A1A-A8878F9A449B}" dt="2024-01-04T08:58:26.996" v="5754" actId="20577"/>
          <ac:spMkLst>
            <pc:docMk/>
            <pc:sldMk cId="2829983315" sldId="1375"/>
            <ac:spMk id="3" creationId="{EE9A27EA-9A6E-1EA4-B978-01DEB7FA332F}"/>
          </ac:spMkLst>
        </pc:spChg>
        <pc:picChg chg="del mod modCrop">
          <ac:chgData name="Nguyen Binh" userId="acf7f2a7-1119-454a-99ee-b7b1d8425230" providerId="ADAL" clId="{BF4A2991-7034-466C-8A1A-A8878F9A449B}" dt="2024-01-07T11:43:25.628" v="8188" actId="478"/>
          <ac:picMkLst>
            <pc:docMk/>
            <pc:sldMk cId="2829983315" sldId="1375"/>
            <ac:picMk id="4" creationId="{892DACFF-CD33-4672-235D-4DFC1FF30901}"/>
          </ac:picMkLst>
        </pc:picChg>
        <pc:picChg chg="add mod">
          <ac:chgData name="Nguyen Binh" userId="acf7f2a7-1119-454a-99ee-b7b1d8425230" providerId="ADAL" clId="{BF4A2991-7034-466C-8A1A-A8878F9A449B}" dt="2024-01-07T11:43:32.954" v="8192" actId="1076"/>
          <ac:picMkLst>
            <pc:docMk/>
            <pc:sldMk cId="2829983315" sldId="1375"/>
            <ac:picMk id="5" creationId="{E9EA2EA9-71FD-435C-B2EE-8B0A271D8043}"/>
          </ac:picMkLst>
        </pc:picChg>
      </pc:sldChg>
      <pc:sldChg chg="modSp new del mod ord">
        <pc:chgData name="Nguyen Binh" userId="acf7f2a7-1119-454a-99ee-b7b1d8425230" providerId="ADAL" clId="{BF4A2991-7034-466C-8A1A-A8878F9A449B}" dt="2024-01-07T15:30:20.843" v="11633" actId="2696"/>
        <pc:sldMkLst>
          <pc:docMk/>
          <pc:sldMk cId="1913225660" sldId="1376"/>
        </pc:sldMkLst>
        <pc:spChg chg="mod">
          <ac:chgData name="Nguyen Binh" userId="acf7f2a7-1119-454a-99ee-b7b1d8425230" providerId="ADAL" clId="{BF4A2991-7034-466C-8A1A-A8878F9A449B}" dt="2024-01-06T12:53:39.784" v="6121"/>
          <ac:spMkLst>
            <pc:docMk/>
            <pc:sldMk cId="1913225660" sldId="1376"/>
            <ac:spMk id="2" creationId="{4DECFC59-D945-E2D5-1A53-1DD264E367E0}"/>
          </ac:spMkLst>
        </pc:spChg>
        <pc:spChg chg="mod">
          <ac:chgData name="Nguyen Binh" userId="acf7f2a7-1119-454a-99ee-b7b1d8425230" providerId="ADAL" clId="{BF4A2991-7034-466C-8A1A-A8878F9A449B}" dt="2024-01-07T11:45:07.288" v="8219"/>
          <ac:spMkLst>
            <pc:docMk/>
            <pc:sldMk cId="1913225660" sldId="1376"/>
            <ac:spMk id="3" creationId="{888B947D-7A1D-6BC1-65CE-A034CC581004}"/>
          </ac:spMkLst>
        </pc:spChg>
      </pc:sldChg>
      <pc:sldChg chg="modSp add mod">
        <pc:chgData name="Nguyen Binh" userId="acf7f2a7-1119-454a-99ee-b7b1d8425230" providerId="ADAL" clId="{BF4A2991-7034-466C-8A1A-A8878F9A449B}" dt="2024-01-07T20:12:55.022" v="13919" actId="207"/>
        <pc:sldMkLst>
          <pc:docMk/>
          <pc:sldMk cId="2652293245" sldId="1376"/>
        </pc:sldMkLst>
        <pc:spChg chg="mod">
          <ac:chgData name="Nguyen Binh" userId="acf7f2a7-1119-454a-99ee-b7b1d8425230" providerId="ADAL" clId="{BF4A2991-7034-466C-8A1A-A8878F9A449B}" dt="2024-01-07T20:12:55.022" v="13919" actId="207"/>
          <ac:spMkLst>
            <pc:docMk/>
            <pc:sldMk cId="2652293245" sldId="1376"/>
            <ac:spMk id="2" creationId="{4DECFC59-D945-E2D5-1A53-1DD264E367E0}"/>
          </ac:spMkLst>
        </pc:spChg>
      </pc:sldChg>
      <pc:sldChg chg="modSp new mod">
        <pc:chgData name="Nguyen Binh" userId="acf7f2a7-1119-454a-99ee-b7b1d8425230" providerId="ADAL" clId="{BF4A2991-7034-466C-8A1A-A8878F9A449B}" dt="2024-01-06T13:20:38.890" v="6535" actId="20577"/>
        <pc:sldMkLst>
          <pc:docMk/>
          <pc:sldMk cId="3612385003" sldId="1377"/>
        </pc:sldMkLst>
        <pc:spChg chg="mod">
          <ac:chgData name="Nguyen Binh" userId="acf7f2a7-1119-454a-99ee-b7b1d8425230" providerId="ADAL" clId="{BF4A2991-7034-466C-8A1A-A8878F9A449B}" dt="2024-01-06T13:20:38.890" v="6535" actId="20577"/>
          <ac:spMkLst>
            <pc:docMk/>
            <pc:sldMk cId="3612385003" sldId="1377"/>
            <ac:spMk id="2" creationId="{7A53EA52-F920-8B1C-B6D4-FFDEADBD14EB}"/>
          </ac:spMkLst>
        </pc:spChg>
        <pc:spChg chg="mod">
          <ac:chgData name="Nguyen Binh" userId="acf7f2a7-1119-454a-99ee-b7b1d8425230" providerId="ADAL" clId="{BF4A2991-7034-466C-8A1A-A8878F9A449B}" dt="2024-01-06T13:16:14.846" v="6373" actId="20577"/>
          <ac:spMkLst>
            <pc:docMk/>
            <pc:sldMk cId="3612385003" sldId="1377"/>
            <ac:spMk id="3" creationId="{7E75AF00-7F1B-5646-062B-4E261A415DD9}"/>
          </ac:spMkLst>
        </pc:spChg>
      </pc:sldChg>
      <pc:sldChg chg="modSp new del mod">
        <pc:chgData name="Nguyen Binh" userId="acf7f2a7-1119-454a-99ee-b7b1d8425230" providerId="ADAL" clId="{BF4A2991-7034-466C-8A1A-A8878F9A449B}" dt="2024-01-07T11:45:58.212" v="8260" actId="47"/>
        <pc:sldMkLst>
          <pc:docMk/>
          <pc:sldMk cId="3270946788" sldId="1378"/>
        </pc:sldMkLst>
        <pc:spChg chg="mod">
          <ac:chgData name="Nguyen Binh" userId="acf7f2a7-1119-454a-99ee-b7b1d8425230" providerId="ADAL" clId="{BF4A2991-7034-466C-8A1A-A8878F9A449B}" dt="2024-01-06T13:46:15.616" v="6571" actId="20577"/>
          <ac:spMkLst>
            <pc:docMk/>
            <pc:sldMk cId="3270946788" sldId="1378"/>
            <ac:spMk id="3" creationId="{957C778E-1E6D-91F0-1C1B-22B1B757623A}"/>
          </ac:spMkLst>
        </pc:spChg>
      </pc:sldChg>
      <pc:sldChg chg="addSp delSp modSp new mod ord">
        <pc:chgData name="Nguyen Binh" userId="acf7f2a7-1119-454a-99ee-b7b1d8425230" providerId="ADAL" clId="{BF4A2991-7034-466C-8A1A-A8878F9A449B}" dt="2024-01-08T11:31:16.128" v="20517" actId="20577"/>
        <pc:sldMkLst>
          <pc:docMk/>
          <pc:sldMk cId="3729326875" sldId="1379"/>
        </pc:sldMkLst>
        <pc:spChg chg="del">
          <ac:chgData name="Nguyen Binh" userId="acf7f2a7-1119-454a-99ee-b7b1d8425230" providerId="ADAL" clId="{BF4A2991-7034-466C-8A1A-A8878F9A449B}" dt="2024-01-06T19:18:10.408" v="6738" actId="478"/>
          <ac:spMkLst>
            <pc:docMk/>
            <pc:sldMk cId="3729326875" sldId="1379"/>
            <ac:spMk id="2" creationId="{83D88B44-E8E5-558A-76DC-A76A826B5D4A}"/>
          </ac:spMkLst>
        </pc:spChg>
        <pc:spChg chg="mod">
          <ac:chgData name="Nguyen Binh" userId="acf7f2a7-1119-454a-99ee-b7b1d8425230" providerId="ADAL" clId="{BF4A2991-7034-466C-8A1A-A8878F9A449B}" dt="2024-01-08T10:55:41.392" v="18140" actId="20577"/>
          <ac:spMkLst>
            <pc:docMk/>
            <pc:sldMk cId="3729326875" sldId="1379"/>
            <ac:spMk id="3" creationId="{9D8E4F50-C513-FDC4-283C-078CB6151E2F}"/>
          </ac:spMkLst>
        </pc:spChg>
        <pc:spChg chg="add mod">
          <ac:chgData name="Nguyen Binh" userId="acf7f2a7-1119-454a-99ee-b7b1d8425230" providerId="ADAL" clId="{BF4A2991-7034-466C-8A1A-A8878F9A449B}" dt="2024-01-08T11:31:16.128" v="20517" actId="20577"/>
          <ac:spMkLst>
            <pc:docMk/>
            <pc:sldMk cId="3729326875" sldId="1379"/>
            <ac:spMk id="7" creationId="{C64507D8-84DB-B728-3EF0-8A29D98F0704}"/>
          </ac:spMkLst>
        </pc:spChg>
        <pc:spChg chg="add del">
          <ac:chgData name="Nguyen Binh" userId="acf7f2a7-1119-454a-99ee-b7b1d8425230" providerId="ADAL" clId="{BF4A2991-7034-466C-8A1A-A8878F9A449B}" dt="2024-01-08T11:18:04.841" v="20040"/>
          <ac:spMkLst>
            <pc:docMk/>
            <pc:sldMk cId="3729326875" sldId="1379"/>
            <ac:spMk id="8" creationId="{10E1491A-4FEB-48FD-55D8-A947342B2DF3}"/>
          </ac:spMkLst>
        </pc:spChg>
        <pc:spChg chg="add del">
          <ac:chgData name="Nguyen Binh" userId="acf7f2a7-1119-454a-99ee-b7b1d8425230" providerId="ADAL" clId="{BF4A2991-7034-466C-8A1A-A8878F9A449B}" dt="2024-01-08T11:18:07.327" v="20042"/>
          <ac:spMkLst>
            <pc:docMk/>
            <pc:sldMk cId="3729326875" sldId="1379"/>
            <ac:spMk id="9" creationId="{FD782184-0C71-2BDA-2E09-E1F38C5AFC82}"/>
          </ac:spMkLst>
        </pc:spChg>
        <pc:grpChg chg="add mod">
          <ac:chgData name="Nguyen Binh" userId="acf7f2a7-1119-454a-99ee-b7b1d8425230" providerId="ADAL" clId="{BF4A2991-7034-466C-8A1A-A8878F9A449B}" dt="2024-01-08T11:20:44.844" v="20217" actId="14100"/>
          <ac:grpSpMkLst>
            <pc:docMk/>
            <pc:sldMk cId="3729326875" sldId="1379"/>
            <ac:grpSpMk id="6" creationId="{61BAE312-C028-F1F1-E623-9A67AD9AB272}"/>
          </ac:grpSpMkLst>
        </pc:grpChg>
        <pc:picChg chg="add mod modCrop">
          <ac:chgData name="Nguyen Binh" userId="acf7f2a7-1119-454a-99ee-b7b1d8425230" providerId="ADAL" clId="{BF4A2991-7034-466C-8A1A-A8878F9A449B}" dt="2024-01-06T19:18:58.006" v="6762" actId="164"/>
          <ac:picMkLst>
            <pc:docMk/>
            <pc:sldMk cId="3729326875" sldId="1379"/>
            <ac:picMk id="4" creationId="{7B233AEE-E01C-99DF-9B95-7F83D76EF81D}"/>
          </ac:picMkLst>
        </pc:picChg>
        <pc:picChg chg="add mod">
          <ac:chgData name="Nguyen Binh" userId="acf7f2a7-1119-454a-99ee-b7b1d8425230" providerId="ADAL" clId="{BF4A2991-7034-466C-8A1A-A8878F9A449B}" dt="2024-01-06T19:18:58.006" v="6762" actId="164"/>
          <ac:picMkLst>
            <pc:docMk/>
            <pc:sldMk cId="3729326875" sldId="1379"/>
            <ac:picMk id="5" creationId="{21750107-8EEC-F307-B224-CC8B6FC8F667}"/>
          </ac:picMkLst>
        </pc:picChg>
      </pc:sldChg>
      <pc:sldChg chg="modSp mod">
        <pc:chgData name="Nguyen Binh" userId="acf7f2a7-1119-454a-99ee-b7b1d8425230" providerId="ADAL" clId="{BF4A2991-7034-466C-8A1A-A8878F9A449B}" dt="2024-01-07T14:19:42.892" v="9538"/>
        <pc:sldMkLst>
          <pc:docMk/>
          <pc:sldMk cId="1497634804" sldId="1381"/>
        </pc:sldMkLst>
        <pc:spChg chg="mod">
          <ac:chgData name="Nguyen Binh" userId="acf7f2a7-1119-454a-99ee-b7b1d8425230" providerId="ADAL" clId="{BF4A2991-7034-466C-8A1A-A8878F9A449B}" dt="2024-01-07T14:19:42.892" v="9538"/>
          <ac:spMkLst>
            <pc:docMk/>
            <pc:sldMk cId="1497634804" sldId="1381"/>
            <ac:spMk id="3" creationId="{C98BA922-3ED5-A5D9-BD5B-9772ACFB13C4}"/>
          </ac:spMkLst>
        </pc:spChg>
      </pc:sldChg>
      <pc:sldChg chg="addSp delSp modSp new mod modAnim">
        <pc:chgData name="Nguyen Binh" userId="acf7f2a7-1119-454a-99ee-b7b1d8425230" providerId="ADAL" clId="{BF4A2991-7034-466C-8A1A-A8878F9A449B}" dt="2024-01-07T15:30:05.550" v="11632" actId="20577"/>
        <pc:sldMkLst>
          <pc:docMk/>
          <pc:sldMk cId="133680236" sldId="1382"/>
        </pc:sldMkLst>
        <pc:spChg chg="del">
          <ac:chgData name="Nguyen Binh" userId="acf7f2a7-1119-454a-99ee-b7b1d8425230" providerId="ADAL" clId="{BF4A2991-7034-466C-8A1A-A8878F9A449B}" dt="2024-01-07T11:03:38.279" v="6815" actId="478"/>
          <ac:spMkLst>
            <pc:docMk/>
            <pc:sldMk cId="133680236" sldId="1382"/>
            <ac:spMk id="2" creationId="{AA99AD3D-A605-2B29-59E2-29297CD840F4}"/>
          </ac:spMkLst>
        </pc:spChg>
        <pc:spChg chg="mod">
          <ac:chgData name="Nguyen Binh" userId="acf7f2a7-1119-454a-99ee-b7b1d8425230" providerId="ADAL" clId="{BF4A2991-7034-466C-8A1A-A8878F9A449B}" dt="2024-01-07T15:30:05.550" v="11632" actId="20577"/>
          <ac:spMkLst>
            <pc:docMk/>
            <pc:sldMk cId="133680236" sldId="1382"/>
            <ac:spMk id="3" creationId="{3E0C511A-46A1-7740-2547-7E7B88896B68}"/>
          </ac:spMkLst>
        </pc:spChg>
        <pc:spChg chg="add del">
          <ac:chgData name="Nguyen Binh" userId="acf7f2a7-1119-454a-99ee-b7b1d8425230" providerId="ADAL" clId="{BF4A2991-7034-466C-8A1A-A8878F9A449B}" dt="2024-01-07T11:03:36.682" v="6814"/>
          <ac:spMkLst>
            <pc:docMk/>
            <pc:sldMk cId="133680236" sldId="1382"/>
            <ac:spMk id="5" creationId="{50DF8092-6712-1A07-85B3-41E4106711AB}"/>
          </ac:spMkLst>
        </pc:spChg>
        <pc:spChg chg="mod topLvl">
          <ac:chgData name="Nguyen Binh" userId="acf7f2a7-1119-454a-99ee-b7b1d8425230" providerId="ADAL" clId="{BF4A2991-7034-466C-8A1A-A8878F9A449B}" dt="2024-01-07T11:29:50.647" v="7704" actId="165"/>
          <ac:spMkLst>
            <pc:docMk/>
            <pc:sldMk cId="133680236" sldId="1382"/>
            <ac:spMk id="17" creationId="{12756691-9F7F-DCEB-9FB8-1B3590952EDC}"/>
          </ac:spMkLst>
        </pc:spChg>
        <pc:spChg chg="mod topLvl">
          <ac:chgData name="Nguyen Binh" userId="acf7f2a7-1119-454a-99ee-b7b1d8425230" providerId="ADAL" clId="{BF4A2991-7034-466C-8A1A-A8878F9A449B}" dt="2024-01-07T11:29:50.647" v="7704" actId="165"/>
          <ac:spMkLst>
            <pc:docMk/>
            <pc:sldMk cId="133680236" sldId="1382"/>
            <ac:spMk id="18" creationId="{6812C8D3-01CD-5299-76A8-EC9C131094B1}"/>
          </ac:spMkLst>
        </pc:spChg>
        <pc:spChg chg="mod topLvl">
          <ac:chgData name="Nguyen Binh" userId="acf7f2a7-1119-454a-99ee-b7b1d8425230" providerId="ADAL" clId="{BF4A2991-7034-466C-8A1A-A8878F9A449B}" dt="2024-01-07T11:29:50.647" v="7704" actId="165"/>
          <ac:spMkLst>
            <pc:docMk/>
            <pc:sldMk cId="133680236" sldId="1382"/>
            <ac:spMk id="19" creationId="{0574FCBF-E70E-920C-EF06-E78ECF395F8A}"/>
          </ac:spMkLst>
        </pc:spChg>
        <pc:spChg chg="mod topLvl">
          <ac:chgData name="Nguyen Binh" userId="acf7f2a7-1119-454a-99ee-b7b1d8425230" providerId="ADAL" clId="{BF4A2991-7034-466C-8A1A-A8878F9A449B}" dt="2024-01-07T11:29:50.647" v="7704" actId="165"/>
          <ac:spMkLst>
            <pc:docMk/>
            <pc:sldMk cId="133680236" sldId="1382"/>
            <ac:spMk id="20" creationId="{3DA184A9-9B23-44F6-816D-81AE1DD8543F}"/>
          </ac:spMkLst>
        </pc:spChg>
        <pc:spChg chg="mod topLvl">
          <ac:chgData name="Nguyen Binh" userId="acf7f2a7-1119-454a-99ee-b7b1d8425230" providerId="ADAL" clId="{BF4A2991-7034-466C-8A1A-A8878F9A449B}" dt="2024-01-07T11:29:50.647" v="7704" actId="165"/>
          <ac:spMkLst>
            <pc:docMk/>
            <pc:sldMk cId="133680236" sldId="1382"/>
            <ac:spMk id="21" creationId="{04572DE6-BDDB-8F71-2368-CBA4950CD121}"/>
          </ac:spMkLst>
        </pc:spChg>
        <pc:spChg chg="mod topLvl">
          <ac:chgData name="Nguyen Binh" userId="acf7f2a7-1119-454a-99ee-b7b1d8425230" providerId="ADAL" clId="{BF4A2991-7034-466C-8A1A-A8878F9A449B}" dt="2024-01-07T11:29:50.647" v="7704" actId="165"/>
          <ac:spMkLst>
            <pc:docMk/>
            <pc:sldMk cId="133680236" sldId="1382"/>
            <ac:spMk id="22" creationId="{04F920CC-73BE-87DE-AB62-0D6F0106ECDC}"/>
          </ac:spMkLst>
        </pc:spChg>
        <pc:spChg chg="mod topLvl">
          <ac:chgData name="Nguyen Binh" userId="acf7f2a7-1119-454a-99ee-b7b1d8425230" providerId="ADAL" clId="{BF4A2991-7034-466C-8A1A-A8878F9A449B}" dt="2024-01-07T11:29:50.647" v="7704" actId="165"/>
          <ac:spMkLst>
            <pc:docMk/>
            <pc:sldMk cId="133680236" sldId="1382"/>
            <ac:spMk id="23" creationId="{DE75E494-B29D-18D3-3DF2-E40F2F752532}"/>
          </ac:spMkLst>
        </pc:spChg>
        <pc:spChg chg="mod topLvl">
          <ac:chgData name="Nguyen Binh" userId="acf7f2a7-1119-454a-99ee-b7b1d8425230" providerId="ADAL" clId="{BF4A2991-7034-466C-8A1A-A8878F9A449B}" dt="2024-01-07T11:29:50.647" v="7704" actId="165"/>
          <ac:spMkLst>
            <pc:docMk/>
            <pc:sldMk cId="133680236" sldId="1382"/>
            <ac:spMk id="24" creationId="{890D3C36-8CF2-5E95-B1F1-BC6FF804FAD9}"/>
          </ac:spMkLst>
        </pc:spChg>
        <pc:spChg chg="mod topLvl">
          <ac:chgData name="Nguyen Binh" userId="acf7f2a7-1119-454a-99ee-b7b1d8425230" providerId="ADAL" clId="{BF4A2991-7034-466C-8A1A-A8878F9A449B}" dt="2024-01-07T11:29:50.647" v="7704" actId="165"/>
          <ac:spMkLst>
            <pc:docMk/>
            <pc:sldMk cId="133680236" sldId="1382"/>
            <ac:spMk id="25" creationId="{DC63D483-9A25-1DB1-5D73-3B619D29158B}"/>
          </ac:spMkLst>
        </pc:spChg>
        <pc:spChg chg="mod topLvl">
          <ac:chgData name="Nguyen Binh" userId="acf7f2a7-1119-454a-99ee-b7b1d8425230" providerId="ADAL" clId="{BF4A2991-7034-466C-8A1A-A8878F9A449B}" dt="2024-01-07T11:29:50.647" v="7704" actId="165"/>
          <ac:spMkLst>
            <pc:docMk/>
            <pc:sldMk cId="133680236" sldId="1382"/>
            <ac:spMk id="26" creationId="{613E256F-F96D-AD3E-F724-14BDE3918D73}"/>
          </ac:spMkLst>
        </pc:spChg>
        <pc:spChg chg="mod topLvl">
          <ac:chgData name="Nguyen Binh" userId="acf7f2a7-1119-454a-99ee-b7b1d8425230" providerId="ADAL" clId="{BF4A2991-7034-466C-8A1A-A8878F9A449B}" dt="2024-01-07T11:29:50.647" v="7704" actId="165"/>
          <ac:spMkLst>
            <pc:docMk/>
            <pc:sldMk cId="133680236" sldId="1382"/>
            <ac:spMk id="27" creationId="{23E4ABF7-B319-12BE-4842-F093B1FC221C}"/>
          </ac:spMkLst>
        </pc:spChg>
        <pc:spChg chg="mod topLvl">
          <ac:chgData name="Nguyen Binh" userId="acf7f2a7-1119-454a-99ee-b7b1d8425230" providerId="ADAL" clId="{BF4A2991-7034-466C-8A1A-A8878F9A449B}" dt="2024-01-07T11:29:50.647" v="7704" actId="165"/>
          <ac:spMkLst>
            <pc:docMk/>
            <pc:sldMk cId="133680236" sldId="1382"/>
            <ac:spMk id="28" creationId="{8A954909-EE5D-D590-72FB-5E763B96451B}"/>
          </ac:spMkLst>
        </pc:spChg>
        <pc:spChg chg="mod topLvl">
          <ac:chgData name="Nguyen Binh" userId="acf7f2a7-1119-454a-99ee-b7b1d8425230" providerId="ADAL" clId="{BF4A2991-7034-466C-8A1A-A8878F9A449B}" dt="2024-01-07T11:29:50.647" v="7704" actId="165"/>
          <ac:spMkLst>
            <pc:docMk/>
            <pc:sldMk cId="133680236" sldId="1382"/>
            <ac:spMk id="29" creationId="{87947884-A820-243C-41DB-61CAC2AD2BD3}"/>
          </ac:spMkLst>
        </pc:spChg>
        <pc:spChg chg="mod topLvl">
          <ac:chgData name="Nguyen Binh" userId="acf7f2a7-1119-454a-99ee-b7b1d8425230" providerId="ADAL" clId="{BF4A2991-7034-466C-8A1A-A8878F9A449B}" dt="2024-01-07T11:29:50.647" v="7704" actId="165"/>
          <ac:spMkLst>
            <pc:docMk/>
            <pc:sldMk cId="133680236" sldId="1382"/>
            <ac:spMk id="30" creationId="{A1F64FE5-1979-66C0-F2A1-390B5FD5DB1A}"/>
          </ac:spMkLst>
        </pc:spChg>
        <pc:spChg chg="add mod">
          <ac:chgData name="Nguyen Binh" userId="acf7f2a7-1119-454a-99ee-b7b1d8425230" providerId="ADAL" clId="{BF4A2991-7034-466C-8A1A-A8878F9A449B}" dt="2024-01-07T11:37:43.663" v="8054" actId="14100"/>
          <ac:spMkLst>
            <pc:docMk/>
            <pc:sldMk cId="133680236" sldId="1382"/>
            <ac:spMk id="31" creationId="{269F111F-A8B5-B1AD-ABCC-3C85AE4DF713}"/>
          </ac:spMkLst>
        </pc:spChg>
        <pc:grpChg chg="del mod">
          <ac:chgData name="Nguyen Binh" userId="acf7f2a7-1119-454a-99ee-b7b1d8425230" providerId="ADAL" clId="{BF4A2991-7034-466C-8A1A-A8878F9A449B}" dt="2024-01-07T11:29:50.647" v="7704" actId="165"/>
          <ac:grpSpMkLst>
            <pc:docMk/>
            <pc:sldMk cId="133680236" sldId="1382"/>
            <ac:grpSpMk id="16" creationId="{959FCDE9-AA37-AC1B-9E2C-A1488DB9A7C3}"/>
          </ac:grpSpMkLst>
        </pc:grpChg>
        <pc:graphicFrameChg chg="add del mod modGraphic">
          <ac:chgData name="Nguyen Binh" userId="acf7f2a7-1119-454a-99ee-b7b1d8425230" providerId="ADAL" clId="{BF4A2991-7034-466C-8A1A-A8878F9A449B}" dt="2024-01-07T11:29:40.155" v="7703" actId="18245"/>
          <ac:graphicFrameMkLst>
            <pc:docMk/>
            <pc:sldMk cId="133680236" sldId="1382"/>
            <ac:graphicFrameMk id="7" creationId="{656AA0AE-A8C8-C500-8AFD-60AB0CA7C45E}"/>
          </ac:graphicFrameMkLst>
        </pc:graphicFrameChg>
        <pc:picChg chg="add mod ord modCrop">
          <ac:chgData name="Nguyen Binh" userId="acf7f2a7-1119-454a-99ee-b7b1d8425230" providerId="ADAL" clId="{BF4A2991-7034-466C-8A1A-A8878F9A449B}" dt="2024-01-07T11:23:02.532" v="7618" actId="14100"/>
          <ac:picMkLst>
            <pc:docMk/>
            <pc:sldMk cId="133680236" sldId="1382"/>
            <ac:picMk id="6" creationId="{CD38C547-7311-CD21-77C1-BE5D41EC181C}"/>
          </ac:picMkLst>
        </pc:picChg>
        <pc:picChg chg="add mod modCrop">
          <ac:chgData name="Nguyen Binh" userId="acf7f2a7-1119-454a-99ee-b7b1d8425230" providerId="ADAL" clId="{BF4A2991-7034-466C-8A1A-A8878F9A449B}" dt="2024-01-07T11:25:24.764" v="7659" actId="1076"/>
          <ac:picMkLst>
            <pc:docMk/>
            <pc:sldMk cId="133680236" sldId="1382"/>
            <ac:picMk id="8" creationId="{4CC3147F-8FF5-C21A-A61B-1E2FB7BB0A5B}"/>
          </ac:picMkLst>
        </pc:picChg>
        <pc:picChg chg="add mod">
          <ac:chgData name="Nguyen Binh" userId="acf7f2a7-1119-454a-99ee-b7b1d8425230" providerId="ADAL" clId="{BF4A2991-7034-466C-8A1A-A8878F9A449B}" dt="2024-01-07T11:25:04.996" v="7653" actId="1076"/>
          <ac:picMkLst>
            <pc:docMk/>
            <pc:sldMk cId="133680236" sldId="1382"/>
            <ac:picMk id="9" creationId="{81C05CE8-B2C2-A98C-47DE-3D3A82557862}"/>
          </ac:picMkLst>
        </pc:picChg>
        <pc:picChg chg="add mod">
          <ac:chgData name="Nguyen Binh" userId="acf7f2a7-1119-454a-99ee-b7b1d8425230" providerId="ADAL" clId="{BF4A2991-7034-466C-8A1A-A8878F9A449B}" dt="2024-01-07T11:25:59.389" v="7662" actId="14100"/>
          <ac:picMkLst>
            <pc:docMk/>
            <pc:sldMk cId="133680236" sldId="1382"/>
            <ac:picMk id="10" creationId="{07B100F1-218B-3EB3-B3A4-5A7B79AB9685}"/>
          </ac:picMkLst>
        </pc:picChg>
        <pc:picChg chg="add mod">
          <ac:chgData name="Nguyen Binh" userId="acf7f2a7-1119-454a-99ee-b7b1d8425230" providerId="ADAL" clId="{BF4A2991-7034-466C-8A1A-A8878F9A449B}" dt="2024-01-07T11:26:20.863" v="7666" actId="1076"/>
          <ac:picMkLst>
            <pc:docMk/>
            <pc:sldMk cId="133680236" sldId="1382"/>
            <ac:picMk id="11" creationId="{F42EC12D-A83B-4F08-C64F-E3C9A6E762B9}"/>
          </ac:picMkLst>
        </pc:picChg>
        <pc:picChg chg="add del mod">
          <ac:chgData name="Nguyen Binh" userId="acf7f2a7-1119-454a-99ee-b7b1d8425230" providerId="ADAL" clId="{BF4A2991-7034-466C-8A1A-A8878F9A449B}" dt="2024-01-07T11:27:03.252" v="7669" actId="478"/>
          <ac:picMkLst>
            <pc:docMk/>
            <pc:sldMk cId="133680236" sldId="1382"/>
            <ac:picMk id="12" creationId="{4ED62CB7-1BF2-0439-3345-BB173447EA16}"/>
          </ac:picMkLst>
        </pc:picChg>
        <pc:picChg chg="add mod">
          <ac:chgData name="Nguyen Binh" userId="acf7f2a7-1119-454a-99ee-b7b1d8425230" providerId="ADAL" clId="{BF4A2991-7034-466C-8A1A-A8878F9A449B}" dt="2024-01-07T11:27:36.566" v="7674" actId="1076"/>
          <ac:picMkLst>
            <pc:docMk/>
            <pc:sldMk cId="133680236" sldId="1382"/>
            <ac:picMk id="13" creationId="{E468D9ED-4AF2-5183-8C56-93E3C941CAC3}"/>
          </ac:picMkLst>
        </pc:picChg>
        <pc:picChg chg="add mod">
          <ac:chgData name="Nguyen Binh" userId="acf7f2a7-1119-454a-99ee-b7b1d8425230" providerId="ADAL" clId="{BF4A2991-7034-466C-8A1A-A8878F9A449B}" dt="2024-01-07T11:28:26.781" v="7684" actId="1076"/>
          <ac:picMkLst>
            <pc:docMk/>
            <pc:sldMk cId="133680236" sldId="1382"/>
            <ac:picMk id="14" creationId="{E96EF386-5D4C-6396-ACD6-930E9C41BE23}"/>
          </ac:picMkLst>
        </pc:picChg>
        <pc:picChg chg="add mod">
          <ac:chgData name="Nguyen Binh" userId="acf7f2a7-1119-454a-99ee-b7b1d8425230" providerId="ADAL" clId="{BF4A2991-7034-466C-8A1A-A8878F9A449B}" dt="2024-01-07T11:28:24.846" v="7683" actId="1076"/>
          <ac:picMkLst>
            <pc:docMk/>
            <pc:sldMk cId="133680236" sldId="1382"/>
            <ac:picMk id="15" creationId="{24150CC4-BC72-889B-FF8D-DBAA5D019C19}"/>
          </ac:picMkLst>
        </pc:picChg>
      </pc:sldChg>
      <pc:sldChg chg="modSp add mod">
        <pc:chgData name="Nguyen Binh" userId="acf7f2a7-1119-454a-99ee-b7b1d8425230" providerId="ADAL" clId="{BF4A2991-7034-466C-8A1A-A8878F9A449B}" dt="2024-01-07T11:48:02.489" v="8374" actId="20577"/>
        <pc:sldMkLst>
          <pc:docMk/>
          <pc:sldMk cId="627438946" sldId="1383"/>
        </pc:sldMkLst>
        <pc:spChg chg="mod">
          <ac:chgData name="Nguyen Binh" userId="acf7f2a7-1119-454a-99ee-b7b1d8425230" providerId="ADAL" clId="{BF4A2991-7034-466C-8A1A-A8878F9A449B}" dt="2024-01-07T11:48:02.489" v="8374" actId="20577"/>
          <ac:spMkLst>
            <pc:docMk/>
            <pc:sldMk cId="627438946" sldId="1383"/>
            <ac:spMk id="6" creationId="{D9C38EF0-4F68-5ED3-BD08-A46CCA63E41A}"/>
          </ac:spMkLst>
        </pc:spChg>
      </pc:sldChg>
      <pc:sldChg chg="add del">
        <pc:chgData name="Nguyen Binh" userId="acf7f2a7-1119-454a-99ee-b7b1d8425230" providerId="ADAL" clId="{BF4A2991-7034-466C-8A1A-A8878F9A449B}" dt="2024-01-07T11:44:36.834" v="8194" actId="47"/>
        <pc:sldMkLst>
          <pc:docMk/>
          <pc:sldMk cId="36515428" sldId="1384"/>
        </pc:sldMkLst>
      </pc:sldChg>
      <pc:sldChg chg="modSp add mod">
        <pc:chgData name="Nguyen Binh" userId="acf7f2a7-1119-454a-99ee-b7b1d8425230" providerId="ADAL" clId="{BF4A2991-7034-466C-8A1A-A8878F9A449B}" dt="2024-01-08T15:10:44.030" v="22904" actId="1076"/>
        <pc:sldMkLst>
          <pc:docMk/>
          <pc:sldMk cId="307608450" sldId="1384"/>
        </pc:sldMkLst>
        <pc:spChg chg="mod">
          <ac:chgData name="Nguyen Binh" userId="acf7f2a7-1119-454a-99ee-b7b1d8425230" providerId="ADAL" clId="{BF4A2991-7034-466C-8A1A-A8878F9A449B}" dt="2024-01-08T15:10:44.030" v="22904" actId="1076"/>
          <ac:spMkLst>
            <pc:docMk/>
            <pc:sldMk cId="307608450" sldId="1384"/>
            <ac:spMk id="2" creationId="{49E5488D-660F-73A7-8A01-C94DDB0F63AA}"/>
          </ac:spMkLst>
        </pc:spChg>
        <pc:picChg chg="mod">
          <ac:chgData name="Nguyen Binh" userId="acf7f2a7-1119-454a-99ee-b7b1d8425230" providerId="ADAL" clId="{BF4A2991-7034-466C-8A1A-A8878F9A449B}" dt="2024-01-08T15:10:33.748" v="22901" actId="14100"/>
          <ac:picMkLst>
            <pc:docMk/>
            <pc:sldMk cId="307608450" sldId="1384"/>
            <ac:picMk id="8" creationId="{FF245404-586F-B92B-DDE5-012A70DB2C08}"/>
          </ac:picMkLst>
        </pc:picChg>
      </pc:sldChg>
      <pc:sldChg chg="addSp delSp modSp add del mod">
        <pc:chgData name="Nguyen Binh" userId="acf7f2a7-1119-454a-99ee-b7b1d8425230" providerId="ADAL" clId="{BF4A2991-7034-466C-8A1A-A8878F9A449B}" dt="2024-01-07T12:08:36.371" v="9238" actId="2696"/>
        <pc:sldMkLst>
          <pc:docMk/>
          <pc:sldMk cId="3611072000" sldId="1384"/>
        </pc:sldMkLst>
        <pc:spChg chg="mod">
          <ac:chgData name="Nguyen Binh" userId="acf7f2a7-1119-454a-99ee-b7b1d8425230" providerId="ADAL" clId="{BF4A2991-7034-466C-8A1A-A8878F9A449B}" dt="2024-01-07T12:05:37.223" v="9235" actId="20577"/>
          <ac:spMkLst>
            <pc:docMk/>
            <pc:sldMk cId="3611072000" sldId="1384"/>
            <ac:spMk id="2" creationId="{49E5488D-660F-73A7-8A01-C94DDB0F63AA}"/>
          </ac:spMkLst>
        </pc:spChg>
        <pc:spChg chg="mod">
          <ac:chgData name="Nguyen Binh" userId="acf7f2a7-1119-454a-99ee-b7b1d8425230" providerId="ADAL" clId="{BF4A2991-7034-466C-8A1A-A8878F9A449B}" dt="2024-01-07T11:45:30.575" v="8258" actId="20577"/>
          <ac:spMkLst>
            <pc:docMk/>
            <pc:sldMk cId="3611072000" sldId="1384"/>
            <ac:spMk id="3" creationId="{EE9A27EA-9A6E-1EA4-B978-01DEB7FA332F}"/>
          </ac:spMkLst>
        </pc:spChg>
        <pc:grpChg chg="add mod">
          <ac:chgData name="Nguyen Binh" userId="acf7f2a7-1119-454a-99ee-b7b1d8425230" providerId="ADAL" clId="{BF4A2991-7034-466C-8A1A-A8878F9A449B}" dt="2024-01-07T12:05:26.289" v="9215" actId="1076"/>
          <ac:grpSpMkLst>
            <pc:docMk/>
            <pc:sldMk cId="3611072000" sldId="1384"/>
            <ac:grpSpMk id="7" creationId="{22886252-6752-147D-A8E2-1A1AB2D4170B}"/>
          </ac:grpSpMkLst>
        </pc:grpChg>
        <pc:picChg chg="add mod">
          <ac:chgData name="Nguyen Binh" userId="acf7f2a7-1119-454a-99ee-b7b1d8425230" providerId="ADAL" clId="{BF4A2991-7034-466C-8A1A-A8878F9A449B}" dt="2024-01-07T12:02:52.992" v="8960" actId="164"/>
          <ac:picMkLst>
            <pc:docMk/>
            <pc:sldMk cId="3611072000" sldId="1384"/>
            <ac:picMk id="4" creationId="{1856669E-68F2-A623-B58D-627698464642}"/>
          </ac:picMkLst>
        </pc:picChg>
        <pc:picChg chg="del">
          <ac:chgData name="Nguyen Binh" userId="acf7f2a7-1119-454a-99ee-b7b1d8425230" providerId="ADAL" clId="{BF4A2991-7034-466C-8A1A-A8878F9A449B}" dt="2024-01-07T11:45:35.964" v="8259" actId="478"/>
          <ac:picMkLst>
            <pc:docMk/>
            <pc:sldMk cId="3611072000" sldId="1384"/>
            <ac:picMk id="5" creationId="{E9EA2EA9-71FD-435C-B2EE-8B0A271D8043}"/>
          </ac:picMkLst>
        </pc:picChg>
        <pc:picChg chg="add mod modCrop">
          <ac:chgData name="Nguyen Binh" userId="acf7f2a7-1119-454a-99ee-b7b1d8425230" providerId="ADAL" clId="{BF4A2991-7034-466C-8A1A-A8878F9A449B}" dt="2024-01-07T12:02:52.992" v="8960" actId="164"/>
          <ac:picMkLst>
            <pc:docMk/>
            <pc:sldMk cId="3611072000" sldId="1384"/>
            <ac:picMk id="6" creationId="{A5AF79C8-3F49-E42B-5040-224A6E84605D}"/>
          </ac:picMkLst>
        </pc:picChg>
        <pc:picChg chg="add mod">
          <ac:chgData name="Nguyen Binh" userId="acf7f2a7-1119-454a-99ee-b7b1d8425230" providerId="ADAL" clId="{BF4A2991-7034-466C-8A1A-A8878F9A449B}" dt="2024-01-07T12:05:24.331" v="9214" actId="1076"/>
          <ac:picMkLst>
            <pc:docMk/>
            <pc:sldMk cId="3611072000" sldId="1384"/>
            <ac:picMk id="8" creationId="{FF245404-586F-B92B-DDE5-012A70DB2C08}"/>
          </ac:picMkLst>
        </pc:picChg>
      </pc:sldChg>
      <pc:sldChg chg="addSp delSp modSp new del mod">
        <pc:chgData name="Nguyen Binh" userId="acf7f2a7-1119-454a-99ee-b7b1d8425230" providerId="ADAL" clId="{BF4A2991-7034-466C-8A1A-A8878F9A449B}" dt="2024-01-07T20:39:26.812" v="15024" actId="47"/>
        <pc:sldMkLst>
          <pc:docMk/>
          <pc:sldMk cId="1920424701" sldId="1385"/>
        </pc:sldMkLst>
        <pc:spChg chg="del">
          <ac:chgData name="Nguyen Binh" userId="acf7f2a7-1119-454a-99ee-b7b1d8425230" providerId="ADAL" clId="{BF4A2991-7034-466C-8A1A-A8878F9A449B}" dt="2024-01-07T11:46:14.323" v="8262" actId="478"/>
          <ac:spMkLst>
            <pc:docMk/>
            <pc:sldMk cId="1920424701" sldId="1385"/>
            <ac:spMk id="2" creationId="{D3A8371D-E1C7-BF5E-EF4A-85A669ECBD03}"/>
          </ac:spMkLst>
        </pc:spChg>
        <pc:graphicFrameChg chg="add del mod">
          <ac:chgData name="Nguyen Binh" userId="acf7f2a7-1119-454a-99ee-b7b1d8425230" providerId="ADAL" clId="{BF4A2991-7034-466C-8A1A-A8878F9A449B}" dt="2024-01-07T11:46:16.311" v="8265"/>
          <ac:graphicFrameMkLst>
            <pc:docMk/>
            <pc:sldMk cId="1920424701" sldId="1385"/>
            <ac:graphicFrameMk id="4" creationId="{C64D560D-C72C-863F-C567-F3908ECD2D3F}"/>
          </ac:graphicFrameMkLst>
        </pc:graphicFrameChg>
      </pc:sldChg>
      <pc:sldChg chg="modSp add mod">
        <pc:chgData name="Nguyen Binh" userId="acf7f2a7-1119-454a-99ee-b7b1d8425230" providerId="ADAL" clId="{BF4A2991-7034-466C-8A1A-A8878F9A449B}" dt="2024-01-08T11:24:53.232" v="20515" actId="20577"/>
        <pc:sldMkLst>
          <pc:docMk/>
          <pc:sldMk cId="3825639815" sldId="1386"/>
        </pc:sldMkLst>
        <pc:spChg chg="mod">
          <ac:chgData name="Nguyen Binh" userId="acf7f2a7-1119-454a-99ee-b7b1d8425230" providerId="ADAL" clId="{BF4A2991-7034-466C-8A1A-A8878F9A449B}" dt="2024-01-08T11:24:53.232" v="20515" actId="20577"/>
          <ac:spMkLst>
            <pc:docMk/>
            <pc:sldMk cId="3825639815" sldId="1386"/>
            <ac:spMk id="6" creationId="{D9C38EF0-4F68-5ED3-BD08-A46CCA63E41A}"/>
          </ac:spMkLst>
        </pc:spChg>
      </pc:sldChg>
      <pc:sldChg chg="addSp delSp modSp add mod">
        <pc:chgData name="Nguyen Binh" userId="acf7f2a7-1119-454a-99ee-b7b1d8425230" providerId="ADAL" clId="{BF4A2991-7034-466C-8A1A-A8878F9A449B}" dt="2024-01-08T13:05:41.254" v="22859" actId="20577"/>
        <pc:sldMkLst>
          <pc:docMk/>
          <pc:sldMk cId="2731171234" sldId="1387"/>
        </pc:sldMkLst>
        <pc:spChg chg="mod">
          <ac:chgData name="Nguyen Binh" userId="acf7f2a7-1119-454a-99ee-b7b1d8425230" providerId="ADAL" clId="{BF4A2991-7034-466C-8A1A-A8878F9A449B}" dt="2024-01-08T11:24:38.804" v="20504" actId="20577"/>
          <ac:spMkLst>
            <pc:docMk/>
            <pc:sldMk cId="2731171234" sldId="1387"/>
            <ac:spMk id="3" creationId="{97DC85DA-1FEB-5645-C0BD-3A020CCE70CC}"/>
          </ac:spMkLst>
        </pc:spChg>
        <pc:spChg chg="add del mod">
          <ac:chgData name="Nguyen Binh" userId="acf7f2a7-1119-454a-99ee-b7b1d8425230" providerId="ADAL" clId="{BF4A2991-7034-466C-8A1A-A8878F9A449B}" dt="2024-01-08T13:00:53.655" v="22263" actId="478"/>
          <ac:spMkLst>
            <pc:docMk/>
            <pc:sldMk cId="2731171234" sldId="1387"/>
            <ac:spMk id="4" creationId="{B2E469E5-9117-169F-F569-99D6E2AE8F32}"/>
          </ac:spMkLst>
        </pc:spChg>
        <pc:spChg chg="add mod">
          <ac:chgData name="Nguyen Binh" userId="acf7f2a7-1119-454a-99ee-b7b1d8425230" providerId="ADAL" clId="{BF4A2991-7034-466C-8A1A-A8878F9A449B}" dt="2024-01-08T13:05:41.254" v="22859" actId="20577"/>
          <ac:spMkLst>
            <pc:docMk/>
            <pc:sldMk cId="2731171234" sldId="1387"/>
            <ac:spMk id="6" creationId="{F395E35D-C124-54C8-8217-918D9F926A2E}"/>
          </ac:spMkLst>
        </pc:spChg>
      </pc:sldChg>
      <pc:sldChg chg="new del">
        <pc:chgData name="Nguyen Binh" userId="acf7f2a7-1119-454a-99ee-b7b1d8425230" providerId="ADAL" clId="{BF4A2991-7034-466C-8A1A-A8878F9A449B}" dt="2024-01-07T21:52:38.465" v="16752" actId="47"/>
        <pc:sldMkLst>
          <pc:docMk/>
          <pc:sldMk cId="673848062" sldId="1388"/>
        </pc:sldMkLst>
      </pc:sldChg>
      <pc:sldChg chg="addSp delSp modSp new mod modAnim">
        <pc:chgData name="Nguyen Binh" userId="acf7f2a7-1119-454a-99ee-b7b1d8425230" providerId="ADAL" clId="{BF4A2991-7034-466C-8A1A-A8878F9A449B}" dt="2024-01-07T21:15:16.692" v="16716"/>
        <pc:sldMkLst>
          <pc:docMk/>
          <pc:sldMk cId="3712574253" sldId="1389"/>
        </pc:sldMkLst>
        <pc:spChg chg="add del mod">
          <ac:chgData name="Nguyen Binh" userId="acf7f2a7-1119-454a-99ee-b7b1d8425230" providerId="ADAL" clId="{BF4A2991-7034-466C-8A1A-A8878F9A449B}" dt="2024-01-07T19:09:59.271" v="12006" actId="20577"/>
          <ac:spMkLst>
            <pc:docMk/>
            <pc:sldMk cId="3712574253" sldId="1389"/>
            <ac:spMk id="2" creationId="{4C24C102-20F2-65C9-A1F8-6698D8623084}"/>
          </ac:spMkLst>
        </pc:spChg>
        <pc:spChg chg="mod">
          <ac:chgData name="Nguyen Binh" userId="acf7f2a7-1119-454a-99ee-b7b1d8425230" providerId="ADAL" clId="{BF4A2991-7034-466C-8A1A-A8878F9A449B}" dt="2024-01-07T19:03:21.444" v="11666" actId="20577"/>
          <ac:spMkLst>
            <pc:docMk/>
            <pc:sldMk cId="3712574253" sldId="1389"/>
            <ac:spMk id="3" creationId="{2B471E80-559D-2D19-7F26-E32A235796B9}"/>
          </ac:spMkLst>
        </pc:spChg>
        <pc:spChg chg="add del mod">
          <ac:chgData name="Nguyen Binh" userId="acf7f2a7-1119-454a-99ee-b7b1d8425230" providerId="ADAL" clId="{BF4A2991-7034-466C-8A1A-A8878F9A449B}" dt="2024-01-07T14:28:17.279" v="9568"/>
          <ac:spMkLst>
            <pc:docMk/>
            <pc:sldMk cId="3712574253" sldId="1389"/>
            <ac:spMk id="4" creationId="{A5448E4D-DB06-F6BD-7CC8-515A13412724}"/>
          </ac:spMkLst>
        </pc:spChg>
        <pc:picChg chg="add mod">
          <ac:chgData name="Nguyen Binh" userId="acf7f2a7-1119-454a-99ee-b7b1d8425230" providerId="ADAL" clId="{BF4A2991-7034-466C-8A1A-A8878F9A449B}" dt="2024-01-07T19:06:17.107" v="11818" actId="1076"/>
          <ac:picMkLst>
            <pc:docMk/>
            <pc:sldMk cId="3712574253" sldId="1389"/>
            <ac:picMk id="5" creationId="{8519FAD8-08EB-B17D-E753-B7B38A3BF4C3}"/>
          </ac:picMkLst>
        </pc:picChg>
        <pc:picChg chg="add del mod">
          <ac:chgData name="Nguyen Binh" userId="acf7f2a7-1119-454a-99ee-b7b1d8425230" providerId="ADAL" clId="{BF4A2991-7034-466C-8A1A-A8878F9A449B}" dt="2024-01-07T19:09:20.383" v="11967" actId="478"/>
          <ac:picMkLst>
            <pc:docMk/>
            <pc:sldMk cId="3712574253" sldId="1389"/>
            <ac:picMk id="6" creationId="{6C7047B3-CF81-B960-1664-CEA7DB73BF7C}"/>
          </ac:picMkLst>
        </pc:picChg>
        <pc:picChg chg="add del mod">
          <ac:chgData name="Nguyen Binh" userId="acf7f2a7-1119-454a-99ee-b7b1d8425230" providerId="ADAL" clId="{BF4A2991-7034-466C-8A1A-A8878F9A449B}" dt="2024-01-07T19:09:20.383" v="11967" actId="478"/>
          <ac:picMkLst>
            <pc:docMk/>
            <pc:sldMk cId="3712574253" sldId="1389"/>
            <ac:picMk id="7" creationId="{2962639A-4BA3-D71B-3B88-EAC3C5540164}"/>
          </ac:picMkLst>
        </pc:picChg>
        <pc:picChg chg="add mod">
          <ac:chgData name="Nguyen Binh" userId="acf7f2a7-1119-454a-99ee-b7b1d8425230" providerId="ADAL" clId="{BF4A2991-7034-466C-8A1A-A8878F9A449B}" dt="2024-01-07T19:09:25.797" v="11970" actId="1076"/>
          <ac:picMkLst>
            <pc:docMk/>
            <pc:sldMk cId="3712574253" sldId="1389"/>
            <ac:picMk id="8" creationId="{34BB8024-9567-C2F0-0258-DB45F2B8FFDA}"/>
          </ac:picMkLst>
        </pc:picChg>
      </pc:sldChg>
      <pc:sldChg chg="addSp modSp add mod ord modAnim">
        <pc:chgData name="Nguyen Binh" userId="acf7f2a7-1119-454a-99ee-b7b1d8425230" providerId="ADAL" clId="{BF4A2991-7034-466C-8A1A-A8878F9A449B}" dt="2024-01-07T21:14:38.120" v="16711"/>
        <pc:sldMkLst>
          <pc:docMk/>
          <pc:sldMk cId="1699336848" sldId="1390"/>
        </pc:sldMkLst>
        <pc:spChg chg="mod">
          <ac:chgData name="Nguyen Binh" userId="acf7f2a7-1119-454a-99ee-b7b1d8425230" providerId="ADAL" clId="{BF4A2991-7034-466C-8A1A-A8878F9A449B}" dt="2024-01-07T15:13:06.696" v="11060" actId="20577"/>
          <ac:spMkLst>
            <pc:docMk/>
            <pc:sldMk cId="1699336848" sldId="1390"/>
            <ac:spMk id="3" creationId="{02540BA9-2FCF-CE22-1B49-36DFA0BE0929}"/>
          </ac:spMkLst>
        </pc:spChg>
        <pc:spChg chg="mod">
          <ac:chgData name="Nguyen Binh" userId="acf7f2a7-1119-454a-99ee-b7b1d8425230" providerId="ADAL" clId="{BF4A2991-7034-466C-8A1A-A8878F9A449B}" dt="2024-01-07T15:21:18.410" v="11305" actId="1076"/>
          <ac:spMkLst>
            <pc:docMk/>
            <pc:sldMk cId="1699336848" sldId="1390"/>
            <ac:spMk id="4" creationId="{EC5DCBD2-5EF4-2A5B-7159-9A0AD172B66A}"/>
          </ac:spMkLst>
        </pc:spChg>
        <pc:spChg chg="add mod">
          <ac:chgData name="Nguyen Binh" userId="acf7f2a7-1119-454a-99ee-b7b1d8425230" providerId="ADAL" clId="{BF4A2991-7034-466C-8A1A-A8878F9A449B}" dt="2024-01-07T15:21:23.233" v="11307" actId="1076"/>
          <ac:spMkLst>
            <pc:docMk/>
            <pc:sldMk cId="1699336848" sldId="1390"/>
            <ac:spMk id="5" creationId="{F0E3CD51-2438-BB17-121C-3C101533AD69}"/>
          </ac:spMkLst>
        </pc:spChg>
        <pc:spChg chg="add mod">
          <ac:chgData name="Nguyen Binh" userId="acf7f2a7-1119-454a-99ee-b7b1d8425230" providerId="ADAL" clId="{BF4A2991-7034-466C-8A1A-A8878F9A449B}" dt="2024-01-07T15:21:13.729" v="11304" actId="1076"/>
          <ac:spMkLst>
            <pc:docMk/>
            <pc:sldMk cId="1699336848" sldId="1390"/>
            <ac:spMk id="8" creationId="{9D0DA2C0-D89C-074D-EADB-E5661DC42DA5}"/>
          </ac:spMkLst>
        </pc:spChg>
        <pc:spChg chg="add mod">
          <ac:chgData name="Nguyen Binh" userId="acf7f2a7-1119-454a-99ee-b7b1d8425230" providerId="ADAL" clId="{BF4A2991-7034-466C-8A1A-A8878F9A449B}" dt="2024-01-07T15:20:53.225" v="11299" actId="1076"/>
          <ac:spMkLst>
            <pc:docMk/>
            <pc:sldMk cId="1699336848" sldId="1390"/>
            <ac:spMk id="10" creationId="{DC0C1F78-2D16-1B0F-65CC-668D0BA19C30}"/>
          </ac:spMkLst>
        </pc:spChg>
        <pc:grpChg chg="add mod">
          <ac:chgData name="Nguyen Binh" userId="acf7f2a7-1119-454a-99ee-b7b1d8425230" providerId="ADAL" clId="{BF4A2991-7034-466C-8A1A-A8878F9A449B}" dt="2024-01-07T15:21:21.772" v="11306" actId="1076"/>
          <ac:grpSpMkLst>
            <pc:docMk/>
            <pc:sldMk cId="1699336848" sldId="1390"/>
            <ac:grpSpMk id="11" creationId="{853CE873-E743-992B-83A9-E0462724E973}"/>
          </ac:grpSpMkLst>
        </pc:grpChg>
        <pc:picChg chg="add mod">
          <ac:chgData name="Nguyen Binh" userId="acf7f2a7-1119-454a-99ee-b7b1d8425230" providerId="ADAL" clId="{BF4A2991-7034-466C-8A1A-A8878F9A449B}" dt="2024-01-07T15:20:44.661" v="11297" actId="164"/>
          <ac:picMkLst>
            <pc:docMk/>
            <pc:sldMk cId="1699336848" sldId="1390"/>
            <ac:picMk id="2" creationId="{D841628D-9A29-E6D8-8CBB-9D0785252BB3}"/>
          </ac:picMkLst>
        </pc:picChg>
        <pc:picChg chg="add mod">
          <ac:chgData name="Nguyen Binh" userId="acf7f2a7-1119-454a-99ee-b7b1d8425230" providerId="ADAL" clId="{BF4A2991-7034-466C-8A1A-A8878F9A449B}" dt="2024-01-07T15:21:26.458" v="11308" actId="1076"/>
          <ac:picMkLst>
            <pc:docMk/>
            <pc:sldMk cId="1699336848" sldId="1390"/>
            <ac:picMk id="6" creationId="{589EC252-05B1-5678-6C8A-055885BB95C7}"/>
          </ac:picMkLst>
        </pc:picChg>
      </pc:sldChg>
      <pc:sldChg chg="addSp modSp add mod modAnim">
        <pc:chgData name="Nguyen Binh" userId="acf7f2a7-1119-454a-99ee-b7b1d8425230" providerId="ADAL" clId="{BF4A2991-7034-466C-8A1A-A8878F9A449B}" dt="2024-01-07T21:21:31.634" v="16731" actId="113"/>
        <pc:sldMkLst>
          <pc:docMk/>
          <pc:sldMk cId="3635688099" sldId="1391"/>
        </pc:sldMkLst>
        <pc:spChg chg="mod">
          <ac:chgData name="Nguyen Binh" userId="acf7f2a7-1119-454a-99ee-b7b1d8425230" providerId="ADAL" clId="{BF4A2991-7034-466C-8A1A-A8878F9A449B}" dt="2024-01-07T20:19:22.940" v="13936" actId="20577"/>
          <ac:spMkLst>
            <pc:docMk/>
            <pc:sldMk cId="3635688099" sldId="1391"/>
            <ac:spMk id="3" creationId="{02540BA9-2FCF-CE22-1B49-36DFA0BE0929}"/>
          </ac:spMkLst>
        </pc:spChg>
        <pc:spChg chg="add mod">
          <ac:chgData name="Nguyen Binh" userId="acf7f2a7-1119-454a-99ee-b7b1d8425230" providerId="ADAL" clId="{BF4A2991-7034-466C-8A1A-A8878F9A449B}" dt="2024-01-07T19:41:59.995" v="12674" actId="14100"/>
          <ac:spMkLst>
            <pc:docMk/>
            <pc:sldMk cId="3635688099" sldId="1391"/>
            <ac:spMk id="4" creationId="{119E3A05-421B-8CFA-D367-85EE738485A9}"/>
          </ac:spMkLst>
        </pc:spChg>
        <pc:spChg chg="mod">
          <ac:chgData name="Nguyen Binh" userId="acf7f2a7-1119-454a-99ee-b7b1d8425230" providerId="ADAL" clId="{BF4A2991-7034-466C-8A1A-A8878F9A449B}" dt="2024-01-07T19:43:23.269" v="12716" actId="20577"/>
          <ac:spMkLst>
            <pc:docMk/>
            <pc:sldMk cId="3635688099" sldId="1391"/>
            <ac:spMk id="5" creationId="{16DD666E-58B6-BEB5-2568-C7DDA07FBBD0}"/>
          </ac:spMkLst>
        </pc:spChg>
        <pc:spChg chg="add mod">
          <ac:chgData name="Nguyen Binh" userId="acf7f2a7-1119-454a-99ee-b7b1d8425230" providerId="ADAL" clId="{BF4A2991-7034-466C-8A1A-A8878F9A449B}" dt="2024-01-07T19:42:03.551" v="12675" actId="14100"/>
          <ac:spMkLst>
            <pc:docMk/>
            <pc:sldMk cId="3635688099" sldId="1391"/>
            <ac:spMk id="6" creationId="{6D056887-E376-FC79-E018-687657D86DF5}"/>
          </ac:spMkLst>
        </pc:spChg>
        <pc:spChg chg="add mod">
          <ac:chgData name="Nguyen Binh" userId="acf7f2a7-1119-454a-99ee-b7b1d8425230" providerId="ADAL" clId="{BF4A2991-7034-466C-8A1A-A8878F9A449B}" dt="2024-01-07T21:21:08.560" v="16730" actId="20577"/>
          <ac:spMkLst>
            <pc:docMk/>
            <pc:sldMk cId="3635688099" sldId="1391"/>
            <ac:spMk id="8" creationId="{4E856D3D-9BA7-1C60-91E9-9C2B40A354C1}"/>
          </ac:spMkLst>
        </pc:spChg>
        <pc:spChg chg="add mod">
          <ac:chgData name="Nguyen Binh" userId="acf7f2a7-1119-454a-99ee-b7b1d8425230" providerId="ADAL" clId="{BF4A2991-7034-466C-8A1A-A8878F9A449B}" dt="2024-01-07T21:21:31.634" v="16731" actId="113"/>
          <ac:spMkLst>
            <pc:docMk/>
            <pc:sldMk cId="3635688099" sldId="1391"/>
            <ac:spMk id="10" creationId="{C7067A1E-3CF6-ACE0-7EA6-8CBB9E1E26EA}"/>
          </ac:spMkLst>
        </pc:spChg>
      </pc:sldChg>
      <pc:sldChg chg="addSp delSp modSp new mod modAnim">
        <pc:chgData name="Nguyen Binh" userId="acf7f2a7-1119-454a-99ee-b7b1d8425230" providerId="ADAL" clId="{BF4A2991-7034-466C-8A1A-A8878F9A449B}" dt="2024-01-07T21:12:57.783" v="16709" actId="207"/>
        <pc:sldMkLst>
          <pc:docMk/>
          <pc:sldMk cId="2083576136" sldId="1392"/>
        </pc:sldMkLst>
        <pc:spChg chg="del mod">
          <ac:chgData name="Nguyen Binh" userId="acf7f2a7-1119-454a-99ee-b7b1d8425230" providerId="ADAL" clId="{BF4A2991-7034-466C-8A1A-A8878F9A449B}" dt="2024-01-07T20:56:19.887" v="15692" actId="478"/>
          <ac:spMkLst>
            <pc:docMk/>
            <pc:sldMk cId="2083576136" sldId="1392"/>
            <ac:spMk id="2" creationId="{0D351CC0-DFA1-3DC5-DD25-D12ABE9B973B}"/>
          </ac:spMkLst>
        </pc:spChg>
        <pc:spChg chg="mod">
          <ac:chgData name="Nguyen Binh" userId="acf7f2a7-1119-454a-99ee-b7b1d8425230" providerId="ADAL" clId="{BF4A2991-7034-466C-8A1A-A8878F9A449B}" dt="2024-01-07T20:37:01.166" v="15020" actId="20577"/>
          <ac:spMkLst>
            <pc:docMk/>
            <pc:sldMk cId="2083576136" sldId="1392"/>
            <ac:spMk id="3" creationId="{C5C045F2-6D49-9456-F703-031D4A46C343}"/>
          </ac:spMkLst>
        </pc:spChg>
        <pc:spChg chg="add mod">
          <ac:chgData name="Nguyen Binh" userId="acf7f2a7-1119-454a-99ee-b7b1d8425230" providerId="ADAL" clId="{BF4A2991-7034-466C-8A1A-A8878F9A449B}" dt="2024-01-07T21:12:41.471" v="16707" actId="20577"/>
          <ac:spMkLst>
            <pc:docMk/>
            <pc:sldMk cId="2083576136" sldId="1392"/>
            <ac:spMk id="6" creationId="{F2C5B295-47C5-16CA-1B25-F995B56AA497}"/>
          </ac:spMkLst>
        </pc:spChg>
        <pc:spChg chg="add mod">
          <ac:chgData name="Nguyen Binh" userId="acf7f2a7-1119-454a-99ee-b7b1d8425230" providerId="ADAL" clId="{BF4A2991-7034-466C-8A1A-A8878F9A449B}" dt="2024-01-07T21:12:57.783" v="16709" actId="207"/>
          <ac:spMkLst>
            <pc:docMk/>
            <pc:sldMk cId="2083576136" sldId="1392"/>
            <ac:spMk id="8" creationId="{125B95DD-667F-D9D0-A42D-3C74F82D612D}"/>
          </ac:spMkLst>
        </pc:spChg>
        <pc:picChg chg="add mod">
          <ac:chgData name="Nguyen Binh" userId="acf7f2a7-1119-454a-99ee-b7b1d8425230" providerId="ADAL" clId="{BF4A2991-7034-466C-8A1A-A8878F9A449B}" dt="2024-01-07T20:56:13.949" v="15690" actId="1076"/>
          <ac:picMkLst>
            <pc:docMk/>
            <pc:sldMk cId="2083576136" sldId="1392"/>
            <ac:picMk id="4" creationId="{75AB6E8B-E9A6-9756-A650-6573ED6657EF}"/>
          </ac:picMkLst>
        </pc:picChg>
      </pc:sldChg>
      <pc:sldChg chg="addSp modSp new mod ord modAnim">
        <pc:chgData name="Nguyen Binh" userId="acf7f2a7-1119-454a-99ee-b7b1d8425230" providerId="ADAL" clId="{BF4A2991-7034-466C-8A1A-A8878F9A449B}" dt="2024-01-08T10:54:01.831" v="18110"/>
        <pc:sldMkLst>
          <pc:docMk/>
          <pc:sldMk cId="95033168" sldId="1393"/>
        </pc:sldMkLst>
        <pc:spChg chg="mod">
          <ac:chgData name="Nguyen Binh" userId="acf7f2a7-1119-454a-99ee-b7b1d8425230" providerId="ADAL" clId="{BF4A2991-7034-466C-8A1A-A8878F9A449B}" dt="2024-01-07T20:54:05.106" v="15685" actId="20577"/>
          <ac:spMkLst>
            <pc:docMk/>
            <pc:sldMk cId="95033168" sldId="1393"/>
            <ac:spMk id="2" creationId="{B3FD34C0-37C3-07E8-445F-4626AAC38DBF}"/>
          </ac:spMkLst>
        </pc:spChg>
        <pc:spChg chg="mod">
          <ac:chgData name="Nguyen Binh" userId="acf7f2a7-1119-454a-99ee-b7b1d8425230" providerId="ADAL" clId="{BF4A2991-7034-466C-8A1A-A8878F9A449B}" dt="2024-01-07T20:45:29.989" v="15095" actId="20577"/>
          <ac:spMkLst>
            <pc:docMk/>
            <pc:sldMk cId="95033168" sldId="1393"/>
            <ac:spMk id="3" creationId="{49E60712-FC61-E9A9-F0F9-4C188E7597CC}"/>
          </ac:spMkLst>
        </pc:spChg>
        <pc:picChg chg="add mod">
          <ac:chgData name="Nguyen Binh" userId="acf7f2a7-1119-454a-99ee-b7b1d8425230" providerId="ADAL" clId="{BF4A2991-7034-466C-8A1A-A8878F9A449B}" dt="2024-01-07T20:49:38.822" v="15543" actId="1076"/>
          <ac:picMkLst>
            <pc:docMk/>
            <pc:sldMk cId="95033168" sldId="1393"/>
            <ac:picMk id="4" creationId="{5F6A37E4-9FA7-66F6-DF0A-96049F7CCF3A}"/>
          </ac:picMkLst>
        </pc:picChg>
        <pc:picChg chg="add mod">
          <ac:chgData name="Nguyen Binh" userId="acf7f2a7-1119-454a-99ee-b7b1d8425230" providerId="ADAL" clId="{BF4A2991-7034-466C-8A1A-A8878F9A449B}" dt="2024-01-07T20:49:38.822" v="15543" actId="1076"/>
          <ac:picMkLst>
            <pc:docMk/>
            <pc:sldMk cId="95033168" sldId="1393"/>
            <ac:picMk id="5" creationId="{E017577F-05D2-0B49-13EA-6AE9E0797A5B}"/>
          </ac:picMkLst>
        </pc:picChg>
        <pc:picChg chg="add mod">
          <ac:chgData name="Nguyen Binh" userId="acf7f2a7-1119-454a-99ee-b7b1d8425230" providerId="ADAL" clId="{BF4A2991-7034-466C-8A1A-A8878F9A449B}" dt="2024-01-07T20:50:13.557" v="15617" actId="14100"/>
          <ac:picMkLst>
            <pc:docMk/>
            <pc:sldMk cId="95033168" sldId="1393"/>
            <ac:picMk id="6" creationId="{EF848B0E-23D3-0C1F-6924-45A20BB8CE8B}"/>
          </ac:picMkLst>
        </pc:picChg>
        <pc:picChg chg="add mod">
          <ac:chgData name="Nguyen Binh" userId="acf7f2a7-1119-454a-99ee-b7b1d8425230" providerId="ADAL" clId="{BF4A2991-7034-466C-8A1A-A8878F9A449B}" dt="2024-01-07T20:50:45.606" v="15620" actId="14100"/>
          <ac:picMkLst>
            <pc:docMk/>
            <pc:sldMk cId="95033168" sldId="1393"/>
            <ac:picMk id="7" creationId="{0D6FE94A-AF33-211A-8740-8C968A7685F1}"/>
          </ac:picMkLst>
        </pc:picChg>
      </pc:sldChg>
      <pc:sldChg chg="addSp delSp modSp new mod modAnim">
        <pc:chgData name="Nguyen Binh" userId="acf7f2a7-1119-454a-99ee-b7b1d8425230" providerId="ADAL" clId="{BF4A2991-7034-466C-8A1A-A8878F9A449B}" dt="2024-01-08T10:54:47.183" v="18123" actId="20577"/>
        <pc:sldMkLst>
          <pc:docMk/>
          <pc:sldMk cId="1194972545" sldId="1394"/>
        </pc:sldMkLst>
        <pc:spChg chg="del">
          <ac:chgData name="Nguyen Binh" userId="acf7f2a7-1119-454a-99ee-b7b1d8425230" providerId="ADAL" clId="{BF4A2991-7034-466C-8A1A-A8878F9A449B}" dt="2024-01-07T21:53:29.206" v="16761" actId="478"/>
          <ac:spMkLst>
            <pc:docMk/>
            <pc:sldMk cId="1194972545" sldId="1394"/>
            <ac:spMk id="2" creationId="{B7786F5D-9604-FE60-B090-3F453E5EBB70}"/>
          </ac:spMkLst>
        </pc:spChg>
        <pc:spChg chg="mod">
          <ac:chgData name="Nguyen Binh" userId="acf7f2a7-1119-454a-99ee-b7b1d8425230" providerId="ADAL" clId="{BF4A2991-7034-466C-8A1A-A8878F9A449B}" dt="2024-01-07T21:54:00.755" v="16811" actId="20577"/>
          <ac:spMkLst>
            <pc:docMk/>
            <pc:sldMk cId="1194972545" sldId="1394"/>
            <ac:spMk id="3" creationId="{6D0CA8F4-346E-19B0-5D9F-FA7C1483B528}"/>
          </ac:spMkLst>
        </pc:spChg>
        <pc:spChg chg="add mod">
          <ac:chgData name="Nguyen Binh" userId="acf7f2a7-1119-454a-99ee-b7b1d8425230" providerId="ADAL" clId="{BF4A2991-7034-466C-8A1A-A8878F9A449B}" dt="2024-01-08T10:54:47.183" v="18123" actId="20577"/>
          <ac:spMkLst>
            <pc:docMk/>
            <pc:sldMk cId="1194972545" sldId="1394"/>
            <ac:spMk id="5" creationId="{FBFF782E-C3A8-9C8B-D354-1783778CE654}"/>
          </ac:spMkLst>
        </pc:spChg>
        <pc:picChg chg="add mod modCrop">
          <ac:chgData name="Nguyen Binh" userId="acf7f2a7-1119-454a-99ee-b7b1d8425230" providerId="ADAL" clId="{BF4A2991-7034-466C-8A1A-A8878F9A449B}" dt="2024-01-08T10:32:16.910" v="17906" actId="14100"/>
          <ac:picMkLst>
            <pc:docMk/>
            <pc:sldMk cId="1194972545" sldId="1394"/>
            <ac:picMk id="4" creationId="{3BF4E7C1-CADC-48D1-EFF0-85B5C0145CA8}"/>
          </ac:picMkLst>
        </pc:picChg>
      </pc:sldChg>
      <pc:sldChg chg="addSp delSp modSp add mod ord modAnim">
        <pc:chgData name="Nguyen Binh" userId="acf7f2a7-1119-454a-99ee-b7b1d8425230" providerId="ADAL" clId="{BF4A2991-7034-466C-8A1A-A8878F9A449B}" dt="2024-01-08T12:25:07.138" v="20525" actId="1076"/>
        <pc:sldMkLst>
          <pc:docMk/>
          <pc:sldMk cId="3597226842" sldId="1395"/>
        </pc:sldMkLst>
        <pc:spChg chg="mod">
          <ac:chgData name="Nguyen Binh" userId="acf7f2a7-1119-454a-99ee-b7b1d8425230" providerId="ADAL" clId="{BF4A2991-7034-466C-8A1A-A8878F9A449B}" dt="2024-01-08T10:48:55.923" v="18104" actId="20577"/>
          <ac:spMkLst>
            <pc:docMk/>
            <pc:sldMk cId="3597226842" sldId="1395"/>
            <ac:spMk id="3" creationId="{9D8E4F50-C513-FDC4-283C-078CB6151E2F}"/>
          </ac:spMkLst>
        </pc:spChg>
        <pc:spChg chg="mod">
          <ac:chgData name="Nguyen Binh" userId="acf7f2a7-1119-454a-99ee-b7b1d8425230" providerId="ADAL" clId="{BF4A2991-7034-466C-8A1A-A8878F9A449B}" dt="2024-01-08T11:06:06.773" v="18898" actId="20577"/>
          <ac:spMkLst>
            <pc:docMk/>
            <pc:sldMk cId="3597226842" sldId="1395"/>
            <ac:spMk id="7" creationId="{C64507D8-84DB-B728-3EF0-8A29D98F0704}"/>
          </ac:spMkLst>
        </pc:spChg>
        <pc:spChg chg="add mod">
          <ac:chgData name="Nguyen Binh" userId="acf7f2a7-1119-454a-99ee-b7b1d8425230" providerId="ADAL" clId="{BF4A2991-7034-466C-8A1A-A8878F9A449B}" dt="2024-01-08T11:06:55.417" v="18903" actId="164"/>
          <ac:spMkLst>
            <pc:docMk/>
            <pc:sldMk cId="3597226842" sldId="1395"/>
            <ac:spMk id="8" creationId="{24CC8C26-7813-1757-9775-92A1ED82825D}"/>
          </ac:spMkLst>
        </pc:spChg>
        <pc:spChg chg="add mod">
          <ac:chgData name="Nguyen Binh" userId="acf7f2a7-1119-454a-99ee-b7b1d8425230" providerId="ADAL" clId="{BF4A2991-7034-466C-8A1A-A8878F9A449B}" dt="2024-01-08T11:06:55.417" v="18903" actId="164"/>
          <ac:spMkLst>
            <pc:docMk/>
            <pc:sldMk cId="3597226842" sldId="1395"/>
            <ac:spMk id="9" creationId="{C1FDA844-647A-6FB0-B6FD-4F2726C44F44}"/>
          </ac:spMkLst>
        </pc:spChg>
        <pc:spChg chg="add mod">
          <ac:chgData name="Nguyen Binh" userId="acf7f2a7-1119-454a-99ee-b7b1d8425230" providerId="ADAL" clId="{BF4A2991-7034-466C-8A1A-A8878F9A449B}" dt="2024-01-08T11:06:55.417" v="18903" actId="164"/>
          <ac:spMkLst>
            <pc:docMk/>
            <pc:sldMk cId="3597226842" sldId="1395"/>
            <ac:spMk id="10" creationId="{5102093A-B338-219C-1F1B-D23E966E6B4F}"/>
          </ac:spMkLst>
        </pc:spChg>
        <pc:spChg chg="add mod">
          <ac:chgData name="Nguyen Binh" userId="acf7f2a7-1119-454a-99ee-b7b1d8425230" providerId="ADAL" clId="{BF4A2991-7034-466C-8A1A-A8878F9A449B}" dt="2024-01-08T11:06:55.417" v="18903" actId="164"/>
          <ac:spMkLst>
            <pc:docMk/>
            <pc:sldMk cId="3597226842" sldId="1395"/>
            <ac:spMk id="11" creationId="{50BB4CA0-CF6F-B84C-03E0-D08B71699F4A}"/>
          </ac:spMkLst>
        </pc:spChg>
        <pc:spChg chg="add mod">
          <ac:chgData name="Nguyen Binh" userId="acf7f2a7-1119-454a-99ee-b7b1d8425230" providerId="ADAL" clId="{BF4A2991-7034-466C-8A1A-A8878F9A449B}" dt="2024-01-08T11:06:55.417" v="18903" actId="164"/>
          <ac:spMkLst>
            <pc:docMk/>
            <pc:sldMk cId="3597226842" sldId="1395"/>
            <ac:spMk id="12" creationId="{22DFFD46-4977-AD4A-AE65-883A894F2EFF}"/>
          </ac:spMkLst>
        </pc:spChg>
        <pc:spChg chg="add mod">
          <ac:chgData name="Nguyen Binh" userId="acf7f2a7-1119-454a-99ee-b7b1d8425230" providerId="ADAL" clId="{BF4A2991-7034-466C-8A1A-A8878F9A449B}" dt="2024-01-08T12:25:07.138" v="20525" actId="1076"/>
          <ac:spMkLst>
            <pc:docMk/>
            <pc:sldMk cId="3597226842" sldId="1395"/>
            <ac:spMk id="15" creationId="{634AE192-70C0-2DF0-4393-1CB447BBC450}"/>
          </ac:spMkLst>
        </pc:spChg>
        <pc:grpChg chg="del">
          <ac:chgData name="Nguyen Binh" userId="acf7f2a7-1119-454a-99ee-b7b1d8425230" providerId="ADAL" clId="{BF4A2991-7034-466C-8A1A-A8878F9A449B}" dt="2024-01-08T10:55:03.743" v="18124" actId="478"/>
          <ac:grpSpMkLst>
            <pc:docMk/>
            <pc:sldMk cId="3597226842" sldId="1395"/>
            <ac:grpSpMk id="6" creationId="{61BAE312-C028-F1F1-E623-9A67AD9AB272}"/>
          </ac:grpSpMkLst>
        </pc:grpChg>
        <pc:grpChg chg="add mod">
          <ac:chgData name="Nguyen Binh" userId="acf7f2a7-1119-454a-99ee-b7b1d8425230" providerId="ADAL" clId="{BF4A2991-7034-466C-8A1A-A8878F9A449B}" dt="2024-01-08T11:06:55.417" v="18903" actId="164"/>
          <ac:grpSpMkLst>
            <pc:docMk/>
            <pc:sldMk cId="3597226842" sldId="1395"/>
            <ac:grpSpMk id="13" creationId="{6749CE4C-A42D-B75A-4A6D-ED12CEB75961}"/>
          </ac:grpSpMkLst>
        </pc:grpChg>
        <pc:picChg chg="add mod">
          <ac:chgData name="Nguyen Binh" userId="acf7f2a7-1119-454a-99ee-b7b1d8425230" providerId="ADAL" clId="{BF4A2991-7034-466C-8A1A-A8878F9A449B}" dt="2024-01-08T11:06:55.417" v="18903" actId="164"/>
          <ac:picMkLst>
            <pc:docMk/>
            <pc:sldMk cId="3597226842" sldId="1395"/>
            <ac:picMk id="1026" creationId="{AFB6D706-40D7-C330-FEF9-318032CC8343}"/>
          </ac:picMkLst>
        </pc:picChg>
      </pc:sldChg>
      <pc:sldChg chg="modSp new del mod">
        <pc:chgData name="Nguyen Binh" userId="acf7f2a7-1119-454a-99ee-b7b1d8425230" providerId="ADAL" clId="{BF4A2991-7034-466C-8A1A-A8878F9A449B}" dt="2024-01-08T12:22:54.420" v="20520" actId="47"/>
        <pc:sldMkLst>
          <pc:docMk/>
          <pc:sldMk cId="763297053" sldId="1396"/>
        </pc:sldMkLst>
        <pc:spChg chg="mod">
          <ac:chgData name="Nguyen Binh" userId="acf7f2a7-1119-454a-99ee-b7b1d8425230" providerId="ADAL" clId="{BF4A2991-7034-466C-8A1A-A8878F9A449B}" dt="2024-01-08T10:58:05.625" v="18457" actId="20577"/>
          <ac:spMkLst>
            <pc:docMk/>
            <pc:sldMk cId="763297053" sldId="1396"/>
            <ac:spMk id="3" creationId="{811B0B16-E004-EFB0-90D1-36D59EED47F5}"/>
          </ac:spMkLst>
        </pc:spChg>
      </pc:sldChg>
      <pc:sldMasterChg chg="modSp mod">
        <pc:chgData name="Nguyen Binh" userId="acf7f2a7-1119-454a-99ee-b7b1d8425230" providerId="ADAL" clId="{BF4A2991-7034-466C-8A1A-A8878F9A449B}" dt="2024-01-06T13:13:25.650" v="6276" actId="20577"/>
        <pc:sldMasterMkLst>
          <pc:docMk/>
          <pc:sldMasterMk cId="3038685260" sldId="2147483811"/>
        </pc:sldMasterMkLst>
        <pc:spChg chg="mod">
          <ac:chgData name="Nguyen Binh" userId="acf7f2a7-1119-454a-99ee-b7b1d8425230" providerId="ADAL" clId="{BF4A2991-7034-466C-8A1A-A8878F9A449B}" dt="2024-01-06T13:13:25.650" v="6276" actId="20577"/>
          <ac:spMkLst>
            <pc:docMk/>
            <pc:sldMasterMk cId="3038685260" sldId="2147483811"/>
            <ac:spMk id="15" creationId="{00000000-0000-0000-0000-000000000000}"/>
          </ac:spMkLst>
        </pc:spChg>
        <pc:spChg chg="mod">
          <ac:chgData name="Nguyen Binh" userId="acf7f2a7-1119-454a-99ee-b7b1d8425230" providerId="ADAL" clId="{BF4A2991-7034-466C-8A1A-A8878F9A449B}" dt="2024-01-03T17:42:06.455" v="3874" actId="14100"/>
          <ac:spMkLst>
            <pc:docMk/>
            <pc:sldMasterMk cId="3038685260" sldId="2147483811"/>
            <ac:spMk id="18" creationId="{00000000-0000-0000-0000-000000000000}"/>
          </ac:spMkLst>
        </pc:spChg>
      </pc:sldMasterChg>
    </pc:docChg>
  </pc:docChgLst>
  <pc:docChgLst>
    <pc:chgData name="Nguyen Binh" userId="acf7f2a7-1119-454a-99ee-b7b1d8425230" providerId="ADAL" clId="{AF3855B6-6F79-417A-920C-2E0C4C850685}"/>
    <pc:docChg chg="undo custSel addSld modSld sldOrd">
      <pc:chgData name="Nguyen Binh" userId="acf7f2a7-1119-454a-99ee-b7b1d8425230" providerId="ADAL" clId="{AF3855B6-6F79-417A-920C-2E0C4C850685}" dt="2024-01-10T09:42:04.066" v="2515" actId="20577"/>
      <pc:docMkLst>
        <pc:docMk/>
      </pc:docMkLst>
      <pc:sldChg chg="modSp mod">
        <pc:chgData name="Nguyen Binh" userId="acf7f2a7-1119-454a-99ee-b7b1d8425230" providerId="ADAL" clId="{AF3855B6-6F79-417A-920C-2E0C4C850685}" dt="2024-01-10T08:50:48.218" v="1163" actId="1076"/>
        <pc:sldMkLst>
          <pc:docMk/>
          <pc:sldMk cId="0" sldId="258"/>
        </pc:sldMkLst>
        <pc:spChg chg="mod">
          <ac:chgData name="Nguyen Binh" userId="acf7f2a7-1119-454a-99ee-b7b1d8425230" providerId="ADAL" clId="{AF3855B6-6F79-417A-920C-2E0C4C850685}" dt="2024-01-10T08:50:48.218" v="1163" actId="1076"/>
          <ac:spMkLst>
            <pc:docMk/>
            <pc:sldMk cId="0" sldId="258"/>
            <ac:spMk id="3" creationId="{00000000-0000-0000-0000-000000000000}"/>
          </ac:spMkLst>
        </pc:spChg>
      </pc:sldChg>
      <pc:sldChg chg="modSp mod">
        <pc:chgData name="Nguyen Binh" userId="acf7f2a7-1119-454a-99ee-b7b1d8425230" providerId="ADAL" clId="{AF3855B6-6F79-417A-920C-2E0C4C850685}" dt="2024-01-10T08:41:19.471" v="1117" actId="1076"/>
        <pc:sldMkLst>
          <pc:docMk/>
          <pc:sldMk cId="2156242455" sldId="929"/>
        </pc:sldMkLst>
        <pc:spChg chg="mod">
          <ac:chgData name="Nguyen Binh" userId="acf7f2a7-1119-454a-99ee-b7b1d8425230" providerId="ADAL" clId="{AF3855B6-6F79-417A-920C-2E0C4C850685}" dt="2024-01-10T08:41:19.471" v="1117" actId="1076"/>
          <ac:spMkLst>
            <pc:docMk/>
            <pc:sldMk cId="2156242455" sldId="929"/>
            <ac:spMk id="7" creationId="{B38AF60A-3A8E-FA6F-EA66-7EDA1E7EA5FA}"/>
          </ac:spMkLst>
        </pc:spChg>
        <pc:graphicFrameChg chg="mod">
          <ac:chgData name="Nguyen Binh" userId="acf7f2a7-1119-454a-99ee-b7b1d8425230" providerId="ADAL" clId="{AF3855B6-6F79-417A-920C-2E0C4C850685}" dt="2024-01-10T08:41:19.471" v="1117" actId="1076"/>
          <ac:graphicFrameMkLst>
            <pc:docMk/>
            <pc:sldMk cId="2156242455" sldId="929"/>
            <ac:graphicFrameMk id="8" creationId="{68EA2F88-B87B-949E-B02C-72C8DE8F93BC}"/>
          </ac:graphicFrameMkLst>
        </pc:graphicFrameChg>
      </pc:sldChg>
      <pc:sldChg chg="modSp mod">
        <pc:chgData name="Nguyen Binh" userId="acf7f2a7-1119-454a-99ee-b7b1d8425230" providerId="ADAL" clId="{AF3855B6-6F79-417A-920C-2E0C4C850685}" dt="2024-01-09T08:51:15.296" v="0" actId="20577"/>
        <pc:sldMkLst>
          <pc:docMk/>
          <pc:sldMk cId="162046587" sldId="1352"/>
        </pc:sldMkLst>
        <pc:spChg chg="mod">
          <ac:chgData name="Nguyen Binh" userId="acf7f2a7-1119-454a-99ee-b7b1d8425230" providerId="ADAL" clId="{AF3855B6-6F79-417A-920C-2E0C4C850685}" dt="2024-01-09T08:51:15.296" v="0" actId="20577"/>
          <ac:spMkLst>
            <pc:docMk/>
            <pc:sldMk cId="162046587" sldId="1352"/>
            <ac:spMk id="3" creationId="{00000000-0000-0000-0000-000000000000}"/>
          </ac:spMkLst>
        </pc:spChg>
      </pc:sldChg>
      <pc:sldChg chg="modAnim">
        <pc:chgData name="Nguyen Binh" userId="acf7f2a7-1119-454a-99ee-b7b1d8425230" providerId="ADAL" clId="{AF3855B6-6F79-417A-920C-2E0C4C850685}" dt="2024-01-09T08:51:43.692" v="1"/>
        <pc:sldMkLst>
          <pc:docMk/>
          <pc:sldMk cId="1154075763" sldId="1353"/>
        </pc:sldMkLst>
      </pc:sldChg>
      <pc:sldChg chg="ord">
        <pc:chgData name="Nguyen Binh" userId="acf7f2a7-1119-454a-99ee-b7b1d8425230" providerId="ADAL" clId="{AF3855B6-6F79-417A-920C-2E0C4C850685}" dt="2024-01-10T09:34:52.857" v="2426" actId="20578"/>
        <pc:sldMkLst>
          <pc:docMk/>
          <pc:sldMk cId="3745377986" sldId="1363"/>
        </pc:sldMkLst>
      </pc:sldChg>
      <pc:sldChg chg="addSp delSp modSp mod">
        <pc:chgData name="Nguyen Binh" userId="acf7f2a7-1119-454a-99ee-b7b1d8425230" providerId="ADAL" clId="{AF3855B6-6F79-417A-920C-2E0C4C850685}" dt="2024-01-10T08:44:55.450" v="1122" actId="1076"/>
        <pc:sldMkLst>
          <pc:docMk/>
          <pc:sldMk cId="307608450" sldId="1384"/>
        </pc:sldMkLst>
        <pc:grpChg chg="del">
          <ac:chgData name="Nguyen Binh" userId="acf7f2a7-1119-454a-99ee-b7b1d8425230" providerId="ADAL" clId="{AF3855B6-6F79-417A-920C-2E0C4C850685}" dt="2024-01-10T08:44:45.949" v="1118" actId="478"/>
          <ac:grpSpMkLst>
            <pc:docMk/>
            <pc:sldMk cId="307608450" sldId="1384"/>
            <ac:grpSpMk id="7" creationId="{22886252-6752-147D-A8E2-1A1AB2D4170B}"/>
          </ac:grpSpMkLst>
        </pc:grpChg>
        <pc:picChg chg="del topLvl">
          <ac:chgData name="Nguyen Binh" userId="acf7f2a7-1119-454a-99ee-b7b1d8425230" providerId="ADAL" clId="{AF3855B6-6F79-417A-920C-2E0C4C850685}" dt="2024-01-10T08:44:45.949" v="1118" actId="478"/>
          <ac:picMkLst>
            <pc:docMk/>
            <pc:sldMk cId="307608450" sldId="1384"/>
            <ac:picMk id="4" creationId="{1856669E-68F2-A623-B58D-627698464642}"/>
          </ac:picMkLst>
        </pc:picChg>
        <pc:picChg chg="add mod">
          <ac:chgData name="Nguyen Binh" userId="acf7f2a7-1119-454a-99ee-b7b1d8425230" providerId="ADAL" clId="{AF3855B6-6F79-417A-920C-2E0C4C850685}" dt="2024-01-10T08:44:55.450" v="1122" actId="1076"/>
          <ac:picMkLst>
            <pc:docMk/>
            <pc:sldMk cId="307608450" sldId="1384"/>
            <ac:picMk id="5" creationId="{94C72016-AA99-3C1C-C42C-7E9CDF32F970}"/>
          </ac:picMkLst>
        </pc:picChg>
        <pc:picChg chg="mod topLvl">
          <ac:chgData name="Nguyen Binh" userId="acf7f2a7-1119-454a-99ee-b7b1d8425230" providerId="ADAL" clId="{AF3855B6-6F79-417A-920C-2E0C4C850685}" dt="2024-01-10T08:44:55.450" v="1122" actId="1076"/>
          <ac:picMkLst>
            <pc:docMk/>
            <pc:sldMk cId="307608450" sldId="1384"/>
            <ac:picMk id="6" creationId="{A5AF79C8-3F49-E42B-5040-224A6E84605D}"/>
          </ac:picMkLst>
        </pc:picChg>
      </pc:sldChg>
      <pc:sldChg chg="modSp mod modAnim">
        <pc:chgData name="Nguyen Binh" userId="acf7f2a7-1119-454a-99ee-b7b1d8425230" providerId="ADAL" clId="{AF3855B6-6F79-417A-920C-2E0C4C850685}" dt="2024-01-09T10:06:54.115" v="1075"/>
        <pc:sldMkLst>
          <pc:docMk/>
          <pc:sldMk cId="2731171234" sldId="1387"/>
        </pc:sldMkLst>
        <pc:spChg chg="mod">
          <ac:chgData name="Nguyen Binh" userId="acf7f2a7-1119-454a-99ee-b7b1d8425230" providerId="ADAL" clId="{AF3855B6-6F79-417A-920C-2E0C4C850685}" dt="2024-01-09T10:06:07.685" v="1067" actId="20577"/>
          <ac:spMkLst>
            <pc:docMk/>
            <pc:sldMk cId="2731171234" sldId="1387"/>
            <ac:spMk id="6" creationId="{F395E35D-C124-54C8-8217-918D9F926A2E}"/>
          </ac:spMkLst>
        </pc:spChg>
      </pc:sldChg>
      <pc:sldChg chg="modSp">
        <pc:chgData name="Nguyen Binh" userId="acf7f2a7-1119-454a-99ee-b7b1d8425230" providerId="ADAL" clId="{AF3855B6-6F79-417A-920C-2E0C4C850685}" dt="2024-01-10T08:50:27.631" v="1161" actId="20577"/>
        <pc:sldMkLst>
          <pc:docMk/>
          <pc:sldMk cId="95033168" sldId="1393"/>
        </pc:sldMkLst>
        <pc:spChg chg="mod">
          <ac:chgData name="Nguyen Binh" userId="acf7f2a7-1119-454a-99ee-b7b1d8425230" providerId="ADAL" clId="{AF3855B6-6F79-417A-920C-2E0C4C850685}" dt="2024-01-10T08:50:27.631" v="1161" actId="20577"/>
          <ac:spMkLst>
            <pc:docMk/>
            <pc:sldMk cId="95033168" sldId="1393"/>
            <ac:spMk id="2" creationId="{B3FD34C0-37C3-07E8-445F-4626AAC38DBF}"/>
          </ac:spMkLst>
        </pc:spChg>
      </pc:sldChg>
      <pc:sldChg chg="addSp modSp mod modAnim">
        <pc:chgData name="Nguyen Binh" userId="acf7f2a7-1119-454a-99ee-b7b1d8425230" providerId="ADAL" clId="{AF3855B6-6F79-417A-920C-2E0C4C850685}" dt="2024-01-10T09:41:36.252" v="2513" actId="20578"/>
        <pc:sldMkLst>
          <pc:docMk/>
          <pc:sldMk cId="3597226842" sldId="1395"/>
        </pc:sldMkLst>
        <pc:spChg chg="add mod">
          <ac:chgData name="Nguyen Binh" userId="acf7f2a7-1119-454a-99ee-b7b1d8425230" providerId="ADAL" clId="{AF3855B6-6F79-417A-920C-2E0C4C850685}" dt="2024-01-10T09:39:28.738" v="2507" actId="14100"/>
          <ac:spMkLst>
            <pc:docMk/>
            <pc:sldMk cId="3597226842" sldId="1395"/>
            <ac:spMk id="2" creationId="{95485260-F6B4-524D-7BA1-2144756D89B8}"/>
          </ac:spMkLst>
        </pc:spChg>
        <pc:spChg chg="mod">
          <ac:chgData name="Nguyen Binh" userId="acf7f2a7-1119-454a-99ee-b7b1d8425230" providerId="ADAL" clId="{AF3855B6-6F79-417A-920C-2E0C4C850685}" dt="2024-01-10T09:39:30.906" v="2508" actId="1076"/>
          <ac:spMkLst>
            <pc:docMk/>
            <pc:sldMk cId="3597226842" sldId="1395"/>
            <ac:spMk id="8" creationId="{24CC8C26-7813-1757-9775-92A1ED82825D}"/>
          </ac:spMkLst>
        </pc:spChg>
        <pc:spChg chg="mod">
          <ac:chgData name="Nguyen Binh" userId="acf7f2a7-1119-454a-99ee-b7b1d8425230" providerId="ADAL" clId="{AF3855B6-6F79-417A-920C-2E0C4C850685}" dt="2024-01-10T09:41:36.252" v="2513" actId="20578"/>
          <ac:spMkLst>
            <pc:docMk/>
            <pc:sldMk cId="3597226842" sldId="1395"/>
            <ac:spMk id="15" creationId="{634AE192-70C0-2DF0-4393-1CB447BBC450}"/>
          </ac:spMkLst>
        </pc:spChg>
      </pc:sldChg>
      <pc:sldChg chg="addSp modSp mod">
        <pc:chgData name="Nguyen Binh" userId="acf7f2a7-1119-454a-99ee-b7b1d8425230" providerId="ADAL" clId="{AF3855B6-6F79-417A-920C-2E0C4C850685}" dt="2024-01-09T09:21:25.893" v="1026" actId="20577"/>
        <pc:sldMkLst>
          <pc:docMk/>
          <pc:sldMk cId="4115618481" sldId="1396"/>
        </pc:sldMkLst>
        <pc:spChg chg="add mod">
          <ac:chgData name="Nguyen Binh" userId="acf7f2a7-1119-454a-99ee-b7b1d8425230" providerId="ADAL" clId="{AF3855B6-6F79-417A-920C-2E0C4C850685}" dt="2024-01-09T09:21:25.893" v="1026" actId="20577"/>
          <ac:spMkLst>
            <pc:docMk/>
            <pc:sldMk cId="4115618481" sldId="1396"/>
            <ac:spMk id="4" creationId="{BAA8039F-2DEB-6FF4-F1AD-3B4F7A28AE0C}"/>
          </ac:spMkLst>
        </pc:spChg>
      </pc:sldChg>
      <pc:sldChg chg="addSp delSp modSp new mod">
        <pc:chgData name="Nguyen Binh" userId="acf7f2a7-1119-454a-99ee-b7b1d8425230" providerId="ADAL" clId="{AF3855B6-6F79-417A-920C-2E0C4C850685}" dt="2024-01-10T09:42:04.066" v="2515" actId="20577"/>
        <pc:sldMkLst>
          <pc:docMk/>
          <pc:sldMk cId="3221871479" sldId="1398"/>
        </pc:sldMkLst>
        <pc:spChg chg="del">
          <ac:chgData name="Nguyen Binh" userId="acf7f2a7-1119-454a-99ee-b7b1d8425230" providerId="ADAL" clId="{AF3855B6-6F79-417A-920C-2E0C4C850685}" dt="2024-01-09T08:54:37.164" v="62" actId="478"/>
          <ac:spMkLst>
            <pc:docMk/>
            <pc:sldMk cId="3221871479" sldId="1398"/>
            <ac:spMk id="2" creationId="{EF6A70AB-5EBE-828E-58A9-F4A6776C9D3E}"/>
          </ac:spMkLst>
        </pc:spChg>
        <pc:spChg chg="mod">
          <ac:chgData name="Nguyen Binh" userId="acf7f2a7-1119-454a-99ee-b7b1d8425230" providerId="ADAL" clId="{AF3855B6-6F79-417A-920C-2E0C4C850685}" dt="2024-01-10T09:42:04.066" v="2515" actId="20577"/>
          <ac:spMkLst>
            <pc:docMk/>
            <pc:sldMk cId="3221871479" sldId="1398"/>
            <ac:spMk id="3" creationId="{83EDFF57-80A0-61EE-58CF-5E4E969A8970}"/>
          </ac:spMkLst>
        </pc:spChg>
        <pc:spChg chg="add del">
          <ac:chgData name="Nguyen Binh" userId="acf7f2a7-1119-454a-99ee-b7b1d8425230" providerId="ADAL" clId="{AF3855B6-6F79-417A-920C-2E0C4C850685}" dt="2024-01-09T08:54:38.600" v="66"/>
          <ac:spMkLst>
            <pc:docMk/>
            <pc:sldMk cId="3221871479" sldId="1398"/>
            <ac:spMk id="5" creationId="{F9253DEA-9443-26AA-8FD2-FF660B8ED2E4}"/>
          </ac:spMkLst>
        </pc:spChg>
        <pc:spChg chg="add mod">
          <ac:chgData name="Nguyen Binh" userId="acf7f2a7-1119-454a-99ee-b7b1d8425230" providerId="ADAL" clId="{AF3855B6-6F79-417A-920C-2E0C4C850685}" dt="2024-01-09T08:55:29.622" v="96" actId="1076"/>
          <ac:spMkLst>
            <pc:docMk/>
            <pc:sldMk cId="3221871479" sldId="1398"/>
            <ac:spMk id="7" creationId="{DDB11FAA-0F55-7A01-CCF6-5296F1B527E3}"/>
          </ac:spMkLst>
        </pc:spChg>
        <pc:spChg chg="add mod">
          <ac:chgData name="Nguyen Binh" userId="acf7f2a7-1119-454a-99ee-b7b1d8425230" providerId="ADAL" clId="{AF3855B6-6F79-417A-920C-2E0C4C850685}" dt="2024-01-09T10:07:18.484" v="1116" actId="20577"/>
          <ac:spMkLst>
            <pc:docMk/>
            <pc:sldMk cId="3221871479" sldId="1398"/>
            <ac:spMk id="8" creationId="{044767D8-47AA-2DE4-BDB2-8F85E577876A}"/>
          </ac:spMkLst>
        </pc:spChg>
        <pc:spChg chg="add mod">
          <ac:chgData name="Nguyen Binh" userId="acf7f2a7-1119-454a-99ee-b7b1d8425230" providerId="ADAL" clId="{AF3855B6-6F79-417A-920C-2E0C4C850685}" dt="2024-01-09T08:59:37.506" v="647" actId="20577"/>
          <ac:spMkLst>
            <pc:docMk/>
            <pc:sldMk cId="3221871479" sldId="1398"/>
            <ac:spMk id="9" creationId="{6A49E824-E5E4-A815-61AF-EE3B44C77F15}"/>
          </ac:spMkLst>
        </pc:spChg>
        <pc:spChg chg="add mod">
          <ac:chgData name="Nguyen Binh" userId="acf7f2a7-1119-454a-99ee-b7b1d8425230" providerId="ADAL" clId="{AF3855B6-6F79-417A-920C-2E0C4C850685}" dt="2024-01-09T08:59:06.973" v="624" actId="1076"/>
          <ac:spMkLst>
            <pc:docMk/>
            <pc:sldMk cId="3221871479" sldId="1398"/>
            <ac:spMk id="11" creationId="{B50C87A8-9557-4876-4CC0-4189947A5BBE}"/>
          </ac:spMkLst>
        </pc:spChg>
        <pc:picChg chg="add mod">
          <ac:chgData name="Nguyen Binh" userId="acf7f2a7-1119-454a-99ee-b7b1d8425230" providerId="ADAL" clId="{AF3855B6-6F79-417A-920C-2E0C4C850685}" dt="2024-01-09T08:59:03.581" v="622" actId="1076"/>
          <ac:picMkLst>
            <pc:docMk/>
            <pc:sldMk cId="3221871479" sldId="1398"/>
            <ac:picMk id="1026" creationId="{BBF1E732-918F-782F-58BF-830757E7EC72}"/>
          </ac:picMkLst>
        </pc:picChg>
      </pc:sldChg>
      <pc:sldChg chg="modSp">
        <pc:chgData name="Nguyen Binh" userId="acf7f2a7-1119-454a-99ee-b7b1d8425230" providerId="ADAL" clId="{AF3855B6-6F79-417A-920C-2E0C4C850685}" dt="2024-01-10T08:48:04.022" v="1160" actId="2710"/>
        <pc:sldMkLst>
          <pc:docMk/>
          <pc:sldMk cId="1810014493" sldId="1405"/>
        </pc:sldMkLst>
        <pc:spChg chg="mod">
          <ac:chgData name="Nguyen Binh" userId="acf7f2a7-1119-454a-99ee-b7b1d8425230" providerId="ADAL" clId="{AF3855B6-6F79-417A-920C-2E0C4C850685}" dt="2024-01-10T08:48:04.022" v="1160" actId="2710"/>
          <ac:spMkLst>
            <pc:docMk/>
            <pc:sldMk cId="1810014493" sldId="1405"/>
            <ac:spMk id="2" creationId="{CB22F132-D01D-7694-CA02-34F485896CAA}"/>
          </ac:spMkLst>
        </pc:spChg>
      </pc:sldChg>
      <pc:sldChg chg="addSp delSp modSp new mod modAnim">
        <pc:chgData name="Nguyen Binh" userId="acf7f2a7-1119-454a-99ee-b7b1d8425230" providerId="ADAL" clId="{AF3855B6-6F79-417A-920C-2E0C4C850685}" dt="2024-01-10T09:36:42.249" v="2495" actId="20577"/>
        <pc:sldMkLst>
          <pc:docMk/>
          <pc:sldMk cId="915366634" sldId="1406"/>
        </pc:sldMkLst>
        <pc:spChg chg="mod">
          <ac:chgData name="Nguyen Binh" userId="acf7f2a7-1119-454a-99ee-b7b1d8425230" providerId="ADAL" clId="{AF3855B6-6F79-417A-920C-2E0C4C850685}" dt="2024-01-10T09:36:42.249" v="2495" actId="20577"/>
          <ac:spMkLst>
            <pc:docMk/>
            <pc:sldMk cId="915366634" sldId="1406"/>
            <ac:spMk id="2" creationId="{DDB78E83-A969-D94E-99D9-1801B580AD36}"/>
          </ac:spMkLst>
        </pc:spChg>
        <pc:spChg chg="mod">
          <ac:chgData name="Nguyen Binh" userId="acf7f2a7-1119-454a-99ee-b7b1d8425230" providerId="ADAL" clId="{AF3855B6-6F79-417A-920C-2E0C4C850685}" dt="2024-01-10T09:25:40.117" v="2397" actId="20577"/>
          <ac:spMkLst>
            <pc:docMk/>
            <pc:sldMk cId="915366634" sldId="1406"/>
            <ac:spMk id="3" creationId="{E3D76913-2F88-24B1-EAA4-1D4E9921520D}"/>
          </ac:spMkLst>
        </pc:spChg>
        <pc:spChg chg="add mod">
          <ac:chgData name="Nguyen Binh" userId="acf7f2a7-1119-454a-99ee-b7b1d8425230" providerId="ADAL" clId="{AF3855B6-6F79-417A-920C-2E0C4C850685}" dt="2024-01-10T09:36:11.875" v="2437" actId="1076"/>
          <ac:spMkLst>
            <pc:docMk/>
            <pc:sldMk cId="915366634" sldId="1406"/>
            <ac:spMk id="5" creationId="{89632AF8-350E-A611-F556-C2BCADD87341}"/>
          </ac:spMkLst>
        </pc:spChg>
        <pc:spChg chg="add mod">
          <ac:chgData name="Nguyen Binh" userId="acf7f2a7-1119-454a-99ee-b7b1d8425230" providerId="ADAL" clId="{AF3855B6-6F79-417A-920C-2E0C4C850685}" dt="2024-01-10T09:35:48.652" v="2435" actId="1076"/>
          <ac:spMkLst>
            <pc:docMk/>
            <pc:sldMk cId="915366634" sldId="1406"/>
            <ac:spMk id="7" creationId="{1CE25906-CF06-1B77-E68B-7E79C189B2DA}"/>
          </ac:spMkLst>
        </pc:spChg>
        <pc:spChg chg="add mod">
          <ac:chgData name="Nguyen Binh" userId="acf7f2a7-1119-454a-99ee-b7b1d8425230" providerId="ADAL" clId="{AF3855B6-6F79-417A-920C-2E0C4C850685}" dt="2024-01-10T09:35:48.652" v="2435" actId="1076"/>
          <ac:spMkLst>
            <pc:docMk/>
            <pc:sldMk cId="915366634" sldId="1406"/>
            <ac:spMk id="8" creationId="{B1F85C1B-83E9-65E5-8FE3-4459E11EBAFD}"/>
          </ac:spMkLst>
        </pc:spChg>
        <pc:spChg chg="add del mod">
          <ac:chgData name="Nguyen Binh" userId="acf7f2a7-1119-454a-99ee-b7b1d8425230" providerId="ADAL" clId="{AF3855B6-6F79-417A-920C-2E0C4C850685}" dt="2024-01-10T09:16:36.812" v="2200" actId="478"/>
          <ac:spMkLst>
            <pc:docMk/>
            <pc:sldMk cId="915366634" sldId="1406"/>
            <ac:spMk id="9" creationId="{B1DDDF8C-1774-DD4D-E38E-7B75ACA2A58D}"/>
          </ac:spMkLst>
        </pc:spChg>
        <pc:spChg chg="add mod">
          <ac:chgData name="Nguyen Binh" userId="acf7f2a7-1119-454a-99ee-b7b1d8425230" providerId="ADAL" clId="{AF3855B6-6F79-417A-920C-2E0C4C850685}" dt="2024-01-10T09:24:15.641" v="2385" actId="1076"/>
          <ac:spMkLst>
            <pc:docMk/>
            <pc:sldMk cId="915366634" sldId="1406"/>
            <ac:spMk id="10" creationId="{705530DB-81EE-E795-4406-97E94B9E43E5}"/>
          </ac:spMkLst>
        </pc:spChg>
        <pc:spChg chg="add mod">
          <ac:chgData name="Nguyen Binh" userId="acf7f2a7-1119-454a-99ee-b7b1d8425230" providerId="ADAL" clId="{AF3855B6-6F79-417A-920C-2E0C4C850685}" dt="2024-01-10T09:24:15.641" v="2385" actId="1076"/>
          <ac:spMkLst>
            <pc:docMk/>
            <pc:sldMk cId="915366634" sldId="1406"/>
            <ac:spMk id="11" creationId="{37B77E0C-95FC-68F3-6EE4-CA412066F9DC}"/>
          </ac:spMkLst>
        </pc:spChg>
        <pc:spChg chg="add mod">
          <ac:chgData name="Nguyen Binh" userId="acf7f2a7-1119-454a-99ee-b7b1d8425230" providerId="ADAL" clId="{AF3855B6-6F79-417A-920C-2E0C4C850685}" dt="2024-01-10T09:26:33.907" v="2419" actId="1076"/>
          <ac:spMkLst>
            <pc:docMk/>
            <pc:sldMk cId="915366634" sldId="1406"/>
            <ac:spMk id="12" creationId="{5F4B412F-34B5-FFBA-FE85-5FB2DEA42C9A}"/>
          </ac:spMkLst>
        </pc:spChg>
        <pc:spChg chg="add mod">
          <ac:chgData name="Nguyen Binh" userId="acf7f2a7-1119-454a-99ee-b7b1d8425230" providerId="ADAL" clId="{AF3855B6-6F79-417A-920C-2E0C4C850685}" dt="2024-01-10T09:26:47.029" v="2421" actId="20577"/>
          <ac:spMkLst>
            <pc:docMk/>
            <pc:sldMk cId="915366634" sldId="1406"/>
            <ac:spMk id="13" creationId="{9B267417-A491-2F18-9AD7-19FE32BFB755}"/>
          </ac:spMkLst>
        </pc:spChg>
        <pc:spChg chg="add mod">
          <ac:chgData name="Nguyen Binh" userId="acf7f2a7-1119-454a-99ee-b7b1d8425230" providerId="ADAL" clId="{AF3855B6-6F79-417A-920C-2E0C4C850685}" dt="2024-01-10T09:24:29.898" v="2390" actId="1076"/>
          <ac:spMkLst>
            <pc:docMk/>
            <pc:sldMk cId="915366634" sldId="1406"/>
            <ac:spMk id="14" creationId="{63EB9DE8-0E67-A546-8BDB-AD0353633276}"/>
          </ac:spMkLst>
        </pc:spChg>
      </pc:sldChg>
    </pc:docChg>
  </pc:docChgLst>
  <pc:docChgLst>
    <pc:chgData name="Wenqi Liu" userId="e72448e5a518e0d1" providerId="Windows Live" clId="Web-{8344D899-CF04-4709-9513-82C7292A6326}"/>
    <pc:docChg chg="sldOrd">
      <pc:chgData name="Wenqi Liu" userId="e72448e5a518e0d1" providerId="Windows Live" clId="Web-{8344D899-CF04-4709-9513-82C7292A6326}" dt="2019-06-24T15:18:22.046" v="0"/>
      <pc:docMkLst>
        <pc:docMk/>
      </pc:docMkLst>
      <pc:sldChg chg="ord">
        <pc:chgData name="Wenqi Liu" userId="e72448e5a518e0d1" providerId="Windows Live" clId="Web-{8344D899-CF04-4709-9513-82C7292A6326}" dt="2019-06-24T15:18:22.046" v="0"/>
        <pc:sldMkLst>
          <pc:docMk/>
          <pc:sldMk cId="3636662597" sldId="903"/>
        </pc:sldMkLst>
      </pc:sldChg>
    </pc:docChg>
  </pc:docChgLst>
  <pc:docChgLst>
    <pc:chgData name="Nguyen Binh" userId="acf7f2a7-1119-454a-99ee-b7b1d8425230" providerId="ADAL" clId="{13AF70C8-8603-4514-873E-A56FDD760185}"/>
    <pc:docChg chg="undo custSel addSld delSld modSld">
      <pc:chgData name="Nguyen Binh" userId="acf7f2a7-1119-454a-99ee-b7b1d8425230" providerId="ADAL" clId="{13AF70C8-8603-4514-873E-A56FDD760185}" dt="2023-12-26T19:34:41.007" v="30"/>
      <pc:docMkLst>
        <pc:docMk/>
      </pc:docMkLst>
      <pc:sldChg chg="addSp delSp modSp add mod modClrScheme chgLayout">
        <pc:chgData name="Nguyen Binh" userId="acf7f2a7-1119-454a-99ee-b7b1d8425230" providerId="ADAL" clId="{13AF70C8-8603-4514-873E-A56FDD760185}" dt="2023-12-26T19:32:49.150" v="8" actId="478"/>
        <pc:sldMkLst>
          <pc:docMk/>
          <pc:sldMk cId="2839297928" sldId="259"/>
        </pc:sldMkLst>
        <pc:spChg chg="del mod ord">
          <ac:chgData name="Nguyen Binh" userId="acf7f2a7-1119-454a-99ee-b7b1d8425230" providerId="ADAL" clId="{13AF70C8-8603-4514-873E-A56FDD760185}" dt="2023-12-26T19:32:46.288" v="7" actId="478"/>
          <ac:spMkLst>
            <pc:docMk/>
            <pc:sldMk cId="2839297928" sldId="259"/>
            <ac:spMk id="3" creationId="{5F52AEC3-7819-AD21-53AC-754D098E102A}"/>
          </ac:spMkLst>
        </pc:spChg>
        <pc:spChg chg="add del mod">
          <ac:chgData name="Nguyen Binh" userId="acf7f2a7-1119-454a-99ee-b7b1d8425230" providerId="ADAL" clId="{13AF70C8-8603-4514-873E-A56FDD760185}" dt="2023-12-26T19:32:49.150" v="8" actId="478"/>
          <ac:spMkLst>
            <pc:docMk/>
            <pc:sldMk cId="2839297928" sldId="259"/>
            <ac:spMk id="4" creationId="{877F4339-5D83-A3B0-1B67-7F9E6AE5D32A}"/>
          </ac:spMkLst>
        </pc:spChg>
      </pc:sldChg>
      <pc:sldChg chg="del">
        <pc:chgData name="Nguyen Binh" userId="acf7f2a7-1119-454a-99ee-b7b1d8425230" providerId="ADAL" clId="{13AF70C8-8603-4514-873E-A56FDD760185}" dt="2023-12-26T19:32:10.264" v="0" actId="47"/>
        <pc:sldMkLst>
          <pc:docMk/>
          <pc:sldMk cId="763966358" sldId="928"/>
        </pc:sldMkLst>
      </pc:sldChg>
      <pc:sldChg chg="addSp delSp modSp mod">
        <pc:chgData name="Nguyen Binh" userId="acf7f2a7-1119-454a-99ee-b7b1d8425230" providerId="ADAL" clId="{13AF70C8-8603-4514-873E-A56FDD760185}" dt="2023-12-26T19:33:56.403" v="24"/>
        <pc:sldMkLst>
          <pc:docMk/>
          <pc:sldMk cId="2156242455" sldId="929"/>
        </pc:sldMkLst>
        <pc:spChg chg="del">
          <ac:chgData name="Nguyen Binh" userId="acf7f2a7-1119-454a-99ee-b7b1d8425230" providerId="ADAL" clId="{13AF70C8-8603-4514-873E-A56FDD760185}" dt="2023-12-26T19:32:52.134" v="9" actId="478"/>
          <ac:spMkLst>
            <pc:docMk/>
            <pc:sldMk cId="2156242455" sldId="929"/>
            <ac:spMk id="2" creationId="{B1E90DBD-A579-9A18-0441-411DFEFA5D0C}"/>
          </ac:spMkLst>
        </pc:spChg>
        <pc:spChg chg="add del">
          <ac:chgData name="Nguyen Binh" userId="acf7f2a7-1119-454a-99ee-b7b1d8425230" providerId="ADAL" clId="{13AF70C8-8603-4514-873E-A56FDD760185}" dt="2023-12-26T19:33:48.141" v="22" actId="478"/>
          <ac:spMkLst>
            <pc:docMk/>
            <pc:sldMk cId="2156242455" sldId="929"/>
            <ac:spMk id="6" creationId="{1FFC73E1-CC02-EC6E-10B3-E9D2A32FCAC9}"/>
          </ac:spMkLst>
        </pc:spChg>
        <pc:spChg chg="add">
          <ac:chgData name="Nguyen Binh" userId="acf7f2a7-1119-454a-99ee-b7b1d8425230" providerId="ADAL" clId="{13AF70C8-8603-4514-873E-A56FDD760185}" dt="2023-12-26T19:33:56.403" v="24"/>
          <ac:spMkLst>
            <pc:docMk/>
            <pc:sldMk cId="2156242455" sldId="929"/>
            <ac:spMk id="8" creationId="{458F57B3-6BE6-3C95-0A18-1BA465A98E64}"/>
          </ac:spMkLst>
        </pc:spChg>
        <pc:graphicFrameChg chg="add del mod">
          <ac:chgData name="Nguyen Binh" userId="acf7f2a7-1119-454a-99ee-b7b1d8425230" providerId="ADAL" clId="{13AF70C8-8603-4514-873E-A56FDD760185}" dt="2023-12-26T19:32:54.698" v="17"/>
          <ac:graphicFrameMkLst>
            <pc:docMk/>
            <pc:sldMk cId="2156242455" sldId="929"/>
            <ac:graphicFrameMk id="4" creationId="{98191289-5A35-6DD2-76C7-48ED3B095F90}"/>
          </ac:graphicFrameMkLst>
        </pc:graphicFrameChg>
      </pc:sldChg>
      <pc:sldChg chg="addSp delSp modSp add mod">
        <pc:chgData name="Nguyen Binh" userId="acf7f2a7-1119-454a-99ee-b7b1d8425230" providerId="ADAL" clId="{13AF70C8-8603-4514-873E-A56FDD760185}" dt="2023-12-26T19:34:18.041" v="27"/>
        <pc:sldMkLst>
          <pc:docMk/>
          <pc:sldMk cId="3369118176" sldId="930"/>
        </pc:sldMkLst>
        <pc:spChg chg="add">
          <ac:chgData name="Nguyen Binh" userId="acf7f2a7-1119-454a-99ee-b7b1d8425230" providerId="ADAL" clId="{13AF70C8-8603-4514-873E-A56FDD760185}" dt="2023-12-26T19:34:18.041" v="27"/>
          <ac:spMkLst>
            <pc:docMk/>
            <pc:sldMk cId="3369118176" sldId="930"/>
            <ac:spMk id="4" creationId="{C8B3E9C6-51F8-C5DB-0F36-BF234AE714D4}"/>
          </ac:spMkLst>
        </pc:spChg>
        <pc:spChg chg="del">
          <ac:chgData name="Nguyen Binh" userId="acf7f2a7-1119-454a-99ee-b7b1d8425230" providerId="ADAL" clId="{13AF70C8-8603-4514-873E-A56FDD760185}" dt="2023-12-26T19:33:59.800" v="25" actId="478"/>
          <ac:spMkLst>
            <pc:docMk/>
            <pc:sldMk cId="3369118176" sldId="930"/>
            <ac:spMk id="6" creationId="{1FFC73E1-CC02-EC6E-10B3-E9D2A32FCAC9}"/>
          </ac:spMkLst>
        </pc:spChg>
      </pc:sldChg>
      <pc:sldChg chg="modSp add del mod">
        <pc:chgData name="Nguyen Binh" userId="acf7f2a7-1119-454a-99ee-b7b1d8425230" providerId="ADAL" clId="{13AF70C8-8603-4514-873E-A56FDD760185}" dt="2023-12-26T19:32:54.698" v="17"/>
        <pc:sldMkLst>
          <pc:docMk/>
          <pc:sldMk cId="3802606812" sldId="930"/>
        </pc:sldMkLst>
        <pc:spChg chg="mod">
          <ac:chgData name="Nguyen Binh" userId="acf7f2a7-1119-454a-99ee-b7b1d8425230" providerId="ADAL" clId="{13AF70C8-8603-4514-873E-A56FDD760185}" dt="2023-12-26T19:32:54.698" v="17"/>
          <ac:spMkLst>
            <pc:docMk/>
            <pc:sldMk cId="3802606812" sldId="930"/>
            <ac:spMk id="3" creationId="{5F52AEC3-7819-AD21-53AC-754D098E102A}"/>
          </ac:spMkLst>
        </pc:spChg>
      </pc:sldChg>
      <pc:sldChg chg="addSp delSp modSp add mod">
        <pc:chgData name="Nguyen Binh" userId="acf7f2a7-1119-454a-99ee-b7b1d8425230" providerId="ADAL" clId="{13AF70C8-8603-4514-873E-A56FDD760185}" dt="2023-12-26T19:34:41.007" v="30"/>
        <pc:sldMkLst>
          <pc:docMk/>
          <pc:sldMk cId="3646569435" sldId="931"/>
        </pc:sldMkLst>
        <pc:spChg chg="add">
          <ac:chgData name="Nguyen Binh" userId="acf7f2a7-1119-454a-99ee-b7b1d8425230" providerId="ADAL" clId="{13AF70C8-8603-4514-873E-A56FDD760185}" dt="2023-12-26T19:34:41.007" v="30"/>
          <ac:spMkLst>
            <pc:docMk/>
            <pc:sldMk cId="3646569435" sldId="931"/>
            <ac:spMk id="4" creationId="{61026822-3056-2131-1A26-525428578EA0}"/>
          </ac:spMkLst>
        </pc:spChg>
        <pc:spChg chg="del">
          <ac:chgData name="Nguyen Binh" userId="acf7f2a7-1119-454a-99ee-b7b1d8425230" providerId="ADAL" clId="{13AF70C8-8603-4514-873E-A56FDD760185}" dt="2023-12-26T19:34:40.753" v="28" actId="478"/>
          <ac:spMkLst>
            <pc:docMk/>
            <pc:sldMk cId="3646569435" sldId="931"/>
            <ac:spMk id="6" creationId="{1FFC73E1-CC02-EC6E-10B3-E9D2A32FCAC9}"/>
          </ac:spMkLst>
        </pc:spChg>
      </pc:sldChg>
    </pc:docChg>
  </pc:docChgLst>
  <pc:docChgLst>
    <pc:chgData name="Wenwen Zhang" userId="c03af495d93805d2" providerId="LiveId" clId="{B347B28A-A8D1-4AED-BEE3-FDF92573F426}"/>
    <pc:docChg chg="undo redo custSel addSld delSld modSld sldOrd modMainMaster">
      <pc:chgData name="Wenwen Zhang" userId="c03af495d93805d2" providerId="LiveId" clId="{B347B28A-A8D1-4AED-BEE3-FDF92573F426}" dt="2019-04-29T13:34:51.734" v="7623" actId="20577"/>
      <pc:docMkLst>
        <pc:docMk/>
      </pc:docMkLst>
      <pc:sldChg chg="modSp">
        <pc:chgData name="Wenwen Zhang" userId="c03af495d93805d2" providerId="LiveId" clId="{B347B28A-A8D1-4AED-BEE3-FDF92573F426}" dt="2019-04-26T12:13:16.024" v="5504" actId="20577"/>
        <pc:sldMkLst>
          <pc:docMk/>
          <pc:sldMk cId="0" sldId="258"/>
        </pc:sldMkLst>
        <pc:graphicFrameChg chg="mod modGraphic">
          <ac:chgData name="Wenwen Zhang" userId="c03af495d93805d2" providerId="LiveId" clId="{B347B28A-A8D1-4AED-BEE3-FDF92573F426}" dt="2019-04-26T12:13:16.024" v="5504" actId="20577"/>
          <ac:graphicFrameMkLst>
            <pc:docMk/>
            <pc:sldMk cId="0" sldId="258"/>
            <ac:graphicFrameMk id="6" creationId="{00000000-0000-0000-0000-000000000000}"/>
          </ac:graphicFrameMkLst>
        </pc:graphicFrameChg>
      </pc:sldChg>
      <pc:sldChg chg="addSp delSp modSp">
        <pc:chgData name="Wenwen Zhang" userId="c03af495d93805d2" providerId="LiveId" clId="{B347B28A-A8D1-4AED-BEE3-FDF92573F426}" dt="2019-04-29T13:02:45.253" v="7610" actId="20577"/>
        <pc:sldMkLst>
          <pc:docMk/>
          <pc:sldMk cId="838772025" sldId="744"/>
        </pc:sldMkLst>
        <pc:spChg chg="add del mod">
          <ac:chgData name="Wenwen Zhang" userId="c03af495d93805d2" providerId="LiveId" clId="{B347B28A-A8D1-4AED-BEE3-FDF92573F426}" dt="2019-04-29T13:01:27.732" v="7547" actId="478"/>
          <ac:spMkLst>
            <pc:docMk/>
            <pc:sldMk cId="838772025" sldId="744"/>
            <ac:spMk id="4" creationId="{0C833DD0-F9B2-42FC-8EC6-9F9BB38129FC}"/>
          </ac:spMkLst>
        </pc:spChg>
        <pc:spChg chg="mod">
          <ac:chgData name="Wenwen Zhang" userId="c03af495d93805d2" providerId="LiveId" clId="{B347B28A-A8D1-4AED-BEE3-FDF92573F426}" dt="2019-04-29T13:02:45.253" v="7610" actId="20577"/>
          <ac:spMkLst>
            <pc:docMk/>
            <pc:sldMk cId="838772025" sldId="744"/>
            <ac:spMk id="5" creationId="{00000000-0000-0000-0000-000000000000}"/>
          </ac:spMkLst>
        </pc:spChg>
        <pc:spChg chg="mod">
          <ac:chgData name="Wenwen Zhang" userId="c03af495d93805d2" providerId="LiveId" clId="{B347B28A-A8D1-4AED-BEE3-FDF92573F426}" dt="2019-04-26T13:27:21.594" v="5505" actId="20577"/>
          <ac:spMkLst>
            <pc:docMk/>
            <pc:sldMk cId="838772025" sldId="744"/>
            <ac:spMk id="11" creationId="{00000000-0000-0000-0000-000000000000}"/>
          </ac:spMkLst>
        </pc:spChg>
      </pc:sldChg>
      <pc:sldMasterChg chg="modSp">
        <pc:chgData name="Wenwen Zhang" userId="c03af495d93805d2" providerId="LiveId" clId="{B347B28A-A8D1-4AED-BEE3-FDF92573F426}" dt="2019-04-29T13:34:51.734" v="7623" actId="20577"/>
        <pc:sldMasterMkLst>
          <pc:docMk/>
          <pc:sldMasterMk cId="0" sldId="2147483738"/>
        </pc:sldMasterMkLst>
        <pc:spChg chg="mod">
          <ac:chgData name="Wenwen Zhang" userId="c03af495d93805d2" providerId="LiveId" clId="{B347B28A-A8D1-4AED-BEE3-FDF92573F426}" dt="2019-04-29T13:34:51.734" v="7623" actId="20577"/>
          <ac:spMkLst>
            <pc:docMk/>
            <pc:sldMasterMk cId="0" sldId="2147483738"/>
            <ac:spMk id="7" creationId="{00000000-0000-0000-0000-000000000000}"/>
          </ac:spMkLst>
        </pc:spChg>
        <pc:spChg chg="mod">
          <ac:chgData name="Wenwen Zhang" userId="c03af495d93805d2" providerId="LiveId" clId="{B347B28A-A8D1-4AED-BEE3-FDF92573F426}" dt="2019-04-25T19:37:57.622" v="5260"/>
          <ac:spMkLst>
            <pc:docMk/>
            <pc:sldMasterMk cId="0" sldId="2147483738"/>
            <ac:spMk id="9" creationId="{00000000-0000-0000-0000-000000000000}"/>
          </ac:spMkLst>
        </pc:spChg>
      </pc:sldMasterChg>
      <pc:sldMasterChg chg="modSp">
        <pc:chgData name="Wenwen Zhang" userId="c03af495d93805d2" providerId="LiveId" clId="{B347B28A-A8D1-4AED-BEE3-FDF92573F426}" dt="2019-04-25T19:37:32.644" v="5259" actId="6549"/>
        <pc:sldMasterMkLst>
          <pc:docMk/>
          <pc:sldMasterMk cId="2869826294" sldId="2147483771"/>
        </pc:sldMasterMkLst>
        <pc:spChg chg="mod">
          <ac:chgData name="Wenwen Zhang" userId="c03af495d93805d2" providerId="LiveId" clId="{B347B28A-A8D1-4AED-BEE3-FDF92573F426}" dt="2019-04-25T19:37:32.644" v="5259" actId="6549"/>
          <ac:spMkLst>
            <pc:docMk/>
            <pc:sldMasterMk cId="2869826294" sldId="2147483771"/>
            <ac:spMk id="9" creationId="{00000000-0000-0000-0000-000000000000}"/>
          </ac:spMkLst>
        </pc:spChg>
      </pc:sldMasterChg>
    </pc:docChg>
  </pc:docChgLst>
  <pc:docChgLst>
    <pc:chgData name="Liu Wenqi" userId="e72448e5a518e0d1" providerId="LiveId" clId="{9418CFFC-8AEE-4F33-82EC-FC7AD9D4722F}"/>
    <pc:docChg chg="undo custSel addSld delSld modSld sldOrd">
      <pc:chgData name="Liu Wenqi" userId="e72448e5a518e0d1" providerId="LiveId" clId="{9418CFFC-8AEE-4F33-82EC-FC7AD9D4722F}" dt="2019-05-07T10:00:02.308" v="792" actId="1076"/>
      <pc:docMkLst>
        <pc:docMk/>
      </pc:docMkLst>
    </pc:docChg>
  </pc:docChgLst>
  <pc:docChgLst>
    <pc:chgData name="Liu Wenqi" userId="e72448e5a518e0d1" providerId="LiveId" clId="{202461E2-BFA0-42EB-B3DC-8ABDADEC109A}"/>
    <pc:docChg chg="undo custSel addSld delSld modSld sldOrd modMainMaster">
      <pc:chgData name="Liu Wenqi" userId="e72448e5a518e0d1" providerId="LiveId" clId="{202461E2-BFA0-42EB-B3DC-8ABDADEC109A}" dt="2020-04-17T19:50:52.151" v="5173" actId="5793"/>
      <pc:docMkLst>
        <pc:docMk/>
      </pc:docMkLst>
      <pc:sldChg chg="addSp delSp modSp delAnim modAnim">
        <pc:chgData name="Liu Wenqi" userId="e72448e5a518e0d1" providerId="LiveId" clId="{202461E2-BFA0-42EB-B3DC-8ABDADEC109A}" dt="2020-04-17T19:43:14.907" v="4966" actId="478"/>
        <pc:sldMkLst>
          <pc:docMk/>
          <pc:sldMk cId="0" sldId="258"/>
        </pc:sldMkLst>
        <pc:spChg chg="mod">
          <ac:chgData name="Liu Wenqi" userId="e72448e5a518e0d1" providerId="LiveId" clId="{202461E2-BFA0-42EB-B3DC-8ABDADEC109A}" dt="2020-04-15T17:15:46.414" v="43"/>
          <ac:spMkLst>
            <pc:docMk/>
            <pc:sldMk cId="0" sldId="258"/>
            <ac:spMk id="2" creationId="{00000000-0000-0000-0000-000000000000}"/>
          </ac:spMkLst>
        </pc:spChg>
        <pc:spChg chg="mod">
          <ac:chgData name="Liu Wenqi" userId="e72448e5a518e0d1" providerId="LiveId" clId="{202461E2-BFA0-42EB-B3DC-8ABDADEC109A}" dt="2020-04-15T17:14:39.684" v="21" actId="14100"/>
          <ac:spMkLst>
            <pc:docMk/>
            <pc:sldMk cId="0" sldId="258"/>
            <ac:spMk id="3" creationId="{00000000-0000-0000-0000-000000000000}"/>
          </ac:spMkLst>
        </pc:spChg>
        <pc:spChg chg="del mod">
          <ac:chgData name="Liu Wenqi" userId="e72448e5a518e0d1" providerId="LiveId" clId="{202461E2-BFA0-42EB-B3DC-8ABDADEC109A}" dt="2020-04-17T13:07:20.118" v="2979" actId="478"/>
          <ac:spMkLst>
            <pc:docMk/>
            <pc:sldMk cId="0" sldId="258"/>
            <ac:spMk id="4" creationId="{00000000-0000-0000-0000-000000000000}"/>
          </ac:spMkLst>
        </pc:spChg>
        <pc:picChg chg="add del mod">
          <ac:chgData name="Liu Wenqi" userId="e72448e5a518e0d1" providerId="LiveId" clId="{202461E2-BFA0-42EB-B3DC-8ABDADEC109A}" dt="2020-04-17T13:15:24.402" v="3031" actId="478"/>
          <ac:picMkLst>
            <pc:docMk/>
            <pc:sldMk cId="0" sldId="258"/>
            <ac:picMk id="5" creationId="{0452BD79-8DC0-4EC2-A6CE-C71CCF4E2B57}"/>
          </ac:picMkLst>
        </pc:picChg>
        <pc:picChg chg="add del mod">
          <ac:chgData name="Liu Wenqi" userId="e72448e5a518e0d1" providerId="LiveId" clId="{202461E2-BFA0-42EB-B3DC-8ABDADEC109A}" dt="2020-04-17T19:18:52.455" v="4964" actId="478"/>
          <ac:picMkLst>
            <pc:docMk/>
            <pc:sldMk cId="0" sldId="258"/>
            <ac:picMk id="6" creationId="{ECF1F69B-4F47-4E68-90EE-E6F0ABE99FB1}"/>
          </ac:picMkLst>
        </pc:picChg>
        <pc:picChg chg="add del mod">
          <ac:chgData name="Liu Wenqi" userId="e72448e5a518e0d1" providerId="LiveId" clId="{202461E2-BFA0-42EB-B3DC-8ABDADEC109A}" dt="2020-04-17T19:43:14.907" v="4966" actId="478"/>
          <ac:picMkLst>
            <pc:docMk/>
            <pc:sldMk cId="0" sldId="258"/>
            <ac:picMk id="7" creationId="{5552BEDC-AC57-43DA-86E2-E3B05180B823}"/>
          </ac:picMkLst>
        </pc:picChg>
        <pc:picChg chg="del">
          <ac:chgData name="Liu Wenqi" userId="e72448e5a518e0d1" providerId="LiveId" clId="{202461E2-BFA0-42EB-B3DC-8ABDADEC109A}" dt="2020-04-15T17:14:17.547" v="15" actId="478"/>
          <ac:picMkLst>
            <pc:docMk/>
            <pc:sldMk cId="0" sldId="258"/>
            <ac:picMk id="13" creationId="{00000000-0000-0000-0000-000000000000}"/>
          </ac:picMkLst>
        </pc:picChg>
        <pc:picChg chg="del">
          <ac:chgData name="Liu Wenqi" userId="e72448e5a518e0d1" providerId="LiveId" clId="{202461E2-BFA0-42EB-B3DC-8ABDADEC109A}" dt="2020-04-15T17:14:18.189" v="16" actId="478"/>
          <ac:picMkLst>
            <pc:docMk/>
            <pc:sldMk cId="0" sldId="258"/>
            <ac:picMk id="14" creationId="{00000000-0000-0000-0000-000000000000}"/>
          </ac:picMkLst>
        </pc:picChg>
      </pc:sldChg>
      <pc:sldChg chg="modSp add del">
        <pc:chgData name="Liu Wenqi" userId="e72448e5a518e0d1" providerId="LiveId" clId="{202461E2-BFA0-42EB-B3DC-8ABDADEC109A}" dt="2020-04-16T14:22:30.567" v="1299" actId="2696"/>
        <pc:sldMkLst>
          <pc:docMk/>
          <pc:sldMk cId="2468995125" sldId="748"/>
        </pc:sldMkLst>
        <pc:spChg chg="mod">
          <ac:chgData name="Liu Wenqi" userId="e72448e5a518e0d1" providerId="LiveId" clId="{202461E2-BFA0-42EB-B3DC-8ABDADEC109A}" dt="2020-04-16T14:05:13.405" v="1169" actId="207"/>
          <ac:spMkLst>
            <pc:docMk/>
            <pc:sldMk cId="2468995125" sldId="748"/>
            <ac:spMk id="4" creationId="{C5DAEB95-761A-4B54-AE37-38DCB034CF37}"/>
          </ac:spMkLst>
        </pc:spChg>
        <pc:spChg chg="mod">
          <ac:chgData name="Liu Wenqi" userId="e72448e5a518e0d1" providerId="LiveId" clId="{202461E2-BFA0-42EB-B3DC-8ABDADEC109A}" dt="2020-04-16T14:12:06.471" v="1291" actId="692"/>
          <ac:spMkLst>
            <pc:docMk/>
            <pc:sldMk cId="2468995125" sldId="748"/>
            <ac:spMk id="50" creationId="{534E06EE-8586-4705-B9D9-71502CEA8326}"/>
          </ac:spMkLst>
        </pc:spChg>
        <pc:spChg chg="mod">
          <ac:chgData name="Liu Wenqi" userId="e72448e5a518e0d1" providerId="LiveId" clId="{202461E2-BFA0-42EB-B3DC-8ABDADEC109A}" dt="2020-04-16T14:12:23.619" v="1296" actId="207"/>
          <ac:spMkLst>
            <pc:docMk/>
            <pc:sldMk cId="2468995125" sldId="748"/>
            <ac:spMk id="57" creationId="{95F1B8F9-1220-4F0F-9EE5-4F2404B203C7}"/>
          </ac:spMkLst>
        </pc:spChg>
        <pc:spChg chg="mod">
          <ac:chgData name="Liu Wenqi" userId="e72448e5a518e0d1" providerId="LiveId" clId="{202461E2-BFA0-42EB-B3DC-8ABDADEC109A}" dt="2020-04-16T14:12:14.978" v="1293" actId="207"/>
          <ac:spMkLst>
            <pc:docMk/>
            <pc:sldMk cId="2468995125" sldId="748"/>
            <ac:spMk id="74" creationId="{F1D17D0B-C8C5-451D-9985-0D5A1DF577E6}"/>
          </ac:spMkLst>
        </pc:spChg>
      </pc:sldChg>
      <pc:sldChg chg="addSp delSp modSp add delAnim modAnim">
        <pc:chgData name="Liu Wenqi" userId="e72448e5a518e0d1" providerId="LiveId" clId="{202461E2-BFA0-42EB-B3DC-8ABDADEC109A}" dt="2020-04-17T18:37:21.022" v="4915" actId="20577"/>
        <pc:sldMkLst>
          <pc:docMk/>
          <pc:sldMk cId="2131440846" sldId="749"/>
        </pc:sldMkLst>
        <pc:spChg chg="mod">
          <ac:chgData name="Liu Wenqi" userId="e72448e5a518e0d1" providerId="LiveId" clId="{202461E2-BFA0-42EB-B3DC-8ABDADEC109A}" dt="2020-04-16T16:02:41.383" v="1995"/>
          <ac:spMkLst>
            <pc:docMk/>
            <pc:sldMk cId="2131440846" sldId="749"/>
            <ac:spMk id="5" creationId="{CCD7A1BD-839B-4996-99D2-DD6E03864E0E}"/>
          </ac:spMkLst>
        </pc:spChg>
        <pc:spChg chg="mod">
          <ac:chgData name="Liu Wenqi" userId="e72448e5a518e0d1" providerId="LiveId" clId="{202461E2-BFA0-42EB-B3DC-8ABDADEC109A}" dt="2020-04-16T15:42:20.452" v="1690" actId="1076"/>
          <ac:spMkLst>
            <pc:docMk/>
            <pc:sldMk cId="2131440846" sldId="749"/>
            <ac:spMk id="24" creationId="{9658916C-47FC-4B79-A774-FE6F51E43FB8}"/>
          </ac:spMkLst>
        </pc:spChg>
        <pc:spChg chg="add mod">
          <ac:chgData name="Liu Wenqi" userId="e72448e5a518e0d1" providerId="LiveId" clId="{202461E2-BFA0-42EB-B3DC-8ABDADEC109A}" dt="2020-04-16T14:34:44.353" v="1388" actId="1076"/>
          <ac:spMkLst>
            <pc:docMk/>
            <pc:sldMk cId="2131440846" sldId="749"/>
            <ac:spMk id="47" creationId="{F4E1ECDA-FBB8-497A-89DA-740978A4D57F}"/>
          </ac:spMkLst>
        </pc:spChg>
        <pc:spChg chg="mod">
          <ac:chgData name="Liu Wenqi" userId="e72448e5a518e0d1" providerId="LiveId" clId="{202461E2-BFA0-42EB-B3DC-8ABDADEC109A}" dt="2020-04-17T18:37:21.022" v="4915" actId="20577"/>
          <ac:spMkLst>
            <pc:docMk/>
            <pc:sldMk cId="2131440846" sldId="749"/>
            <ac:spMk id="50" creationId="{237BBDDD-ED0F-41A7-9C83-0652E460E11A}"/>
          </ac:spMkLst>
        </pc:spChg>
        <pc:spChg chg="mod">
          <ac:chgData name="Liu Wenqi" userId="e72448e5a518e0d1" providerId="LiveId" clId="{202461E2-BFA0-42EB-B3DC-8ABDADEC109A}" dt="2020-04-16T15:01:57.589" v="1613" actId="1038"/>
          <ac:spMkLst>
            <pc:docMk/>
            <pc:sldMk cId="2131440846" sldId="749"/>
            <ac:spMk id="51" creationId="{223B84BC-D01F-484A-9F97-893D93AFC3B9}"/>
          </ac:spMkLst>
        </pc:spChg>
        <pc:spChg chg="del">
          <ac:chgData name="Liu Wenqi" userId="e72448e5a518e0d1" providerId="LiveId" clId="{202461E2-BFA0-42EB-B3DC-8ABDADEC109A}" dt="2020-04-16T14:34:05.134" v="1385" actId="478"/>
          <ac:spMkLst>
            <pc:docMk/>
            <pc:sldMk cId="2131440846" sldId="749"/>
            <ac:spMk id="67" creationId="{8F2FCF55-E136-442F-A047-B9AEF295D1DD}"/>
          </ac:spMkLst>
        </pc:spChg>
        <pc:grpChg chg="mod">
          <ac:chgData name="Liu Wenqi" userId="e72448e5a518e0d1" providerId="LiveId" clId="{202461E2-BFA0-42EB-B3DC-8ABDADEC109A}" dt="2020-04-16T15:19:01.414" v="1617" actId="1076"/>
          <ac:grpSpMkLst>
            <pc:docMk/>
            <pc:sldMk cId="2131440846" sldId="749"/>
            <ac:grpSpMk id="28" creationId="{D16154B2-36A8-417F-B7E2-97CC8D2B92A9}"/>
          </ac:grpSpMkLst>
        </pc:grpChg>
        <pc:grpChg chg="mod">
          <ac:chgData name="Liu Wenqi" userId="e72448e5a518e0d1" providerId="LiveId" clId="{202461E2-BFA0-42EB-B3DC-8ABDADEC109A}" dt="2020-04-16T15:19:01.414" v="1617" actId="1076"/>
          <ac:grpSpMkLst>
            <pc:docMk/>
            <pc:sldMk cId="2131440846" sldId="749"/>
            <ac:grpSpMk id="39" creationId="{EE6E8C4A-BAD0-4435-A765-76C65581BD24}"/>
          </ac:grpSpMkLst>
        </pc:grpChg>
        <pc:grpChg chg="del mod">
          <ac:chgData name="Liu Wenqi" userId="e72448e5a518e0d1" providerId="LiveId" clId="{202461E2-BFA0-42EB-B3DC-8ABDADEC109A}" dt="2020-04-16T15:41:29.719" v="1679" actId="478"/>
          <ac:grpSpMkLst>
            <pc:docMk/>
            <pc:sldMk cId="2131440846" sldId="749"/>
            <ac:grpSpMk id="60" creationId="{F8FD47CF-9C2E-4A67-A672-3E719BBFF51A}"/>
          </ac:grpSpMkLst>
        </pc:grpChg>
        <pc:picChg chg="add del mod">
          <ac:chgData name="Liu Wenqi" userId="e72448e5a518e0d1" providerId="LiveId" clId="{202461E2-BFA0-42EB-B3DC-8ABDADEC109A}" dt="2020-04-16T15:31:40.020" v="1622" actId="478"/>
          <ac:picMkLst>
            <pc:docMk/>
            <pc:sldMk cId="2131440846" sldId="749"/>
            <ac:picMk id="2" creationId="{2350CC3D-1D7E-4252-A1D2-43E1EB02347E}"/>
          </ac:picMkLst>
        </pc:picChg>
        <pc:picChg chg="add mod">
          <ac:chgData name="Liu Wenqi" userId="e72448e5a518e0d1" providerId="LiveId" clId="{202461E2-BFA0-42EB-B3DC-8ABDADEC109A}" dt="2020-04-16T15:37:48.381" v="1629" actId="1076"/>
          <ac:picMkLst>
            <pc:docMk/>
            <pc:sldMk cId="2131440846" sldId="749"/>
            <ac:picMk id="3" creationId="{ED2CE542-234B-4EFE-9A88-17D8BC820793}"/>
          </ac:picMkLst>
        </pc:picChg>
        <pc:picChg chg="add del mod">
          <ac:chgData name="Liu Wenqi" userId="e72448e5a518e0d1" providerId="LiveId" clId="{202461E2-BFA0-42EB-B3DC-8ABDADEC109A}" dt="2020-04-16T15:39:04.308" v="1632" actId="478"/>
          <ac:picMkLst>
            <pc:docMk/>
            <pc:sldMk cId="2131440846" sldId="749"/>
            <ac:picMk id="4" creationId="{372F886D-F6BB-404E-A51B-51CD2FF9AAE7}"/>
          </ac:picMkLst>
        </pc:picChg>
        <pc:picChg chg="add mod">
          <ac:chgData name="Liu Wenqi" userId="e72448e5a518e0d1" providerId="LiveId" clId="{202461E2-BFA0-42EB-B3DC-8ABDADEC109A}" dt="2020-04-16T15:39:23.404" v="1635" actId="1076"/>
          <ac:picMkLst>
            <pc:docMk/>
            <pc:sldMk cId="2131440846" sldId="749"/>
            <ac:picMk id="6" creationId="{9ADAB005-280E-43F2-A5BB-C542AAD00167}"/>
          </ac:picMkLst>
        </pc:picChg>
        <pc:picChg chg="add mod">
          <ac:chgData name="Liu Wenqi" userId="e72448e5a518e0d1" providerId="LiveId" clId="{202461E2-BFA0-42EB-B3DC-8ABDADEC109A}" dt="2020-04-16T15:40:51.108" v="1673" actId="1076"/>
          <ac:picMkLst>
            <pc:docMk/>
            <pc:sldMk cId="2131440846" sldId="749"/>
            <ac:picMk id="7" creationId="{4D4E037B-A5B4-4702-A3F4-55A8E85AF4FA}"/>
          </ac:picMkLst>
        </pc:picChg>
        <pc:picChg chg="mod">
          <ac:chgData name="Liu Wenqi" userId="e72448e5a518e0d1" providerId="LiveId" clId="{202461E2-BFA0-42EB-B3DC-8ABDADEC109A}" dt="2020-04-16T15:41:05.680" v="1675" actId="1076"/>
          <ac:picMkLst>
            <pc:docMk/>
            <pc:sldMk cId="2131440846" sldId="749"/>
            <ac:picMk id="20" creationId="{70C18A18-4F40-4DBA-B18F-EBAFD602C031}"/>
          </ac:picMkLst>
        </pc:picChg>
        <pc:picChg chg="mod">
          <ac:chgData name="Liu Wenqi" userId="e72448e5a518e0d1" providerId="LiveId" clId="{202461E2-BFA0-42EB-B3DC-8ABDADEC109A}" dt="2020-04-16T15:42:07.099" v="1689" actId="1076"/>
          <ac:picMkLst>
            <pc:docMk/>
            <pc:sldMk cId="2131440846" sldId="749"/>
            <ac:picMk id="21" creationId="{0265302B-8E1E-4160-8BB9-455874ABA274}"/>
          </ac:picMkLst>
        </pc:picChg>
        <pc:picChg chg="mod">
          <ac:chgData name="Liu Wenqi" userId="e72448e5a518e0d1" providerId="LiveId" clId="{202461E2-BFA0-42EB-B3DC-8ABDADEC109A}" dt="2020-04-16T15:19:01.414" v="1617" actId="1076"/>
          <ac:picMkLst>
            <pc:docMk/>
            <pc:sldMk cId="2131440846" sldId="749"/>
            <ac:picMk id="26" creationId="{D04884B5-0A67-4703-A4A6-FB398FD7BF49}"/>
          </ac:picMkLst>
        </pc:picChg>
        <pc:picChg chg="mod">
          <ac:chgData name="Liu Wenqi" userId="e72448e5a518e0d1" providerId="LiveId" clId="{202461E2-BFA0-42EB-B3DC-8ABDADEC109A}" dt="2020-04-16T15:19:01.414" v="1617" actId="1076"/>
          <ac:picMkLst>
            <pc:docMk/>
            <pc:sldMk cId="2131440846" sldId="749"/>
            <ac:picMk id="27" creationId="{F8F952E0-5A5B-4AF5-9812-047449FCDC9B}"/>
          </ac:picMkLst>
        </pc:picChg>
        <pc:picChg chg="add del">
          <ac:chgData name="Liu Wenqi" userId="e72448e5a518e0d1" providerId="LiveId" clId="{202461E2-BFA0-42EB-B3DC-8ABDADEC109A}" dt="2020-04-16T15:39:37.318" v="1637" actId="478"/>
          <ac:picMkLst>
            <pc:docMk/>
            <pc:sldMk cId="2131440846" sldId="749"/>
            <ac:picMk id="48" creationId="{1590BC86-23E8-4C64-886D-FFCFC1043994}"/>
          </ac:picMkLst>
        </pc:picChg>
        <pc:picChg chg="add mod">
          <ac:chgData name="Liu Wenqi" userId="e72448e5a518e0d1" providerId="LiveId" clId="{202461E2-BFA0-42EB-B3DC-8ABDADEC109A}" dt="2020-04-16T15:42:02.936" v="1688" actId="1076"/>
          <ac:picMkLst>
            <pc:docMk/>
            <pc:sldMk cId="2131440846" sldId="749"/>
            <ac:picMk id="49" creationId="{CB49F1BE-399D-4191-AEA7-5560EC876D29}"/>
          </ac:picMkLst>
        </pc:picChg>
        <pc:picChg chg="add mod">
          <ac:chgData name="Liu Wenqi" userId="e72448e5a518e0d1" providerId="LiveId" clId="{202461E2-BFA0-42EB-B3DC-8ABDADEC109A}" dt="2020-04-16T15:41:58.208" v="1686" actId="1076"/>
          <ac:picMkLst>
            <pc:docMk/>
            <pc:sldMk cId="2131440846" sldId="749"/>
            <ac:picMk id="52" creationId="{A829039C-63D5-4EEB-9FAF-FD6C28E846B0}"/>
          </ac:picMkLst>
        </pc:picChg>
        <pc:picChg chg="del mod">
          <ac:chgData name="Liu Wenqi" userId="e72448e5a518e0d1" providerId="LiveId" clId="{202461E2-BFA0-42EB-B3DC-8ABDADEC109A}" dt="2020-04-16T15:37:26.705" v="1624" actId="478"/>
          <ac:picMkLst>
            <pc:docMk/>
            <pc:sldMk cId="2131440846" sldId="749"/>
            <ac:picMk id="65" creationId="{7CD7F824-AAF0-4F8B-B94C-AF48B24E3EB4}"/>
          </ac:picMkLst>
        </pc:picChg>
      </pc:sldChg>
      <pc:sldChg chg="modSp add modTransition">
        <pc:chgData name="Liu Wenqi" userId="e72448e5a518e0d1" providerId="LiveId" clId="{202461E2-BFA0-42EB-B3DC-8ABDADEC109A}" dt="2020-04-17T15:38:58.360" v="4849" actId="1035"/>
        <pc:sldMkLst>
          <pc:docMk/>
          <pc:sldMk cId="2201023442" sldId="759"/>
        </pc:sldMkLst>
        <pc:spChg chg="mod">
          <ac:chgData name="Liu Wenqi" userId="e72448e5a518e0d1" providerId="LiveId" clId="{202461E2-BFA0-42EB-B3DC-8ABDADEC109A}" dt="2020-04-17T15:38:58.360" v="4849" actId="1035"/>
          <ac:spMkLst>
            <pc:docMk/>
            <pc:sldMk cId="2201023442" sldId="759"/>
            <ac:spMk id="5" creationId="{4E80C275-A8FF-4428-8496-7C8737CB47B1}"/>
          </ac:spMkLst>
        </pc:spChg>
      </pc:sldChg>
      <pc:sldChg chg="addSp delSp modSp add del modAnim">
        <pc:chgData name="Liu Wenqi" userId="e72448e5a518e0d1" providerId="LiveId" clId="{202461E2-BFA0-42EB-B3DC-8ABDADEC109A}" dt="2020-04-17T18:54:36.891" v="4934" actId="2696"/>
        <pc:sldMkLst>
          <pc:docMk/>
          <pc:sldMk cId="222695875" sldId="771"/>
        </pc:sldMkLst>
        <pc:spChg chg="mod">
          <ac:chgData name="Liu Wenqi" userId="e72448e5a518e0d1" providerId="LiveId" clId="{202461E2-BFA0-42EB-B3DC-8ABDADEC109A}" dt="2020-04-16T14:33:33.579" v="1380"/>
          <ac:spMkLst>
            <pc:docMk/>
            <pc:sldMk cId="222695875" sldId="771"/>
            <ac:spMk id="2" creationId="{4F94C479-274A-428E-8090-44B103EE4B26}"/>
          </ac:spMkLst>
        </pc:spChg>
        <pc:spChg chg="mod">
          <ac:chgData name="Liu Wenqi" userId="e72448e5a518e0d1" providerId="LiveId" clId="{202461E2-BFA0-42EB-B3DC-8ABDADEC109A}" dt="2020-04-16T14:42:34.715" v="1471" actId="1036"/>
          <ac:spMkLst>
            <pc:docMk/>
            <pc:sldMk cId="222695875" sldId="771"/>
            <ac:spMk id="30" creationId="{10F34227-52B8-4650-9927-76287E658B91}"/>
          </ac:spMkLst>
        </pc:spChg>
        <pc:spChg chg="add mod">
          <ac:chgData name="Liu Wenqi" userId="e72448e5a518e0d1" providerId="LiveId" clId="{202461E2-BFA0-42EB-B3DC-8ABDADEC109A}" dt="2020-04-16T14:33:50.658" v="1383" actId="1076"/>
          <ac:spMkLst>
            <pc:docMk/>
            <pc:sldMk cId="222695875" sldId="771"/>
            <ac:spMk id="31" creationId="{EA064E8B-02BD-406A-B75C-869A3424B731}"/>
          </ac:spMkLst>
        </pc:spChg>
        <pc:spChg chg="del">
          <ac:chgData name="Liu Wenqi" userId="e72448e5a518e0d1" providerId="LiveId" clId="{202461E2-BFA0-42EB-B3DC-8ABDADEC109A}" dt="2020-04-16T14:33:46.323" v="1381" actId="478"/>
          <ac:spMkLst>
            <pc:docMk/>
            <pc:sldMk cId="222695875" sldId="771"/>
            <ac:spMk id="34" creationId="{817ECB21-6F61-4C92-B2D6-7FE75CAB8873}"/>
          </ac:spMkLst>
        </pc:spChg>
        <pc:spChg chg="mod">
          <ac:chgData name="Liu Wenqi" userId="e72448e5a518e0d1" providerId="LiveId" clId="{202461E2-BFA0-42EB-B3DC-8ABDADEC109A}" dt="2020-04-16T14:42:34.715" v="1471" actId="1036"/>
          <ac:spMkLst>
            <pc:docMk/>
            <pc:sldMk cId="222695875" sldId="771"/>
            <ac:spMk id="48" creationId="{81A7F55B-16BB-478B-9B94-5EF7C881DEC0}"/>
          </ac:spMkLst>
        </pc:spChg>
        <pc:grpChg chg="mod">
          <ac:chgData name="Liu Wenqi" userId="e72448e5a518e0d1" providerId="LiveId" clId="{202461E2-BFA0-42EB-B3DC-8ABDADEC109A}" dt="2020-04-16T14:42:34.715" v="1471" actId="1036"/>
          <ac:grpSpMkLst>
            <pc:docMk/>
            <pc:sldMk cId="222695875" sldId="771"/>
            <ac:grpSpMk id="4" creationId="{E27E3715-A10A-4897-88A3-0E32D819ABAE}"/>
          </ac:grpSpMkLst>
        </pc:grpChg>
        <pc:grpChg chg="mod">
          <ac:chgData name="Liu Wenqi" userId="e72448e5a518e0d1" providerId="LiveId" clId="{202461E2-BFA0-42EB-B3DC-8ABDADEC109A}" dt="2020-04-16T14:42:34.715" v="1471" actId="1036"/>
          <ac:grpSpMkLst>
            <pc:docMk/>
            <pc:sldMk cId="222695875" sldId="771"/>
            <ac:grpSpMk id="5" creationId="{C2A0ECA0-BA26-4C49-83E3-BD5203ADBC48}"/>
          </ac:grpSpMkLst>
        </pc:grpChg>
        <pc:grpChg chg="mod">
          <ac:chgData name="Liu Wenqi" userId="e72448e5a518e0d1" providerId="LiveId" clId="{202461E2-BFA0-42EB-B3DC-8ABDADEC109A}" dt="2020-04-16T14:42:34.715" v="1471" actId="1036"/>
          <ac:grpSpMkLst>
            <pc:docMk/>
            <pc:sldMk cId="222695875" sldId="771"/>
            <ac:grpSpMk id="22" creationId="{3972A8CF-F612-40BF-AF29-73D2AF4CB0EE}"/>
          </ac:grpSpMkLst>
        </pc:grpChg>
        <pc:grpChg chg="mod">
          <ac:chgData name="Liu Wenqi" userId="e72448e5a518e0d1" providerId="LiveId" clId="{202461E2-BFA0-42EB-B3DC-8ABDADEC109A}" dt="2020-04-16T14:42:34.715" v="1471" actId="1036"/>
          <ac:grpSpMkLst>
            <pc:docMk/>
            <pc:sldMk cId="222695875" sldId="771"/>
            <ac:grpSpMk id="26" creationId="{6A5E8F1D-6822-4DE4-A02A-D47B264D9D9C}"/>
          </ac:grpSpMkLst>
        </pc:grpChg>
        <pc:grpChg chg="mod">
          <ac:chgData name="Liu Wenqi" userId="e72448e5a518e0d1" providerId="LiveId" clId="{202461E2-BFA0-42EB-B3DC-8ABDADEC109A}" dt="2020-04-16T14:42:34.715" v="1471" actId="1036"/>
          <ac:grpSpMkLst>
            <pc:docMk/>
            <pc:sldMk cId="222695875" sldId="771"/>
            <ac:grpSpMk id="28" creationId="{B014BAF2-5BC6-42D1-A469-8C0180155C66}"/>
          </ac:grpSpMkLst>
        </pc:grpChg>
        <pc:grpChg chg="mod">
          <ac:chgData name="Liu Wenqi" userId="e72448e5a518e0d1" providerId="LiveId" clId="{202461E2-BFA0-42EB-B3DC-8ABDADEC109A}" dt="2020-04-16T14:42:34.715" v="1471" actId="1036"/>
          <ac:grpSpMkLst>
            <pc:docMk/>
            <pc:sldMk cId="222695875" sldId="771"/>
            <ac:grpSpMk id="29" creationId="{F5849858-BB49-4FE3-A33E-0F856670453E}"/>
          </ac:grpSpMkLst>
        </pc:grpChg>
        <pc:grpChg chg="mod">
          <ac:chgData name="Liu Wenqi" userId="e72448e5a518e0d1" providerId="LiveId" clId="{202461E2-BFA0-42EB-B3DC-8ABDADEC109A}" dt="2020-04-16T14:42:34.715" v="1471" actId="1036"/>
          <ac:grpSpMkLst>
            <pc:docMk/>
            <pc:sldMk cId="222695875" sldId="771"/>
            <ac:grpSpMk id="39" creationId="{F2F1FCB8-A2E4-41AC-A25B-1B4C4538E9C8}"/>
          </ac:grpSpMkLst>
        </pc:grpChg>
        <pc:graphicFrameChg chg="mod">
          <ac:chgData name="Liu Wenqi" userId="e72448e5a518e0d1" providerId="LiveId" clId="{202461E2-BFA0-42EB-B3DC-8ABDADEC109A}" dt="2020-04-16T14:42:34.715" v="1471" actId="1036"/>
          <ac:graphicFrameMkLst>
            <pc:docMk/>
            <pc:sldMk cId="222695875" sldId="771"/>
            <ac:graphicFrameMk id="18" creationId="{C54AE94C-C275-427E-A6D4-8C9AEC04FCFF}"/>
          </ac:graphicFrameMkLst>
        </pc:graphicFrameChg>
        <pc:picChg chg="mod">
          <ac:chgData name="Liu Wenqi" userId="e72448e5a518e0d1" providerId="LiveId" clId="{202461E2-BFA0-42EB-B3DC-8ABDADEC109A}" dt="2020-04-16T14:42:34.715" v="1471" actId="1036"/>
          <ac:picMkLst>
            <pc:docMk/>
            <pc:sldMk cId="222695875" sldId="771"/>
            <ac:picMk id="3073" creationId="{CE30E6CA-2F1A-4D41-83BF-1CD1EE2B9604}"/>
          </ac:picMkLst>
        </pc:picChg>
        <pc:picChg chg="mod">
          <ac:chgData name="Liu Wenqi" userId="e72448e5a518e0d1" providerId="LiveId" clId="{202461E2-BFA0-42EB-B3DC-8ABDADEC109A}" dt="2020-04-16T14:42:34.715" v="1471" actId="1036"/>
          <ac:picMkLst>
            <pc:docMk/>
            <pc:sldMk cId="222695875" sldId="771"/>
            <ac:picMk id="3074" creationId="{D8586322-520D-4822-9983-AB15E84E6EDB}"/>
          </ac:picMkLst>
        </pc:picChg>
      </pc:sldChg>
      <pc:sldChg chg="add">
        <pc:chgData name="Liu Wenqi" userId="e72448e5a518e0d1" providerId="LiveId" clId="{202461E2-BFA0-42EB-B3DC-8ABDADEC109A}" dt="2020-04-17T18:54:42.755" v="4935"/>
        <pc:sldMkLst>
          <pc:docMk/>
          <pc:sldMk cId="3247546789" sldId="771"/>
        </pc:sldMkLst>
      </pc:sldChg>
      <pc:sldChg chg="addSp delSp modSp add del modTransition delAnim modAnim">
        <pc:chgData name="Liu Wenqi" userId="e72448e5a518e0d1" providerId="LiveId" clId="{202461E2-BFA0-42EB-B3DC-8ABDADEC109A}" dt="2020-04-15T18:19:44.820" v="605" actId="2696"/>
        <pc:sldMkLst>
          <pc:docMk/>
          <pc:sldMk cId="2948388378" sldId="807"/>
        </pc:sldMkLst>
        <pc:spChg chg="del">
          <ac:chgData name="Liu Wenqi" userId="e72448e5a518e0d1" providerId="LiveId" clId="{202461E2-BFA0-42EB-B3DC-8ABDADEC109A}" dt="2020-04-15T18:05:38.142" v="401" actId="478"/>
          <ac:spMkLst>
            <pc:docMk/>
            <pc:sldMk cId="2948388378" sldId="807"/>
            <ac:spMk id="2" creationId="{9C42AD27-A477-40C4-9E5C-B24C4E76B56F}"/>
          </ac:spMkLst>
        </pc:spChg>
        <pc:spChg chg="add mod">
          <ac:chgData name="Liu Wenqi" userId="e72448e5a518e0d1" providerId="LiveId" clId="{202461E2-BFA0-42EB-B3DC-8ABDADEC109A}" dt="2020-04-15T18:05:44.342" v="403"/>
          <ac:spMkLst>
            <pc:docMk/>
            <pc:sldMk cId="2948388378" sldId="807"/>
            <ac:spMk id="6" creationId="{7DC42BF0-B5D6-46F0-8370-7BAD62D3D254}"/>
          </ac:spMkLst>
        </pc:spChg>
        <pc:spChg chg="mod">
          <ac:chgData name="Liu Wenqi" userId="e72448e5a518e0d1" providerId="LiveId" clId="{202461E2-BFA0-42EB-B3DC-8ABDADEC109A}" dt="2020-04-15T18:16:14.568" v="532" actId="1076"/>
          <ac:spMkLst>
            <pc:docMk/>
            <pc:sldMk cId="2948388378" sldId="807"/>
            <ac:spMk id="8" creationId="{85002373-91F8-43DE-B6EA-E0C0DB7CD3E0}"/>
          </ac:spMkLst>
        </pc:spChg>
        <pc:spChg chg="del mod">
          <ac:chgData name="Liu Wenqi" userId="e72448e5a518e0d1" providerId="LiveId" clId="{202461E2-BFA0-42EB-B3DC-8ABDADEC109A}" dt="2020-04-15T18:15:57.739" v="526" actId="478"/>
          <ac:spMkLst>
            <pc:docMk/>
            <pc:sldMk cId="2948388378" sldId="807"/>
            <ac:spMk id="16" creationId="{45CACAE7-3B74-4F49-856C-0D2A7E25FC99}"/>
          </ac:spMkLst>
        </pc:spChg>
        <pc:spChg chg="del mod">
          <ac:chgData name="Liu Wenqi" userId="e72448e5a518e0d1" providerId="LiveId" clId="{202461E2-BFA0-42EB-B3DC-8ABDADEC109A}" dt="2020-04-15T18:15:58.938" v="527" actId="478"/>
          <ac:spMkLst>
            <pc:docMk/>
            <pc:sldMk cId="2948388378" sldId="807"/>
            <ac:spMk id="17" creationId="{55CA5FA8-D473-4043-A3CD-D23A58AE60B4}"/>
          </ac:spMkLst>
        </pc:spChg>
        <pc:spChg chg="add del">
          <ac:chgData name="Liu Wenqi" userId="e72448e5a518e0d1" providerId="LiveId" clId="{202461E2-BFA0-42EB-B3DC-8ABDADEC109A}" dt="2020-04-15T18:16:02.198" v="528"/>
          <ac:spMkLst>
            <pc:docMk/>
            <pc:sldMk cId="2948388378" sldId="807"/>
            <ac:spMk id="18" creationId="{50064E69-59B8-43B3-9756-84E8D5219948}"/>
          </ac:spMkLst>
        </pc:spChg>
        <pc:spChg chg="add del">
          <ac:chgData name="Liu Wenqi" userId="e72448e5a518e0d1" providerId="LiveId" clId="{202461E2-BFA0-42EB-B3DC-8ABDADEC109A}" dt="2020-04-15T18:16:02.198" v="528"/>
          <ac:spMkLst>
            <pc:docMk/>
            <pc:sldMk cId="2948388378" sldId="807"/>
            <ac:spMk id="19" creationId="{1DEFF746-4874-4918-BEE7-37FADC2CB3E2}"/>
          </ac:spMkLst>
        </pc:spChg>
        <pc:spChg chg="add del">
          <ac:chgData name="Liu Wenqi" userId="e72448e5a518e0d1" providerId="LiveId" clId="{202461E2-BFA0-42EB-B3DC-8ABDADEC109A}" dt="2020-04-15T18:16:02.198" v="528"/>
          <ac:spMkLst>
            <pc:docMk/>
            <pc:sldMk cId="2948388378" sldId="807"/>
            <ac:spMk id="20" creationId="{4B5BE2FE-25B9-45B5-AC97-70697F4EF7AF}"/>
          </ac:spMkLst>
        </pc:spChg>
        <pc:spChg chg="add del">
          <ac:chgData name="Liu Wenqi" userId="e72448e5a518e0d1" providerId="LiveId" clId="{202461E2-BFA0-42EB-B3DC-8ABDADEC109A}" dt="2020-04-15T18:16:02.198" v="528"/>
          <ac:spMkLst>
            <pc:docMk/>
            <pc:sldMk cId="2948388378" sldId="807"/>
            <ac:spMk id="21" creationId="{525587A3-EFB0-450D-A328-80EEA97047F1}"/>
          </ac:spMkLst>
        </pc:spChg>
        <pc:spChg chg="add del">
          <ac:chgData name="Liu Wenqi" userId="e72448e5a518e0d1" providerId="LiveId" clId="{202461E2-BFA0-42EB-B3DC-8ABDADEC109A}" dt="2020-04-15T18:16:02.198" v="528"/>
          <ac:spMkLst>
            <pc:docMk/>
            <pc:sldMk cId="2948388378" sldId="807"/>
            <ac:spMk id="22" creationId="{5C559676-CA09-4108-A615-F5E5B3A6E1F1}"/>
          </ac:spMkLst>
        </pc:spChg>
        <pc:spChg chg="del mod">
          <ac:chgData name="Liu Wenqi" userId="e72448e5a518e0d1" providerId="LiveId" clId="{202461E2-BFA0-42EB-B3DC-8ABDADEC109A}" dt="2020-04-15T18:16:10.920" v="531" actId="478"/>
          <ac:spMkLst>
            <pc:docMk/>
            <pc:sldMk cId="2948388378" sldId="807"/>
            <ac:spMk id="23" creationId="{826716C4-3D39-43D4-AAED-DFC354E840E7}"/>
          </ac:spMkLst>
        </pc:spChg>
        <pc:spChg chg="del mod">
          <ac:chgData name="Liu Wenqi" userId="e72448e5a518e0d1" providerId="LiveId" clId="{202461E2-BFA0-42EB-B3DC-8ABDADEC109A}" dt="2020-04-15T18:16:07.919" v="530" actId="478"/>
          <ac:spMkLst>
            <pc:docMk/>
            <pc:sldMk cId="2948388378" sldId="807"/>
            <ac:spMk id="26" creationId="{B970DE54-234E-46B9-BE80-608EDD4A46C8}"/>
          </ac:spMkLst>
        </pc:spChg>
        <pc:picChg chg="del mod">
          <ac:chgData name="Liu Wenqi" userId="e72448e5a518e0d1" providerId="LiveId" clId="{202461E2-BFA0-42EB-B3DC-8ABDADEC109A}" dt="2020-04-15T18:16:10.920" v="531" actId="478"/>
          <ac:picMkLst>
            <pc:docMk/>
            <pc:sldMk cId="2948388378" sldId="807"/>
            <ac:picMk id="4" creationId="{D85F1173-0EDD-4BC7-8DC2-2DA7E5146704}"/>
          </ac:picMkLst>
        </pc:picChg>
        <pc:picChg chg="del mod">
          <ac:chgData name="Liu Wenqi" userId="e72448e5a518e0d1" providerId="LiveId" clId="{202461E2-BFA0-42EB-B3DC-8ABDADEC109A}" dt="2020-04-15T18:16:07.919" v="530" actId="478"/>
          <ac:picMkLst>
            <pc:docMk/>
            <pc:sldMk cId="2948388378" sldId="807"/>
            <ac:picMk id="5" creationId="{A110E5F2-69DD-4499-A029-EAF90FF697A4}"/>
          </ac:picMkLst>
        </pc:picChg>
        <pc:picChg chg="del mod">
          <ac:chgData name="Liu Wenqi" userId="e72448e5a518e0d1" providerId="LiveId" clId="{202461E2-BFA0-42EB-B3DC-8ABDADEC109A}" dt="2020-04-15T18:12:56.400" v="478" actId="478"/>
          <ac:picMkLst>
            <pc:docMk/>
            <pc:sldMk cId="2948388378" sldId="807"/>
            <ac:picMk id="9" creationId="{E3046FC7-F2C5-4021-8163-7D4FC922CCD2}"/>
          </ac:picMkLst>
        </pc:picChg>
        <pc:picChg chg="del mod">
          <ac:chgData name="Liu Wenqi" userId="e72448e5a518e0d1" providerId="LiveId" clId="{202461E2-BFA0-42EB-B3DC-8ABDADEC109A}" dt="2020-04-15T18:16:07.919" v="530" actId="478"/>
          <ac:picMkLst>
            <pc:docMk/>
            <pc:sldMk cId="2948388378" sldId="807"/>
            <ac:picMk id="15" creationId="{CFEAF2D7-E3A8-4041-BC74-6B1DC87084C5}"/>
          </ac:picMkLst>
        </pc:picChg>
        <pc:picChg chg="del mod">
          <ac:chgData name="Liu Wenqi" userId="e72448e5a518e0d1" providerId="LiveId" clId="{202461E2-BFA0-42EB-B3DC-8ABDADEC109A}" dt="2020-04-15T18:16:10.920" v="531" actId="478"/>
          <ac:picMkLst>
            <pc:docMk/>
            <pc:sldMk cId="2948388378" sldId="807"/>
            <ac:picMk id="25" creationId="{08A30723-1F30-4E52-950F-1E22F1A362E5}"/>
          </ac:picMkLst>
        </pc:picChg>
        <pc:picChg chg="del mod">
          <ac:chgData name="Liu Wenqi" userId="e72448e5a518e0d1" providerId="LiveId" clId="{202461E2-BFA0-42EB-B3DC-8ABDADEC109A}" dt="2020-04-15T18:16:10.920" v="531" actId="478"/>
          <ac:picMkLst>
            <pc:docMk/>
            <pc:sldMk cId="2948388378" sldId="807"/>
            <ac:picMk id="30" creationId="{F57BF5D5-2314-4757-B26E-BF2EF99A8D0E}"/>
          </ac:picMkLst>
        </pc:picChg>
      </pc:sldChg>
      <pc:sldChg chg="addSp delSp modSp add ord delAnim modAnim modNotesTx">
        <pc:chgData name="Liu Wenqi" userId="e72448e5a518e0d1" providerId="LiveId" clId="{202461E2-BFA0-42EB-B3DC-8ABDADEC109A}" dt="2020-04-17T19:50:52.151" v="5173" actId="5793"/>
        <pc:sldMkLst>
          <pc:docMk/>
          <pc:sldMk cId="811683823" sldId="819"/>
        </pc:sldMkLst>
        <pc:spChg chg="mod">
          <ac:chgData name="Liu Wenqi" userId="e72448e5a518e0d1" providerId="LiveId" clId="{202461E2-BFA0-42EB-B3DC-8ABDADEC109A}" dt="2020-04-16T16:11:07.581" v="2059"/>
          <ac:spMkLst>
            <pc:docMk/>
            <pc:sldMk cId="811683823" sldId="819"/>
            <ac:spMk id="2" creationId="{38E56D15-143D-4F8F-9874-3FFD528C2E97}"/>
          </ac:spMkLst>
        </pc:spChg>
        <pc:spChg chg="add del mod">
          <ac:chgData name="Liu Wenqi" userId="e72448e5a518e0d1" providerId="LiveId" clId="{202461E2-BFA0-42EB-B3DC-8ABDADEC109A}" dt="2020-04-16T16:38:43.598" v="2404" actId="478"/>
          <ac:spMkLst>
            <pc:docMk/>
            <pc:sldMk cId="811683823" sldId="819"/>
            <ac:spMk id="4" creationId="{26B6A9CE-A1A7-4E1E-A745-FD2B5814744B}"/>
          </ac:spMkLst>
        </pc:spChg>
        <pc:spChg chg="add mod">
          <ac:chgData name="Liu Wenqi" userId="e72448e5a518e0d1" providerId="LiveId" clId="{202461E2-BFA0-42EB-B3DC-8ABDADEC109A}" dt="2020-04-16T14:00:39.805" v="1104" actId="164"/>
          <ac:spMkLst>
            <pc:docMk/>
            <pc:sldMk cId="811683823" sldId="819"/>
            <ac:spMk id="5" creationId="{059E9EFC-A393-458A-89C9-104ED46E21DC}"/>
          </ac:spMkLst>
        </pc:spChg>
        <pc:spChg chg="add del">
          <ac:chgData name="Liu Wenqi" userId="e72448e5a518e0d1" providerId="LiveId" clId="{202461E2-BFA0-42EB-B3DC-8ABDADEC109A}" dt="2020-04-15T18:14:05.057" v="493"/>
          <ac:spMkLst>
            <pc:docMk/>
            <pc:sldMk cId="811683823" sldId="819"/>
            <ac:spMk id="5" creationId="{C0CE90B4-EAC8-4C58-87DD-D3EA67130602}"/>
          </ac:spMkLst>
        </pc:spChg>
        <pc:spChg chg="add del">
          <ac:chgData name="Liu Wenqi" userId="e72448e5a518e0d1" providerId="LiveId" clId="{202461E2-BFA0-42EB-B3DC-8ABDADEC109A}" dt="2020-04-15T18:14:05.057" v="493"/>
          <ac:spMkLst>
            <pc:docMk/>
            <pc:sldMk cId="811683823" sldId="819"/>
            <ac:spMk id="6" creationId="{CB91EEE7-CCD9-4E7E-A3DE-E42BDF4CE350}"/>
          </ac:spMkLst>
        </pc:spChg>
        <pc:spChg chg="add mod">
          <ac:chgData name="Liu Wenqi" userId="e72448e5a518e0d1" providerId="LiveId" clId="{202461E2-BFA0-42EB-B3DC-8ABDADEC109A}" dt="2020-04-16T14:00:29.416" v="1102" actId="164"/>
          <ac:spMkLst>
            <pc:docMk/>
            <pc:sldMk cId="811683823" sldId="819"/>
            <ac:spMk id="7" creationId="{DED8FB32-F73A-463D-87E8-795CC6B4F3B7}"/>
          </ac:spMkLst>
        </pc:spChg>
        <pc:spChg chg="del mod">
          <ac:chgData name="Liu Wenqi" userId="e72448e5a518e0d1" providerId="LiveId" clId="{202461E2-BFA0-42EB-B3DC-8ABDADEC109A}" dt="2020-04-15T18:18:14.372" v="556" actId="478"/>
          <ac:spMkLst>
            <pc:docMk/>
            <pc:sldMk cId="811683823" sldId="819"/>
            <ac:spMk id="11" creationId="{A0B12F05-A818-4894-AFDB-B2E095950AE2}"/>
          </ac:spMkLst>
        </pc:spChg>
        <pc:spChg chg="del">
          <ac:chgData name="Liu Wenqi" userId="e72448e5a518e0d1" providerId="LiveId" clId="{202461E2-BFA0-42EB-B3DC-8ABDADEC109A}" dt="2020-04-15T18:13:44.118" v="486" actId="478"/>
          <ac:spMkLst>
            <pc:docMk/>
            <pc:sldMk cId="811683823" sldId="819"/>
            <ac:spMk id="12" creationId="{D2C0E1E0-BE6E-4954-ADE8-6AF73D7BA7FA}"/>
          </ac:spMkLst>
        </pc:spChg>
        <pc:spChg chg="del mod">
          <ac:chgData name="Liu Wenqi" userId="e72448e5a518e0d1" providerId="LiveId" clId="{202461E2-BFA0-42EB-B3DC-8ABDADEC109A}" dt="2020-04-15T18:17:44.332" v="551" actId="478"/>
          <ac:spMkLst>
            <pc:docMk/>
            <pc:sldMk cId="811683823" sldId="819"/>
            <ac:spMk id="15" creationId="{82788BAC-D120-408C-9B98-F5F33731A5DF}"/>
          </ac:spMkLst>
        </pc:spChg>
        <pc:spChg chg="mod">
          <ac:chgData name="Liu Wenqi" userId="e72448e5a518e0d1" providerId="LiveId" clId="{202461E2-BFA0-42EB-B3DC-8ABDADEC109A}" dt="2020-04-16T13:24:11.557" v="887" actId="14100"/>
          <ac:spMkLst>
            <pc:docMk/>
            <pc:sldMk cId="811683823" sldId="819"/>
            <ac:spMk id="18" creationId="{715CFA7B-86DF-4AA0-A8C7-4F4C635D6B1A}"/>
          </ac:spMkLst>
        </pc:spChg>
        <pc:spChg chg="mod">
          <ac:chgData name="Liu Wenqi" userId="e72448e5a518e0d1" providerId="LiveId" clId="{202461E2-BFA0-42EB-B3DC-8ABDADEC109A}" dt="2020-04-15T18:17:21.510" v="548" actId="2085"/>
          <ac:spMkLst>
            <pc:docMk/>
            <pc:sldMk cId="811683823" sldId="819"/>
            <ac:spMk id="19" creationId="{EA7E8686-2A5D-4460-9FB5-B0D9DBD3061D}"/>
          </ac:spMkLst>
        </pc:spChg>
        <pc:spChg chg="mod">
          <ac:chgData name="Liu Wenqi" userId="e72448e5a518e0d1" providerId="LiveId" clId="{202461E2-BFA0-42EB-B3DC-8ABDADEC109A}" dt="2020-04-16T13:29:48.960" v="966" actId="5793"/>
          <ac:spMkLst>
            <pc:docMk/>
            <pc:sldMk cId="811683823" sldId="819"/>
            <ac:spMk id="20" creationId="{4923B36F-4F62-4083-98D8-34B5299AB64F}"/>
          </ac:spMkLst>
        </pc:spChg>
        <pc:spChg chg="del mod">
          <ac:chgData name="Liu Wenqi" userId="e72448e5a518e0d1" providerId="LiveId" clId="{202461E2-BFA0-42EB-B3DC-8ABDADEC109A}" dt="2020-04-16T13:30:51.592" v="983" actId="478"/>
          <ac:spMkLst>
            <pc:docMk/>
            <pc:sldMk cId="811683823" sldId="819"/>
            <ac:spMk id="22" creationId="{92D53A47-3729-488E-BB83-6758F56E1C65}"/>
          </ac:spMkLst>
        </pc:spChg>
        <pc:spChg chg="del mod">
          <ac:chgData name="Liu Wenqi" userId="e72448e5a518e0d1" providerId="LiveId" clId="{202461E2-BFA0-42EB-B3DC-8ABDADEC109A}" dt="2020-04-16T13:30:51.592" v="983" actId="478"/>
          <ac:spMkLst>
            <pc:docMk/>
            <pc:sldMk cId="811683823" sldId="819"/>
            <ac:spMk id="23" creationId="{C3E60019-0C3D-4350-8DBD-11F69D3CA6B8}"/>
          </ac:spMkLst>
        </pc:spChg>
        <pc:spChg chg="del mod">
          <ac:chgData name="Liu Wenqi" userId="e72448e5a518e0d1" providerId="LiveId" clId="{202461E2-BFA0-42EB-B3DC-8ABDADEC109A}" dt="2020-04-15T18:17:42.806" v="550" actId="478"/>
          <ac:spMkLst>
            <pc:docMk/>
            <pc:sldMk cId="811683823" sldId="819"/>
            <ac:spMk id="26" creationId="{CAB84AE9-1E8E-4C52-B195-00F85A29B6A2}"/>
          </ac:spMkLst>
        </pc:spChg>
        <pc:spChg chg="del">
          <ac:chgData name="Liu Wenqi" userId="e72448e5a518e0d1" providerId="LiveId" clId="{202461E2-BFA0-42EB-B3DC-8ABDADEC109A}" dt="2020-04-16T13:53:53.292" v="1000" actId="478"/>
          <ac:spMkLst>
            <pc:docMk/>
            <pc:sldMk cId="811683823" sldId="819"/>
            <ac:spMk id="27" creationId="{C4555E1B-9F84-44F6-9336-95F9D8AA816E}"/>
          </ac:spMkLst>
        </pc:spChg>
        <pc:spChg chg="add mod">
          <ac:chgData name="Liu Wenqi" userId="e72448e5a518e0d1" providerId="LiveId" clId="{202461E2-BFA0-42EB-B3DC-8ABDADEC109A}" dt="2020-04-16T13:14:50.136" v="662" actId="20577"/>
          <ac:spMkLst>
            <pc:docMk/>
            <pc:sldMk cId="811683823" sldId="819"/>
            <ac:spMk id="32" creationId="{61B35705-09A5-4E73-890A-C6BD1FD5C95F}"/>
          </ac:spMkLst>
        </pc:spChg>
        <pc:spChg chg="add del mod">
          <ac:chgData name="Liu Wenqi" userId="e72448e5a518e0d1" providerId="LiveId" clId="{202461E2-BFA0-42EB-B3DC-8ABDADEC109A}" dt="2020-04-16T13:16:43.148" v="685" actId="478"/>
          <ac:spMkLst>
            <pc:docMk/>
            <pc:sldMk cId="811683823" sldId="819"/>
            <ac:spMk id="33" creationId="{C056537D-B29B-4D18-8564-E88C852A3619}"/>
          </ac:spMkLst>
        </pc:spChg>
        <pc:spChg chg="add del mod">
          <ac:chgData name="Liu Wenqi" userId="e72448e5a518e0d1" providerId="LiveId" clId="{202461E2-BFA0-42EB-B3DC-8ABDADEC109A}" dt="2020-04-15T18:15:29.997" v="518" actId="478"/>
          <ac:spMkLst>
            <pc:docMk/>
            <pc:sldMk cId="811683823" sldId="819"/>
            <ac:spMk id="37" creationId="{19D6D504-3613-41FC-BB3D-1F8E2F2D8EE4}"/>
          </ac:spMkLst>
        </pc:spChg>
        <pc:spChg chg="add mod">
          <ac:chgData name="Liu Wenqi" userId="e72448e5a518e0d1" providerId="LiveId" clId="{202461E2-BFA0-42EB-B3DC-8ABDADEC109A}" dt="2020-04-16T13:16:24.706" v="680" actId="1076"/>
          <ac:spMkLst>
            <pc:docMk/>
            <pc:sldMk cId="811683823" sldId="819"/>
            <ac:spMk id="38" creationId="{0DB83C0D-A252-4F45-B36E-2A7C759F4BCA}"/>
          </ac:spMkLst>
        </pc:spChg>
        <pc:spChg chg="add del mod">
          <ac:chgData name="Liu Wenqi" userId="e72448e5a518e0d1" providerId="LiveId" clId="{202461E2-BFA0-42EB-B3DC-8ABDADEC109A}" dt="2020-04-16T13:18:02.887" v="697" actId="478"/>
          <ac:spMkLst>
            <pc:docMk/>
            <pc:sldMk cId="811683823" sldId="819"/>
            <ac:spMk id="39" creationId="{A14E3522-7B9C-4560-BEB6-E9C1059DF10E}"/>
          </ac:spMkLst>
        </pc:spChg>
        <pc:spChg chg="add del mod">
          <ac:chgData name="Liu Wenqi" userId="e72448e5a518e0d1" providerId="LiveId" clId="{202461E2-BFA0-42EB-B3DC-8ABDADEC109A}" dt="2020-04-16T13:18:04.403" v="698" actId="478"/>
          <ac:spMkLst>
            <pc:docMk/>
            <pc:sldMk cId="811683823" sldId="819"/>
            <ac:spMk id="40" creationId="{06F0B301-E167-4A37-9E3D-3F309DB2D7A6}"/>
          </ac:spMkLst>
        </pc:spChg>
        <pc:spChg chg="add mod">
          <ac:chgData name="Liu Wenqi" userId="e72448e5a518e0d1" providerId="LiveId" clId="{202461E2-BFA0-42EB-B3DC-8ABDADEC109A}" dt="2020-04-16T14:03:34.353" v="1157" actId="1038"/>
          <ac:spMkLst>
            <pc:docMk/>
            <pc:sldMk cId="811683823" sldId="819"/>
            <ac:spMk id="41" creationId="{F77B28D0-3A99-4705-A27B-FE8DDE027D78}"/>
          </ac:spMkLst>
        </pc:spChg>
        <pc:spChg chg="add mod">
          <ac:chgData name="Liu Wenqi" userId="e72448e5a518e0d1" providerId="LiveId" clId="{202461E2-BFA0-42EB-B3DC-8ABDADEC109A}" dt="2020-04-16T14:03:29.848" v="1151" actId="1037"/>
          <ac:spMkLst>
            <pc:docMk/>
            <pc:sldMk cId="811683823" sldId="819"/>
            <ac:spMk id="42" creationId="{6FD133A8-A4C0-4724-925D-BDCF9AD1FF61}"/>
          </ac:spMkLst>
        </pc:spChg>
        <pc:spChg chg="add mod">
          <ac:chgData name="Liu Wenqi" userId="e72448e5a518e0d1" providerId="LiveId" clId="{202461E2-BFA0-42EB-B3DC-8ABDADEC109A}" dt="2020-04-16T13:15:21.195" v="667" actId="1076"/>
          <ac:spMkLst>
            <pc:docMk/>
            <pc:sldMk cId="811683823" sldId="819"/>
            <ac:spMk id="43" creationId="{2A777830-91E1-44B7-B642-FD4462DB9F72}"/>
          </ac:spMkLst>
        </pc:spChg>
        <pc:spChg chg="mod">
          <ac:chgData name="Liu Wenqi" userId="e72448e5a518e0d1" providerId="LiveId" clId="{202461E2-BFA0-42EB-B3DC-8ABDADEC109A}" dt="2020-04-16T14:02:18.565" v="1118" actId="1076"/>
          <ac:spMkLst>
            <pc:docMk/>
            <pc:sldMk cId="811683823" sldId="819"/>
            <ac:spMk id="47" creationId="{D7F88423-C1D7-45C5-A54F-EBAFC8E4C8FC}"/>
          </ac:spMkLst>
        </pc:spChg>
        <pc:spChg chg="mod">
          <ac:chgData name="Liu Wenqi" userId="e72448e5a518e0d1" providerId="LiveId" clId="{202461E2-BFA0-42EB-B3DC-8ABDADEC109A}" dt="2020-04-16T14:02:27.060" v="1122" actId="1076"/>
          <ac:spMkLst>
            <pc:docMk/>
            <pc:sldMk cId="811683823" sldId="819"/>
            <ac:spMk id="51" creationId="{239A5AC4-7EE5-4289-ADD3-8C09A433E79C}"/>
          </ac:spMkLst>
        </pc:spChg>
        <pc:spChg chg="add mod">
          <ac:chgData name="Liu Wenqi" userId="e72448e5a518e0d1" providerId="LiveId" clId="{202461E2-BFA0-42EB-B3DC-8ABDADEC109A}" dt="2020-04-16T13:30:09.055" v="977" actId="1036"/>
          <ac:spMkLst>
            <pc:docMk/>
            <pc:sldMk cId="811683823" sldId="819"/>
            <ac:spMk id="60" creationId="{628DF667-E54A-4B45-B9AD-D9038E3B6989}"/>
          </ac:spMkLst>
        </pc:spChg>
        <pc:spChg chg="add mod">
          <ac:chgData name="Liu Wenqi" userId="e72448e5a518e0d1" providerId="LiveId" clId="{202461E2-BFA0-42EB-B3DC-8ABDADEC109A}" dt="2020-04-16T13:32:02.902" v="984" actId="14100"/>
          <ac:spMkLst>
            <pc:docMk/>
            <pc:sldMk cId="811683823" sldId="819"/>
            <ac:spMk id="61" creationId="{303B6295-4972-4989-BD9E-1BD46EFAFE41}"/>
          </ac:spMkLst>
        </pc:spChg>
        <pc:spChg chg="add mod">
          <ac:chgData name="Liu Wenqi" userId="e72448e5a518e0d1" providerId="LiveId" clId="{202461E2-BFA0-42EB-B3DC-8ABDADEC109A}" dt="2020-04-16T16:39:25.756" v="2410" actId="1076"/>
          <ac:spMkLst>
            <pc:docMk/>
            <pc:sldMk cId="811683823" sldId="819"/>
            <ac:spMk id="62" creationId="{25A01852-C10C-4711-9B90-53D688165D61}"/>
          </ac:spMkLst>
        </pc:spChg>
        <pc:spChg chg="add del">
          <ac:chgData name="Liu Wenqi" userId="e72448e5a518e0d1" providerId="LiveId" clId="{202461E2-BFA0-42EB-B3DC-8ABDADEC109A}" dt="2020-04-16T13:17:07.479" v="688"/>
          <ac:spMkLst>
            <pc:docMk/>
            <pc:sldMk cId="811683823" sldId="819"/>
            <ac:spMk id="63" creationId="{F3741456-FA6B-4223-8BB8-1B523BEEDDC2}"/>
          </ac:spMkLst>
        </pc:spChg>
        <pc:spChg chg="add del">
          <ac:chgData name="Liu Wenqi" userId="e72448e5a518e0d1" providerId="LiveId" clId="{202461E2-BFA0-42EB-B3DC-8ABDADEC109A}" dt="2020-04-16T13:17:07.479" v="688"/>
          <ac:spMkLst>
            <pc:docMk/>
            <pc:sldMk cId="811683823" sldId="819"/>
            <ac:spMk id="64" creationId="{4815BAB1-889E-4499-B160-A45FF46F2F4A}"/>
          </ac:spMkLst>
        </pc:spChg>
        <pc:spChg chg="add mod">
          <ac:chgData name="Liu Wenqi" userId="e72448e5a518e0d1" providerId="LiveId" clId="{202461E2-BFA0-42EB-B3DC-8ABDADEC109A}" dt="2020-04-16T13:29:57.385" v="972" actId="1035"/>
          <ac:spMkLst>
            <pc:docMk/>
            <pc:sldMk cId="811683823" sldId="819"/>
            <ac:spMk id="65" creationId="{52C86D4F-115E-4C84-B7B6-5C59B4542DAD}"/>
          </ac:spMkLst>
        </pc:spChg>
        <pc:spChg chg="add del mod">
          <ac:chgData name="Liu Wenqi" userId="e72448e5a518e0d1" providerId="LiveId" clId="{202461E2-BFA0-42EB-B3DC-8ABDADEC109A}" dt="2020-04-16T13:19:04.913" v="718" actId="478"/>
          <ac:spMkLst>
            <pc:docMk/>
            <pc:sldMk cId="811683823" sldId="819"/>
            <ac:spMk id="66" creationId="{973FB8A6-4B13-4929-BF64-6999459627C5}"/>
          </ac:spMkLst>
        </pc:spChg>
        <pc:spChg chg="add mod">
          <ac:chgData name="Liu Wenqi" userId="e72448e5a518e0d1" providerId="LiveId" clId="{202461E2-BFA0-42EB-B3DC-8ABDADEC109A}" dt="2020-04-16T14:00:43.217" v="1105" actId="164"/>
          <ac:spMkLst>
            <pc:docMk/>
            <pc:sldMk cId="811683823" sldId="819"/>
            <ac:spMk id="67" creationId="{EBD4A037-C536-42AE-895A-285034637563}"/>
          </ac:spMkLst>
        </pc:spChg>
        <pc:spChg chg="add mod">
          <ac:chgData name="Liu Wenqi" userId="e72448e5a518e0d1" providerId="LiveId" clId="{202461E2-BFA0-42EB-B3DC-8ABDADEC109A}" dt="2020-04-16T14:00:46.375" v="1106" actId="164"/>
          <ac:spMkLst>
            <pc:docMk/>
            <pc:sldMk cId="811683823" sldId="819"/>
            <ac:spMk id="68" creationId="{CE3E54FD-D643-4122-BC2D-384BA8885217}"/>
          </ac:spMkLst>
        </pc:spChg>
        <pc:spChg chg="add mod ord">
          <ac:chgData name="Liu Wenqi" userId="e72448e5a518e0d1" providerId="LiveId" clId="{202461E2-BFA0-42EB-B3DC-8ABDADEC109A}" dt="2020-04-16T14:00:29.416" v="1102" actId="164"/>
          <ac:spMkLst>
            <pc:docMk/>
            <pc:sldMk cId="811683823" sldId="819"/>
            <ac:spMk id="69" creationId="{3A73E035-8467-4DB4-BDFE-C4CF8F4B0B8D}"/>
          </ac:spMkLst>
        </pc:spChg>
        <pc:spChg chg="add mod">
          <ac:chgData name="Liu Wenqi" userId="e72448e5a518e0d1" providerId="LiveId" clId="{202461E2-BFA0-42EB-B3DC-8ABDADEC109A}" dt="2020-04-16T14:00:19.894" v="1100" actId="164"/>
          <ac:spMkLst>
            <pc:docMk/>
            <pc:sldMk cId="811683823" sldId="819"/>
            <ac:spMk id="70" creationId="{CCEEB5C7-06B8-4C12-8667-9104B9B61B9C}"/>
          </ac:spMkLst>
        </pc:spChg>
        <pc:spChg chg="add mod">
          <ac:chgData name="Liu Wenqi" userId="e72448e5a518e0d1" providerId="LiveId" clId="{202461E2-BFA0-42EB-B3DC-8ABDADEC109A}" dt="2020-04-16T14:00:24.682" v="1101" actId="164"/>
          <ac:spMkLst>
            <pc:docMk/>
            <pc:sldMk cId="811683823" sldId="819"/>
            <ac:spMk id="71" creationId="{180A3CA5-85F3-49F0-9DF4-3D55E1110552}"/>
          </ac:spMkLst>
        </pc:spChg>
        <pc:spChg chg="mod">
          <ac:chgData name="Liu Wenqi" userId="e72448e5a518e0d1" providerId="LiveId" clId="{202461E2-BFA0-42EB-B3DC-8ABDADEC109A}" dt="2020-04-16T14:02:02.678" v="1114" actId="14100"/>
          <ac:spMkLst>
            <pc:docMk/>
            <pc:sldMk cId="811683823" sldId="819"/>
            <ac:spMk id="76" creationId="{0D0D2D64-3717-4D22-8ABA-77C8CF303F40}"/>
          </ac:spMkLst>
        </pc:spChg>
        <pc:spChg chg="add mod">
          <ac:chgData name="Liu Wenqi" userId="e72448e5a518e0d1" providerId="LiveId" clId="{202461E2-BFA0-42EB-B3DC-8ABDADEC109A}" dt="2020-04-16T14:10:19.572" v="1267" actId="207"/>
          <ac:spMkLst>
            <pc:docMk/>
            <pc:sldMk cId="811683823" sldId="819"/>
            <ac:spMk id="80" creationId="{8D729B62-CA80-4D38-ACFE-5B2B4EF7E6D4}"/>
          </ac:spMkLst>
        </pc:spChg>
        <pc:grpChg chg="add del mod">
          <ac:chgData name="Liu Wenqi" userId="e72448e5a518e0d1" providerId="LiveId" clId="{202461E2-BFA0-42EB-B3DC-8ABDADEC109A}" dt="2020-04-16T13:30:51.592" v="983" actId="478"/>
          <ac:grpSpMkLst>
            <pc:docMk/>
            <pc:sldMk cId="811683823" sldId="819"/>
            <ac:grpSpMk id="3" creationId="{2F275989-141C-4EB7-86F0-F3BE174ADCCE}"/>
          </ac:grpSpMkLst>
        </pc:grpChg>
        <pc:grpChg chg="add mod">
          <ac:chgData name="Liu Wenqi" userId="e72448e5a518e0d1" providerId="LiveId" clId="{202461E2-BFA0-42EB-B3DC-8ABDADEC109A}" dt="2020-04-16T14:03:24.695" v="1144" actId="1038"/>
          <ac:grpSpMkLst>
            <pc:docMk/>
            <pc:sldMk cId="811683823" sldId="819"/>
            <ac:grpSpMk id="6" creationId="{527417CD-61FE-44A0-96FE-295222327FB5}"/>
          </ac:grpSpMkLst>
        </pc:grpChg>
        <pc:grpChg chg="mod">
          <ac:chgData name="Liu Wenqi" userId="e72448e5a518e0d1" providerId="LiveId" clId="{202461E2-BFA0-42EB-B3DC-8ABDADEC109A}" dt="2020-04-16T14:03:24.695" v="1144" actId="1038"/>
          <ac:grpSpMkLst>
            <pc:docMk/>
            <pc:sldMk cId="811683823" sldId="819"/>
            <ac:grpSpMk id="16" creationId="{B4B1BDBD-3784-4E05-9CC0-0D512836124C}"/>
          </ac:grpSpMkLst>
        </pc:grpChg>
        <pc:grpChg chg="mod">
          <ac:chgData name="Liu Wenqi" userId="e72448e5a518e0d1" providerId="LiveId" clId="{202461E2-BFA0-42EB-B3DC-8ABDADEC109A}" dt="2020-04-16T14:03:24.695" v="1144" actId="1038"/>
          <ac:grpSpMkLst>
            <pc:docMk/>
            <pc:sldMk cId="811683823" sldId="819"/>
            <ac:grpSpMk id="17" creationId="{04B791B9-7EDC-43A1-B3B2-E8B030642080}"/>
          </ac:grpSpMkLst>
        </pc:grpChg>
        <pc:grpChg chg="add mod">
          <ac:chgData name="Liu Wenqi" userId="e72448e5a518e0d1" providerId="LiveId" clId="{202461E2-BFA0-42EB-B3DC-8ABDADEC109A}" dt="2020-04-16T14:00:19.894" v="1100" actId="164"/>
          <ac:grpSpMkLst>
            <pc:docMk/>
            <pc:sldMk cId="811683823" sldId="819"/>
            <ac:grpSpMk id="24" creationId="{E1EFA815-35CF-4987-86A4-C78A22AE4C53}"/>
          </ac:grpSpMkLst>
        </pc:grpChg>
        <pc:grpChg chg="add mod">
          <ac:chgData name="Liu Wenqi" userId="e72448e5a518e0d1" providerId="LiveId" clId="{202461E2-BFA0-42EB-B3DC-8ABDADEC109A}" dt="2020-04-16T14:00:24.682" v="1101" actId="164"/>
          <ac:grpSpMkLst>
            <pc:docMk/>
            <pc:sldMk cId="811683823" sldId="819"/>
            <ac:grpSpMk id="25" creationId="{1F37B5BE-7B23-4F09-ADDF-F86B423E4F49}"/>
          </ac:grpSpMkLst>
        </pc:grpChg>
        <pc:grpChg chg="add mod">
          <ac:chgData name="Liu Wenqi" userId="e72448e5a518e0d1" providerId="LiveId" clId="{202461E2-BFA0-42EB-B3DC-8ABDADEC109A}" dt="2020-04-17T13:35:14.835" v="3271" actId="1035"/>
          <ac:grpSpMkLst>
            <pc:docMk/>
            <pc:sldMk cId="811683823" sldId="819"/>
            <ac:grpSpMk id="26" creationId="{D1F816E7-B30B-46A7-8FFA-5F06A1DED4ED}"/>
          </ac:grpSpMkLst>
        </pc:grpChg>
        <pc:grpChg chg="add mod">
          <ac:chgData name="Liu Wenqi" userId="e72448e5a518e0d1" providerId="LiveId" clId="{202461E2-BFA0-42EB-B3DC-8ABDADEC109A}" dt="2020-04-16T14:00:39.805" v="1104" actId="164"/>
          <ac:grpSpMkLst>
            <pc:docMk/>
            <pc:sldMk cId="811683823" sldId="819"/>
            <ac:grpSpMk id="37" creationId="{4EA72F8E-2059-4ECB-934D-0CF077CA4CF6}"/>
          </ac:grpSpMkLst>
        </pc:grpChg>
        <pc:grpChg chg="add mod">
          <ac:chgData name="Liu Wenqi" userId="e72448e5a518e0d1" providerId="LiveId" clId="{202461E2-BFA0-42EB-B3DC-8ABDADEC109A}" dt="2020-04-16T14:00:24.682" v="1101" actId="164"/>
          <ac:grpSpMkLst>
            <pc:docMk/>
            <pc:sldMk cId="811683823" sldId="819"/>
            <ac:grpSpMk id="44" creationId="{326BA30A-80A3-4DE1-85EC-CEBA5EDBD723}"/>
          </ac:grpSpMkLst>
        </pc:grpChg>
        <pc:grpChg chg="add mod">
          <ac:chgData name="Liu Wenqi" userId="e72448e5a518e0d1" providerId="LiveId" clId="{202461E2-BFA0-42EB-B3DC-8ABDADEC109A}" dt="2020-04-16T14:00:19.894" v="1100" actId="164"/>
          <ac:grpSpMkLst>
            <pc:docMk/>
            <pc:sldMk cId="811683823" sldId="819"/>
            <ac:grpSpMk id="48" creationId="{E85BCD5B-4829-45E1-A895-39970B934C1C}"/>
          </ac:grpSpMkLst>
        </pc:grpChg>
        <pc:grpChg chg="add del mod">
          <ac:chgData name="Liu Wenqi" userId="e72448e5a518e0d1" providerId="LiveId" clId="{202461E2-BFA0-42EB-B3DC-8ABDADEC109A}" dt="2020-04-16T13:15:41.599" v="671" actId="478"/>
          <ac:grpSpMkLst>
            <pc:docMk/>
            <pc:sldMk cId="811683823" sldId="819"/>
            <ac:grpSpMk id="52" creationId="{543E3BA6-E8FC-4A94-A0CB-857F229604F2}"/>
          </ac:grpSpMkLst>
        </pc:grpChg>
        <pc:grpChg chg="mod">
          <ac:chgData name="Liu Wenqi" userId="e72448e5a518e0d1" providerId="LiveId" clId="{202461E2-BFA0-42EB-B3DC-8ABDADEC109A}" dt="2020-04-16T13:15:34.913" v="670"/>
          <ac:grpSpMkLst>
            <pc:docMk/>
            <pc:sldMk cId="811683823" sldId="819"/>
            <ac:grpSpMk id="53" creationId="{6D278355-ABDC-414B-89AE-A043E6EE1904}"/>
          </ac:grpSpMkLst>
        </pc:grpChg>
        <pc:grpChg chg="mod">
          <ac:chgData name="Liu Wenqi" userId="e72448e5a518e0d1" providerId="LiveId" clId="{202461E2-BFA0-42EB-B3DC-8ABDADEC109A}" dt="2020-04-16T13:15:34.913" v="670"/>
          <ac:grpSpMkLst>
            <pc:docMk/>
            <pc:sldMk cId="811683823" sldId="819"/>
            <ac:grpSpMk id="56" creationId="{3EA1D285-BC1F-45AD-B516-540C094B2F31}"/>
          </ac:grpSpMkLst>
        </pc:grpChg>
        <pc:grpChg chg="add mod">
          <ac:chgData name="Liu Wenqi" userId="e72448e5a518e0d1" providerId="LiveId" clId="{202461E2-BFA0-42EB-B3DC-8ABDADEC109A}" dt="2020-04-16T14:00:29.416" v="1102" actId="164"/>
          <ac:grpSpMkLst>
            <pc:docMk/>
            <pc:sldMk cId="811683823" sldId="819"/>
            <ac:grpSpMk id="72" creationId="{776E8A15-2475-4EBB-B057-95EFCFD380C3}"/>
          </ac:grpSpMkLst>
        </pc:grpChg>
        <pc:grpChg chg="add mod">
          <ac:chgData name="Liu Wenqi" userId="e72448e5a518e0d1" providerId="LiveId" clId="{202461E2-BFA0-42EB-B3DC-8ABDADEC109A}" dt="2020-04-16T14:00:43.217" v="1105" actId="164"/>
          <ac:grpSpMkLst>
            <pc:docMk/>
            <pc:sldMk cId="811683823" sldId="819"/>
            <ac:grpSpMk id="81" creationId="{B6A78209-13EE-4FB5-9B00-BB6724163978}"/>
          </ac:grpSpMkLst>
        </pc:grpChg>
        <pc:grpChg chg="add mod">
          <ac:chgData name="Liu Wenqi" userId="e72448e5a518e0d1" providerId="LiveId" clId="{202461E2-BFA0-42EB-B3DC-8ABDADEC109A}" dt="2020-04-16T14:00:46.375" v="1106" actId="164"/>
          <ac:grpSpMkLst>
            <pc:docMk/>
            <pc:sldMk cId="811683823" sldId="819"/>
            <ac:grpSpMk id="82" creationId="{5DC129E3-BBE2-4C20-A012-0B5AD4148885}"/>
          </ac:grpSpMkLst>
        </pc:grpChg>
        <pc:graphicFrameChg chg="add del mod">
          <ac:chgData name="Liu Wenqi" userId="e72448e5a518e0d1" providerId="LiveId" clId="{202461E2-BFA0-42EB-B3DC-8ABDADEC109A}" dt="2020-04-16T13:45:07.264" v="987" actId="478"/>
          <ac:graphicFrameMkLst>
            <pc:docMk/>
            <pc:sldMk cId="811683823" sldId="819"/>
            <ac:graphicFrameMk id="77" creationId="{DEC9E5EE-C9E0-488F-8DE7-3F155B83DFB2}"/>
          </ac:graphicFrameMkLst>
        </pc:graphicFrameChg>
        <pc:picChg chg="del">
          <ac:chgData name="Liu Wenqi" userId="e72448e5a518e0d1" providerId="LiveId" clId="{202461E2-BFA0-42EB-B3DC-8ABDADEC109A}" dt="2020-04-15T18:13:47.533" v="487" actId="478"/>
          <ac:picMkLst>
            <pc:docMk/>
            <pc:sldMk cId="811683823" sldId="819"/>
            <ac:picMk id="7" creationId="{7021253D-28D3-46FA-829D-8CAA4654583F}"/>
          </ac:picMkLst>
        </pc:picChg>
        <pc:picChg chg="mod">
          <ac:chgData name="Liu Wenqi" userId="e72448e5a518e0d1" providerId="LiveId" clId="{202461E2-BFA0-42EB-B3DC-8ABDADEC109A}" dt="2020-04-16T14:00:39.805" v="1104" actId="164"/>
          <ac:picMkLst>
            <pc:docMk/>
            <pc:sldMk cId="811683823" sldId="819"/>
            <ac:picMk id="8" creationId="{AEA94AF5-B49D-45D8-AFCC-61D10C492719}"/>
          </ac:picMkLst>
        </pc:picChg>
        <pc:picChg chg="mod">
          <ac:chgData name="Liu Wenqi" userId="e72448e5a518e0d1" providerId="LiveId" clId="{202461E2-BFA0-42EB-B3DC-8ABDADEC109A}" dt="2020-04-16T14:00:46.375" v="1106" actId="164"/>
          <ac:picMkLst>
            <pc:docMk/>
            <pc:sldMk cId="811683823" sldId="819"/>
            <ac:picMk id="9" creationId="{303394F8-635F-4095-B4F2-718DBF373B6D}"/>
          </ac:picMkLst>
        </pc:picChg>
        <pc:picChg chg="add del mod">
          <ac:chgData name="Liu Wenqi" userId="e72448e5a518e0d1" providerId="LiveId" clId="{202461E2-BFA0-42EB-B3DC-8ABDADEC109A}" dt="2020-04-16T13:50:47.964" v="990" actId="478"/>
          <ac:picMkLst>
            <pc:docMk/>
            <pc:sldMk cId="811683823" sldId="819"/>
            <ac:picMk id="10" creationId="{2AA2D693-3120-4909-B83E-295CD4BF6D75}"/>
          </ac:picMkLst>
        </pc:picChg>
        <pc:picChg chg="del">
          <ac:chgData name="Liu Wenqi" userId="e72448e5a518e0d1" providerId="LiveId" clId="{202461E2-BFA0-42EB-B3DC-8ABDADEC109A}" dt="2020-04-15T18:13:41.694" v="485" actId="478"/>
          <ac:picMkLst>
            <pc:docMk/>
            <pc:sldMk cId="811683823" sldId="819"/>
            <ac:picMk id="10" creationId="{D3AE3DAE-633E-48D3-AA97-E6F14F25B557}"/>
          </ac:picMkLst>
        </pc:picChg>
        <pc:picChg chg="add del mod">
          <ac:chgData name="Liu Wenqi" userId="e72448e5a518e0d1" providerId="LiveId" clId="{202461E2-BFA0-42EB-B3DC-8ABDADEC109A}" dt="2020-04-16T13:52:15.701" v="993" actId="478"/>
          <ac:picMkLst>
            <pc:docMk/>
            <pc:sldMk cId="811683823" sldId="819"/>
            <ac:picMk id="11" creationId="{0538FDEF-18CA-4720-8CA8-F3FBB0125040}"/>
          </ac:picMkLst>
        </pc:picChg>
        <pc:picChg chg="add mod">
          <ac:chgData name="Liu Wenqi" userId="e72448e5a518e0d1" providerId="LiveId" clId="{202461E2-BFA0-42EB-B3DC-8ABDADEC109A}" dt="2020-04-16T16:38:52.987" v="2406" actId="1076"/>
          <ac:picMkLst>
            <pc:docMk/>
            <pc:sldMk cId="811683823" sldId="819"/>
            <ac:picMk id="12" creationId="{CDCD7625-42A0-4540-8C9D-24290920E53A}"/>
          </ac:picMkLst>
        </pc:picChg>
        <pc:picChg chg="add mod">
          <ac:chgData name="Liu Wenqi" userId="e72448e5a518e0d1" providerId="LiveId" clId="{202461E2-BFA0-42EB-B3DC-8ABDADEC109A}" dt="2020-04-16T16:38:52.987" v="2406" actId="1076"/>
          <ac:picMkLst>
            <pc:docMk/>
            <pc:sldMk cId="811683823" sldId="819"/>
            <ac:picMk id="13" creationId="{67FEBD65-57FB-4E86-A3C7-20B6EFE6B688}"/>
          </ac:picMkLst>
        </pc:picChg>
        <pc:picChg chg="del">
          <ac:chgData name="Liu Wenqi" userId="e72448e5a518e0d1" providerId="LiveId" clId="{202461E2-BFA0-42EB-B3DC-8ABDADEC109A}" dt="2020-04-15T18:13:41.694" v="485" actId="478"/>
          <ac:picMkLst>
            <pc:docMk/>
            <pc:sldMk cId="811683823" sldId="819"/>
            <ac:picMk id="13" creationId="{75D69DAE-32CA-401B-9C15-FF1E0A61C92B}"/>
          </ac:picMkLst>
        </pc:picChg>
        <pc:picChg chg="del">
          <ac:chgData name="Liu Wenqi" userId="e72448e5a518e0d1" providerId="LiveId" clId="{202461E2-BFA0-42EB-B3DC-8ABDADEC109A}" dt="2020-04-15T18:13:41.694" v="485" actId="478"/>
          <ac:picMkLst>
            <pc:docMk/>
            <pc:sldMk cId="811683823" sldId="819"/>
            <ac:picMk id="14" creationId="{577422CC-6D7E-402A-9CC1-FC2B98A6F507}"/>
          </ac:picMkLst>
        </pc:picChg>
        <pc:picChg chg="add del mod">
          <ac:chgData name="Liu Wenqi" userId="e72448e5a518e0d1" providerId="LiveId" clId="{202461E2-BFA0-42EB-B3DC-8ABDADEC109A}" dt="2020-04-16T13:54:35.151" v="1005" actId="478"/>
          <ac:picMkLst>
            <pc:docMk/>
            <pc:sldMk cId="811683823" sldId="819"/>
            <ac:picMk id="14" creationId="{9DDEE3D2-A696-494E-B898-CE2DF678A748}"/>
          </ac:picMkLst>
        </pc:picChg>
        <pc:picChg chg="add mod">
          <ac:chgData name="Liu Wenqi" userId="e72448e5a518e0d1" providerId="LiveId" clId="{202461E2-BFA0-42EB-B3DC-8ABDADEC109A}" dt="2020-04-16T16:38:52.987" v="2406" actId="1076"/>
          <ac:picMkLst>
            <pc:docMk/>
            <pc:sldMk cId="811683823" sldId="819"/>
            <ac:picMk id="15" creationId="{30AD108B-EE5B-4D76-B38C-FC2E10304AC1}"/>
          </ac:picMkLst>
        </pc:picChg>
        <pc:picChg chg="mod">
          <ac:chgData name="Liu Wenqi" userId="e72448e5a518e0d1" providerId="LiveId" clId="{202461E2-BFA0-42EB-B3DC-8ABDADEC109A}" dt="2020-04-16T14:00:43.217" v="1105" actId="164"/>
          <ac:picMkLst>
            <pc:docMk/>
            <pc:sldMk cId="811683823" sldId="819"/>
            <ac:picMk id="21" creationId="{F3AF5393-B308-42DE-960F-6207F66B423C}"/>
          </ac:picMkLst>
        </pc:picChg>
        <pc:picChg chg="del mod">
          <ac:chgData name="Liu Wenqi" userId="e72448e5a518e0d1" providerId="LiveId" clId="{202461E2-BFA0-42EB-B3DC-8ABDADEC109A}" dt="2020-04-16T13:58:03.456" v="1070" actId="478"/>
          <ac:picMkLst>
            <pc:docMk/>
            <pc:sldMk cId="811683823" sldId="819"/>
            <ac:picMk id="28" creationId="{087B1CC0-F3FC-4BE4-A3D8-4F60AEC47D57}"/>
          </ac:picMkLst>
        </pc:picChg>
        <pc:picChg chg="del mod">
          <ac:chgData name="Liu Wenqi" userId="e72448e5a518e0d1" providerId="LiveId" clId="{202461E2-BFA0-42EB-B3DC-8ABDADEC109A}" dt="2020-04-16T14:02:58.324" v="1124"/>
          <ac:picMkLst>
            <pc:docMk/>
            <pc:sldMk cId="811683823" sldId="819"/>
            <ac:picMk id="29" creationId="{673A57E5-75FF-4543-AAAE-F18E1433C336}"/>
          </ac:picMkLst>
        </pc:picChg>
        <pc:picChg chg="add mod ord">
          <ac:chgData name="Liu Wenqi" userId="e72448e5a518e0d1" providerId="LiveId" clId="{202461E2-BFA0-42EB-B3DC-8ABDADEC109A}" dt="2020-04-17T09:59:50.481" v="2691" actId="1035"/>
          <ac:picMkLst>
            <pc:docMk/>
            <pc:sldMk cId="811683823" sldId="819"/>
            <ac:picMk id="30" creationId="{7D0DACB5-AB84-47DC-8175-AD37E3E1CEAC}"/>
          </ac:picMkLst>
        </pc:picChg>
        <pc:picChg chg="add mod">
          <ac:chgData name="Liu Wenqi" userId="e72448e5a518e0d1" providerId="LiveId" clId="{202461E2-BFA0-42EB-B3DC-8ABDADEC109A}" dt="2020-04-16T13:12:35.329" v="629" actId="1076"/>
          <ac:picMkLst>
            <pc:docMk/>
            <pc:sldMk cId="811683823" sldId="819"/>
            <ac:picMk id="31" creationId="{B065D026-6504-43BA-BA4E-9B0DE9CD9CCA}"/>
          </ac:picMkLst>
        </pc:picChg>
        <pc:picChg chg="add del mod">
          <ac:chgData name="Liu Wenqi" userId="e72448e5a518e0d1" providerId="LiveId" clId="{202461E2-BFA0-42EB-B3DC-8ABDADEC109A}" dt="2020-04-16T13:53:29.734" v="995" actId="478"/>
          <ac:picMkLst>
            <pc:docMk/>
            <pc:sldMk cId="811683823" sldId="819"/>
            <ac:picMk id="34" creationId="{9C0649D5-9979-45C2-9822-38E4CB6AB43E}"/>
          </ac:picMkLst>
        </pc:picChg>
        <pc:picChg chg="add del mod">
          <ac:chgData name="Liu Wenqi" userId="e72448e5a518e0d1" providerId="LiveId" clId="{202461E2-BFA0-42EB-B3DC-8ABDADEC109A}" dt="2020-04-16T13:21:49.392" v="863" actId="478"/>
          <ac:picMkLst>
            <pc:docMk/>
            <pc:sldMk cId="811683823" sldId="819"/>
            <ac:picMk id="35" creationId="{7E644795-35C2-4439-B652-9EC4AFB576A2}"/>
          </ac:picMkLst>
        </pc:picChg>
        <pc:picChg chg="add del mod">
          <ac:chgData name="Liu Wenqi" userId="e72448e5a518e0d1" providerId="LiveId" clId="{202461E2-BFA0-42EB-B3DC-8ABDADEC109A}" dt="2020-04-16T13:53:50.382" v="999" actId="478"/>
          <ac:picMkLst>
            <pc:docMk/>
            <pc:sldMk cId="811683823" sldId="819"/>
            <ac:picMk id="36" creationId="{18A8A21C-BED5-419F-A2A7-B34BDAB16C7B}"/>
          </ac:picMkLst>
        </pc:picChg>
        <pc:picChg chg="mod">
          <ac:chgData name="Liu Wenqi" userId="e72448e5a518e0d1" providerId="LiveId" clId="{202461E2-BFA0-42EB-B3DC-8ABDADEC109A}" dt="2020-04-17T13:35:53.561" v="3284"/>
          <ac:picMkLst>
            <pc:docMk/>
            <pc:sldMk cId="811683823" sldId="819"/>
            <ac:picMk id="49" creationId="{9C281B14-AB43-4DD7-B673-601C5C473AFF}"/>
          </ac:picMkLst>
        </pc:picChg>
        <pc:picChg chg="mod modCrop">
          <ac:chgData name="Liu Wenqi" userId="e72448e5a518e0d1" providerId="LiveId" clId="{202461E2-BFA0-42EB-B3DC-8ABDADEC109A}" dt="2020-04-17T13:36:02.636" v="3285" actId="1036"/>
          <ac:picMkLst>
            <pc:docMk/>
            <pc:sldMk cId="811683823" sldId="819"/>
            <ac:picMk id="73" creationId="{ED78DF42-A827-4A36-8FF4-D4973E19763D}"/>
          </ac:picMkLst>
        </pc:picChg>
        <pc:picChg chg="add del mod">
          <ac:chgData name="Liu Wenqi" userId="e72448e5a518e0d1" providerId="LiveId" clId="{202461E2-BFA0-42EB-B3DC-8ABDADEC109A}" dt="2020-04-16T13:59:00.062" v="1074" actId="478"/>
          <ac:picMkLst>
            <pc:docMk/>
            <pc:sldMk cId="811683823" sldId="819"/>
            <ac:picMk id="78" creationId="{323B920D-4F03-4046-B349-C5983547AC9C}"/>
          </ac:picMkLst>
        </pc:picChg>
        <pc:picChg chg="add mod">
          <ac:chgData name="Liu Wenqi" userId="e72448e5a518e0d1" providerId="LiveId" clId="{202461E2-BFA0-42EB-B3DC-8ABDADEC109A}" dt="2020-04-16T13:59:51.138" v="1091" actId="1076"/>
          <ac:picMkLst>
            <pc:docMk/>
            <pc:sldMk cId="811683823" sldId="819"/>
            <ac:picMk id="79" creationId="{0491DE5A-A8A9-4264-9E35-9CCA0A49BFFF}"/>
          </ac:picMkLst>
        </pc:picChg>
        <pc:picChg chg="add mod">
          <ac:chgData name="Liu Wenqi" userId="e72448e5a518e0d1" providerId="LiveId" clId="{202461E2-BFA0-42EB-B3DC-8ABDADEC109A}" dt="2020-04-16T15:56:44.590" v="1928" actId="1035"/>
          <ac:picMkLst>
            <pc:docMk/>
            <pc:sldMk cId="811683823" sldId="819"/>
            <ac:picMk id="83" creationId="{DCC94E84-DEDD-4B72-AB57-493DDA570B3A}"/>
          </ac:picMkLst>
        </pc:picChg>
      </pc:sldChg>
      <pc:sldChg chg="addSp delSp modSp add modTransition delAnim modAnim">
        <pc:chgData name="Liu Wenqi" userId="e72448e5a518e0d1" providerId="LiveId" clId="{202461E2-BFA0-42EB-B3DC-8ABDADEC109A}" dt="2020-04-17T13:36:45.804" v="3302" actId="20577"/>
        <pc:sldMkLst>
          <pc:docMk/>
          <pc:sldMk cId="423727490" sldId="820"/>
        </pc:sldMkLst>
        <pc:spChg chg="mod">
          <ac:chgData name="Liu Wenqi" userId="e72448e5a518e0d1" providerId="LiveId" clId="{202461E2-BFA0-42EB-B3DC-8ABDADEC109A}" dt="2020-04-16T16:11:13.693" v="2061"/>
          <ac:spMkLst>
            <pc:docMk/>
            <pc:sldMk cId="423727490" sldId="820"/>
            <ac:spMk id="2" creationId="{A0D511E9-DDFB-4D36-9EB4-90DB9AA0471C}"/>
          </ac:spMkLst>
        </pc:spChg>
        <pc:spChg chg="mod">
          <ac:chgData name="Liu Wenqi" userId="e72448e5a518e0d1" providerId="LiveId" clId="{202461E2-BFA0-42EB-B3DC-8ABDADEC109A}" dt="2020-04-17T13:36:45.804" v="3302" actId="20577"/>
          <ac:spMkLst>
            <pc:docMk/>
            <pc:sldMk cId="423727490" sldId="820"/>
            <ac:spMk id="5" creationId="{C84D5A40-699D-41DC-A240-5AD5FC126312}"/>
          </ac:spMkLst>
        </pc:spChg>
        <pc:spChg chg="add mod">
          <ac:chgData name="Liu Wenqi" userId="e72448e5a518e0d1" providerId="LiveId" clId="{202461E2-BFA0-42EB-B3DC-8ABDADEC109A}" dt="2020-04-16T16:50:48.376" v="2585" actId="1038"/>
          <ac:spMkLst>
            <pc:docMk/>
            <pc:sldMk cId="423727490" sldId="820"/>
            <ac:spMk id="12" creationId="{02639541-474E-4AB3-88A7-D74E30310EEE}"/>
          </ac:spMkLst>
        </pc:spChg>
        <pc:spChg chg="add mod ord">
          <ac:chgData name="Liu Wenqi" userId="e72448e5a518e0d1" providerId="LiveId" clId="{202461E2-BFA0-42EB-B3DC-8ABDADEC109A}" dt="2020-04-16T16:22:59.495" v="2091" actId="167"/>
          <ac:spMkLst>
            <pc:docMk/>
            <pc:sldMk cId="423727490" sldId="820"/>
            <ac:spMk id="13" creationId="{512AA963-FCD4-4AD0-AF1D-4103FB25AF04}"/>
          </ac:spMkLst>
        </pc:spChg>
        <pc:spChg chg="del">
          <ac:chgData name="Liu Wenqi" userId="e72448e5a518e0d1" providerId="LiveId" clId="{202461E2-BFA0-42EB-B3DC-8ABDADEC109A}" dt="2020-04-16T15:52:43.072" v="1901" actId="478"/>
          <ac:spMkLst>
            <pc:docMk/>
            <pc:sldMk cId="423727490" sldId="820"/>
            <ac:spMk id="16" creationId="{F3467B23-E2FA-4993-8EF1-E72F86A9CC4D}"/>
          </ac:spMkLst>
        </pc:spChg>
        <pc:spChg chg="del">
          <ac:chgData name="Liu Wenqi" userId="e72448e5a518e0d1" providerId="LiveId" clId="{202461E2-BFA0-42EB-B3DC-8ABDADEC109A}" dt="2020-04-16T16:00:31.868" v="1960" actId="478"/>
          <ac:spMkLst>
            <pc:docMk/>
            <pc:sldMk cId="423727490" sldId="820"/>
            <ac:spMk id="29" creationId="{B82AEB01-0B3D-4DB7-A174-2530959E5321}"/>
          </ac:spMkLst>
        </pc:spChg>
        <pc:spChg chg="del mod">
          <ac:chgData name="Liu Wenqi" userId="e72448e5a518e0d1" providerId="LiveId" clId="{202461E2-BFA0-42EB-B3DC-8ABDADEC109A}" dt="2020-04-16T16:00:31.868" v="1960" actId="478"/>
          <ac:spMkLst>
            <pc:docMk/>
            <pc:sldMk cId="423727490" sldId="820"/>
            <ac:spMk id="30" creationId="{D8E54B1A-8CA1-4FF5-B460-1B284AD819B2}"/>
          </ac:spMkLst>
        </pc:spChg>
        <pc:grpChg chg="del mod">
          <ac:chgData name="Liu Wenqi" userId="e72448e5a518e0d1" providerId="LiveId" clId="{202461E2-BFA0-42EB-B3DC-8ABDADEC109A}" dt="2020-04-16T15:52:54.890" v="1905" actId="478"/>
          <ac:grpSpMkLst>
            <pc:docMk/>
            <pc:sldMk cId="423727490" sldId="820"/>
            <ac:grpSpMk id="4" creationId="{2868E1AB-7B37-49FF-AC06-A9A7480A8C93}"/>
          </ac:grpSpMkLst>
        </pc:grpChg>
        <pc:grpChg chg="add del mod">
          <ac:chgData name="Liu Wenqi" userId="e72448e5a518e0d1" providerId="LiveId" clId="{202461E2-BFA0-42EB-B3DC-8ABDADEC109A}" dt="2020-04-16T16:01:24.836" v="1988" actId="1036"/>
          <ac:grpSpMkLst>
            <pc:docMk/>
            <pc:sldMk cId="423727490" sldId="820"/>
            <ac:grpSpMk id="14" creationId="{B5F39261-5E4D-480B-9664-DB60F3F5E0CD}"/>
          </ac:grpSpMkLst>
        </pc:grpChg>
        <pc:grpChg chg="add mod">
          <ac:chgData name="Liu Wenqi" userId="e72448e5a518e0d1" providerId="LiveId" clId="{202461E2-BFA0-42EB-B3DC-8ABDADEC109A}" dt="2020-04-17T13:36:17.402" v="3289" actId="1036"/>
          <ac:grpSpMkLst>
            <pc:docMk/>
            <pc:sldMk cId="423727490" sldId="820"/>
            <ac:grpSpMk id="22" creationId="{4FFB3C21-8A29-4FF4-A47D-3C24F4A52585}"/>
          </ac:grpSpMkLst>
        </pc:grpChg>
        <pc:grpChg chg="del">
          <ac:chgData name="Liu Wenqi" userId="e72448e5a518e0d1" providerId="LiveId" clId="{202461E2-BFA0-42EB-B3DC-8ABDADEC109A}" dt="2020-04-16T16:00:31.868" v="1960" actId="478"/>
          <ac:grpSpMkLst>
            <pc:docMk/>
            <pc:sldMk cId="423727490" sldId="820"/>
            <ac:grpSpMk id="25" creationId="{B926F58F-9BA2-4693-AD76-A8F5A0157978}"/>
          </ac:grpSpMkLst>
        </pc:grpChg>
        <pc:grpChg chg="del">
          <ac:chgData name="Liu Wenqi" userId="e72448e5a518e0d1" providerId="LiveId" clId="{202461E2-BFA0-42EB-B3DC-8ABDADEC109A}" dt="2020-04-16T16:00:31.868" v="1960" actId="478"/>
          <ac:grpSpMkLst>
            <pc:docMk/>
            <pc:sldMk cId="423727490" sldId="820"/>
            <ac:grpSpMk id="26" creationId="{02EBC4D3-E42F-4E3C-95E0-AB71897FECD1}"/>
          </ac:grpSpMkLst>
        </pc:grpChg>
        <pc:picChg chg="del mod">
          <ac:chgData name="Liu Wenqi" userId="e72448e5a518e0d1" providerId="LiveId" clId="{202461E2-BFA0-42EB-B3DC-8ABDADEC109A}" dt="2020-04-16T15:57:36.342" v="1931" actId="478"/>
          <ac:picMkLst>
            <pc:docMk/>
            <pc:sldMk cId="423727490" sldId="820"/>
            <ac:picMk id="3" creationId="{506CBD8A-03DA-4C09-9651-2063279CFE78}"/>
          </ac:picMkLst>
        </pc:picChg>
        <pc:picChg chg="add del mod">
          <ac:chgData name="Liu Wenqi" userId="e72448e5a518e0d1" providerId="LiveId" clId="{202461E2-BFA0-42EB-B3DC-8ABDADEC109A}" dt="2020-04-16T16:01:24.836" v="1988" actId="1036"/>
          <ac:picMkLst>
            <pc:docMk/>
            <pc:sldMk cId="423727490" sldId="820"/>
            <ac:picMk id="10" creationId="{2C4FBEC5-2403-4036-8951-B9BEE4E8D04E}"/>
          </ac:picMkLst>
        </pc:picChg>
        <pc:picChg chg="del mod">
          <ac:chgData name="Liu Wenqi" userId="e72448e5a518e0d1" providerId="LiveId" clId="{202461E2-BFA0-42EB-B3DC-8ABDADEC109A}" dt="2020-04-15T17:48:14.213" v="363" actId="478"/>
          <ac:picMkLst>
            <pc:docMk/>
            <pc:sldMk cId="423727490" sldId="820"/>
            <ac:picMk id="11" creationId="{F6CD578F-B86D-4929-9CD9-A272D3E45247}"/>
          </ac:picMkLst>
        </pc:picChg>
        <pc:picChg chg="mod ord modCrop">
          <ac:chgData name="Liu Wenqi" userId="e72448e5a518e0d1" providerId="LiveId" clId="{202461E2-BFA0-42EB-B3DC-8ABDADEC109A}" dt="2020-04-17T13:36:23.966" v="3298" actId="1036"/>
          <ac:picMkLst>
            <pc:docMk/>
            <pc:sldMk cId="423727490" sldId="820"/>
            <ac:picMk id="23" creationId="{485D3E8D-708B-49D2-9786-4B641267FC4A}"/>
          </ac:picMkLst>
        </pc:picChg>
        <pc:picChg chg="mod modCrop">
          <ac:chgData name="Liu Wenqi" userId="e72448e5a518e0d1" providerId="LiveId" clId="{202461E2-BFA0-42EB-B3DC-8ABDADEC109A}" dt="2020-04-16T16:01:08.041" v="1971" actId="1037"/>
          <ac:picMkLst>
            <pc:docMk/>
            <pc:sldMk cId="423727490" sldId="820"/>
            <ac:picMk id="24" creationId="{43D08CAA-FBB3-4AD7-A4B3-313AA6E48352}"/>
          </ac:picMkLst>
        </pc:picChg>
        <pc:picChg chg="add mod">
          <ac:chgData name="Liu Wenqi" userId="e72448e5a518e0d1" providerId="LiveId" clId="{202461E2-BFA0-42EB-B3DC-8ABDADEC109A}" dt="2020-04-17T13:36:21.666" v="3295" actId="1037"/>
          <ac:picMkLst>
            <pc:docMk/>
            <pc:sldMk cId="423727490" sldId="820"/>
            <ac:picMk id="33" creationId="{7E5DFBD6-176E-4A47-903C-27FAD112EC52}"/>
          </ac:picMkLst>
        </pc:picChg>
        <pc:cxnChg chg="del mod">
          <ac:chgData name="Liu Wenqi" userId="e72448e5a518e0d1" providerId="LiveId" clId="{202461E2-BFA0-42EB-B3DC-8ABDADEC109A}" dt="2020-04-16T16:00:31.868" v="1960" actId="478"/>
          <ac:cxnSpMkLst>
            <pc:docMk/>
            <pc:sldMk cId="423727490" sldId="820"/>
            <ac:cxnSpMk id="27" creationId="{0FD5A95B-A778-47FC-8F67-92F0ED9EA79B}"/>
          </ac:cxnSpMkLst>
        </pc:cxnChg>
        <pc:cxnChg chg="del mod">
          <ac:chgData name="Liu Wenqi" userId="e72448e5a518e0d1" providerId="LiveId" clId="{202461E2-BFA0-42EB-B3DC-8ABDADEC109A}" dt="2020-04-16T16:00:31.868" v="1960" actId="478"/>
          <ac:cxnSpMkLst>
            <pc:docMk/>
            <pc:sldMk cId="423727490" sldId="820"/>
            <ac:cxnSpMk id="28" creationId="{35C0C3F3-DDAA-492C-A887-0E31E664DA55}"/>
          </ac:cxnSpMkLst>
        </pc:cxnChg>
        <pc:cxnChg chg="del mod">
          <ac:chgData name="Liu Wenqi" userId="e72448e5a518e0d1" providerId="LiveId" clId="{202461E2-BFA0-42EB-B3DC-8ABDADEC109A}" dt="2020-04-16T16:00:31.868" v="1960" actId="478"/>
          <ac:cxnSpMkLst>
            <pc:docMk/>
            <pc:sldMk cId="423727490" sldId="820"/>
            <ac:cxnSpMk id="31" creationId="{F5E3C37C-AC36-44F9-89A5-AE37F456F4AA}"/>
          </ac:cxnSpMkLst>
        </pc:cxnChg>
        <pc:cxnChg chg="del mod">
          <ac:chgData name="Liu Wenqi" userId="e72448e5a518e0d1" providerId="LiveId" clId="{202461E2-BFA0-42EB-B3DC-8ABDADEC109A}" dt="2020-04-16T16:00:31.868" v="1960" actId="478"/>
          <ac:cxnSpMkLst>
            <pc:docMk/>
            <pc:sldMk cId="423727490" sldId="820"/>
            <ac:cxnSpMk id="32" creationId="{EB17E4C6-F61A-421B-8179-2EA26D810D61}"/>
          </ac:cxnSpMkLst>
        </pc:cxnChg>
      </pc:sldChg>
      <pc:sldChg chg="addSp delSp modSp add del modAnim">
        <pc:chgData name="Liu Wenqi" userId="e72448e5a518e0d1" providerId="LiveId" clId="{202461E2-BFA0-42EB-B3DC-8ABDADEC109A}" dt="2020-04-16T14:35:08.364" v="1415" actId="2696"/>
        <pc:sldMkLst>
          <pc:docMk/>
          <pc:sldMk cId="50570859" sldId="821"/>
        </pc:sldMkLst>
        <pc:spChg chg="del">
          <ac:chgData name="Liu Wenqi" userId="e72448e5a518e0d1" providerId="LiveId" clId="{202461E2-BFA0-42EB-B3DC-8ABDADEC109A}" dt="2020-04-15T18:20:12.862" v="607" actId="478"/>
          <ac:spMkLst>
            <pc:docMk/>
            <pc:sldMk cId="50570859" sldId="821"/>
            <ac:spMk id="5" creationId="{C0CE90B4-EAC8-4C58-87DD-D3EA67130602}"/>
          </ac:spMkLst>
        </pc:spChg>
        <pc:spChg chg="del">
          <ac:chgData name="Liu Wenqi" userId="e72448e5a518e0d1" providerId="LiveId" clId="{202461E2-BFA0-42EB-B3DC-8ABDADEC109A}" dt="2020-04-15T18:20:12.862" v="607" actId="478"/>
          <ac:spMkLst>
            <pc:docMk/>
            <pc:sldMk cId="50570859" sldId="821"/>
            <ac:spMk id="6" creationId="{CB91EEE7-CCD9-4E7E-A3DE-E42BDF4CE350}"/>
          </ac:spMkLst>
        </pc:spChg>
        <pc:spChg chg="add mod">
          <ac:chgData name="Liu Wenqi" userId="e72448e5a518e0d1" providerId="LiveId" clId="{202461E2-BFA0-42EB-B3DC-8ABDADEC109A}" dt="2020-04-15T18:20:37.828" v="611" actId="1076"/>
          <ac:spMkLst>
            <pc:docMk/>
            <pc:sldMk cId="50570859" sldId="821"/>
            <ac:spMk id="43" creationId="{48B3B878-8A50-4851-8263-B2ACA7307450}"/>
          </ac:spMkLst>
        </pc:spChg>
        <pc:spChg chg="del">
          <ac:chgData name="Liu Wenqi" userId="e72448e5a518e0d1" providerId="LiveId" clId="{202461E2-BFA0-42EB-B3DC-8ABDADEC109A}" dt="2020-04-15T18:20:24.375" v="609" actId="478"/>
          <ac:spMkLst>
            <pc:docMk/>
            <pc:sldMk cId="50570859" sldId="821"/>
            <ac:spMk id="44" creationId="{E1568498-52C0-4ACC-9095-A237FEFBFA9B}"/>
          </ac:spMkLst>
        </pc:spChg>
        <pc:spChg chg="del">
          <ac:chgData name="Liu Wenqi" userId="e72448e5a518e0d1" providerId="LiveId" clId="{202461E2-BFA0-42EB-B3DC-8ABDADEC109A}" dt="2020-04-15T18:20:24.375" v="609" actId="478"/>
          <ac:spMkLst>
            <pc:docMk/>
            <pc:sldMk cId="50570859" sldId="821"/>
            <ac:spMk id="45" creationId="{8A26272B-78FA-4BF6-961D-A206B2DD2E87}"/>
          </ac:spMkLst>
        </pc:spChg>
        <pc:spChg chg="del">
          <ac:chgData name="Liu Wenqi" userId="e72448e5a518e0d1" providerId="LiveId" clId="{202461E2-BFA0-42EB-B3DC-8ABDADEC109A}" dt="2020-04-15T18:20:24.375" v="609" actId="478"/>
          <ac:spMkLst>
            <pc:docMk/>
            <pc:sldMk cId="50570859" sldId="821"/>
            <ac:spMk id="46" creationId="{ACABD7E1-3E89-4D74-8AC9-EED19B489A11}"/>
          </ac:spMkLst>
        </pc:spChg>
        <pc:spChg chg="del">
          <ac:chgData name="Liu Wenqi" userId="e72448e5a518e0d1" providerId="LiveId" clId="{202461E2-BFA0-42EB-B3DC-8ABDADEC109A}" dt="2020-04-15T18:20:24.375" v="609" actId="478"/>
          <ac:spMkLst>
            <pc:docMk/>
            <pc:sldMk cId="50570859" sldId="821"/>
            <ac:spMk id="47" creationId="{0AE9FB3D-F813-45D1-AEB1-438A33E17F1D}"/>
          </ac:spMkLst>
        </pc:spChg>
        <pc:spChg chg="del">
          <ac:chgData name="Liu Wenqi" userId="e72448e5a518e0d1" providerId="LiveId" clId="{202461E2-BFA0-42EB-B3DC-8ABDADEC109A}" dt="2020-04-15T18:20:24.375" v="609" actId="478"/>
          <ac:spMkLst>
            <pc:docMk/>
            <pc:sldMk cId="50570859" sldId="821"/>
            <ac:spMk id="48" creationId="{BE35280E-CF44-4889-A8F1-7A01ADC5ED71}"/>
          </ac:spMkLst>
        </pc:spChg>
        <pc:spChg chg="del">
          <ac:chgData name="Liu Wenqi" userId="e72448e5a518e0d1" providerId="LiveId" clId="{202461E2-BFA0-42EB-B3DC-8ABDADEC109A}" dt="2020-04-15T18:20:24.375" v="609" actId="478"/>
          <ac:spMkLst>
            <pc:docMk/>
            <pc:sldMk cId="50570859" sldId="821"/>
            <ac:spMk id="50" creationId="{12F0D1AA-51BE-454A-ACA4-4D95C41D8D0A}"/>
          </ac:spMkLst>
        </pc:spChg>
        <pc:spChg chg="del">
          <ac:chgData name="Liu Wenqi" userId="e72448e5a518e0d1" providerId="LiveId" clId="{202461E2-BFA0-42EB-B3DC-8ABDADEC109A}" dt="2020-04-15T18:20:24.375" v="609" actId="478"/>
          <ac:spMkLst>
            <pc:docMk/>
            <pc:sldMk cId="50570859" sldId="821"/>
            <ac:spMk id="51" creationId="{5467412B-A554-4C02-8847-7FEFFCAFC024}"/>
          </ac:spMkLst>
        </pc:spChg>
        <pc:spChg chg="del">
          <ac:chgData name="Liu Wenqi" userId="e72448e5a518e0d1" providerId="LiveId" clId="{202461E2-BFA0-42EB-B3DC-8ABDADEC109A}" dt="2020-04-15T18:20:24.375" v="609" actId="478"/>
          <ac:spMkLst>
            <pc:docMk/>
            <pc:sldMk cId="50570859" sldId="821"/>
            <ac:spMk id="62" creationId="{32452704-5498-49A2-9D3C-B37F22E89FA8}"/>
          </ac:spMkLst>
        </pc:spChg>
        <pc:spChg chg="del">
          <ac:chgData name="Liu Wenqi" userId="e72448e5a518e0d1" providerId="LiveId" clId="{202461E2-BFA0-42EB-B3DC-8ABDADEC109A}" dt="2020-04-15T18:20:24.375" v="609" actId="478"/>
          <ac:spMkLst>
            <pc:docMk/>
            <pc:sldMk cId="50570859" sldId="821"/>
            <ac:spMk id="63" creationId="{AAD4AA5C-A1AE-477D-BCFE-3FC9FBF4061E}"/>
          </ac:spMkLst>
        </pc:spChg>
        <pc:spChg chg="del">
          <ac:chgData name="Liu Wenqi" userId="e72448e5a518e0d1" providerId="LiveId" clId="{202461E2-BFA0-42EB-B3DC-8ABDADEC109A}" dt="2020-04-15T18:20:24.375" v="609" actId="478"/>
          <ac:spMkLst>
            <pc:docMk/>
            <pc:sldMk cId="50570859" sldId="821"/>
            <ac:spMk id="64" creationId="{7C65655F-E0F0-4BE3-8DBC-76021B41C8E4}"/>
          </ac:spMkLst>
        </pc:spChg>
        <pc:spChg chg="add mod">
          <ac:chgData name="Liu Wenqi" userId="e72448e5a518e0d1" providerId="LiveId" clId="{202461E2-BFA0-42EB-B3DC-8ABDADEC109A}" dt="2020-04-15T18:20:42.043" v="612" actId="1076"/>
          <ac:spMkLst>
            <pc:docMk/>
            <pc:sldMk cId="50570859" sldId="821"/>
            <ac:spMk id="69" creationId="{015C9BDF-D8E8-4C7A-8B6D-7DABFF02EB28}"/>
          </ac:spMkLst>
        </pc:spChg>
        <pc:grpChg chg="del">
          <ac:chgData name="Liu Wenqi" userId="e72448e5a518e0d1" providerId="LiveId" clId="{202461E2-BFA0-42EB-B3DC-8ABDADEC109A}" dt="2020-04-15T18:20:24.375" v="609" actId="478"/>
          <ac:grpSpMkLst>
            <pc:docMk/>
            <pc:sldMk cId="50570859" sldId="821"/>
            <ac:grpSpMk id="52" creationId="{D4B6EA1D-147A-47F3-9313-BA6BE5091D13}"/>
          </ac:grpSpMkLst>
        </pc:grpChg>
        <pc:grpChg chg="del">
          <ac:chgData name="Liu Wenqi" userId="e72448e5a518e0d1" providerId="LiveId" clId="{202461E2-BFA0-42EB-B3DC-8ABDADEC109A}" dt="2020-04-15T18:20:24.375" v="609" actId="478"/>
          <ac:grpSpMkLst>
            <pc:docMk/>
            <pc:sldMk cId="50570859" sldId="821"/>
            <ac:grpSpMk id="65" creationId="{122BF787-C8DC-454B-8459-72CAB2522286}"/>
          </ac:grpSpMkLst>
        </pc:grpChg>
        <pc:grpChg chg="add mod">
          <ac:chgData name="Liu Wenqi" userId="e72448e5a518e0d1" providerId="LiveId" clId="{202461E2-BFA0-42EB-B3DC-8ABDADEC109A}" dt="2020-04-15T18:20:37.828" v="611" actId="1076"/>
          <ac:grpSpMkLst>
            <pc:docMk/>
            <pc:sldMk cId="50570859" sldId="821"/>
            <ac:grpSpMk id="71" creationId="{7ACDB835-7494-497E-B9B3-76176C9D6D92}"/>
          </ac:grpSpMkLst>
        </pc:grpChg>
        <pc:grpChg chg="add mod">
          <ac:chgData name="Liu Wenqi" userId="e72448e5a518e0d1" providerId="LiveId" clId="{202461E2-BFA0-42EB-B3DC-8ABDADEC109A}" dt="2020-04-15T18:20:37.828" v="611" actId="1076"/>
          <ac:grpSpMkLst>
            <pc:docMk/>
            <pc:sldMk cId="50570859" sldId="821"/>
            <ac:grpSpMk id="75" creationId="{022060BE-9149-466D-9192-D56042248DED}"/>
          </ac:grpSpMkLst>
        </pc:grpChg>
        <pc:picChg chg="del">
          <ac:chgData name="Liu Wenqi" userId="e72448e5a518e0d1" providerId="LiveId" clId="{202461E2-BFA0-42EB-B3DC-8ABDADEC109A}" dt="2020-04-15T18:20:12.862" v="607" actId="478"/>
          <ac:picMkLst>
            <pc:docMk/>
            <pc:sldMk cId="50570859" sldId="821"/>
            <ac:picMk id="7" creationId="{7021253D-28D3-46FA-829D-8CAA4654583F}"/>
          </ac:picMkLst>
        </pc:picChg>
        <pc:picChg chg="add mod">
          <ac:chgData name="Liu Wenqi" userId="e72448e5a518e0d1" providerId="LiveId" clId="{202461E2-BFA0-42EB-B3DC-8ABDADEC109A}" dt="2020-04-16T13:57:34.675" v="1069" actId="1076"/>
          <ac:picMkLst>
            <pc:docMk/>
            <pc:sldMk cId="50570859" sldId="821"/>
            <ac:picMk id="70" creationId="{3A4EAD6D-12E6-40D5-9BFE-7721CAB4F27A}"/>
          </ac:picMkLst>
        </pc:picChg>
        <pc:picChg chg="add mod">
          <ac:chgData name="Liu Wenqi" userId="e72448e5a518e0d1" providerId="LiveId" clId="{202461E2-BFA0-42EB-B3DC-8ABDADEC109A}" dt="2020-04-15T18:20:37.828" v="611" actId="1076"/>
          <ac:picMkLst>
            <pc:docMk/>
            <pc:sldMk cId="50570859" sldId="821"/>
            <ac:picMk id="79" creationId="{47018383-D823-49B9-AA19-D1E6CD3F7A57}"/>
          </ac:picMkLst>
        </pc:picChg>
        <pc:picChg chg="add mod">
          <ac:chgData name="Liu Wenqi" userId="e72448e5a518e0d1" providerId="LiveId" clId="{202461E2-BFA0-42EB-B3DC-8ABDADEC109A}" dt="2020-04-15T18:20:37.828" v="611" actId="1076"/>
          <ac:picMkLst>
            <pc:docMk/>
            <pc:sldMk cId="50570859" sldId="821"/>
            <ac:picMk id="80" creationId="{14713730-210E-4D16-B673-0EAFBAD4E117}"/>
          </ac:picMkLst>
        </pc:picChg>
        <pc:picChg chg="add mod">
          <ac:chgData name="Liu Wenqi" userId="e72448e5a518e0d1" providerId="LiveId" clId="{202461E2-BFA0-42EB-B3DC-8ABDADEC109A}" dt="2020-04-15T18:20:42.043" v="612" actId="1076"/>
          <ac:picMkLst>
            <pc:docMk/>
            <pc:sldMk cId="50570859" sldId="821"/>
            <ac:picMk id="81" creationId="{2774210C-859E-4B65-9D29-0697CDF010E5}"/>
          </ac:picMkLst>
        </pc:picChg>
      </pc:sldChg>
      <pc:sldChg chg="add del">
        <pc:chgData name="Liu Wenqi" userId="e72448e5a518e0d1" providerId="LiveId" clId="{202461E2-BFA0-42EB-B3DC-8ABDADEC109A}" dt="2020-04-15T18:20:46.727" v="613" actId="2696"/>
        <pc:sldMkLst>
          <pc:docMk/>
          <pc:sldMk cId="2673665643" sldId="822"/>
        </pc:sldMkLst>
      </pc:sldChg>
      <pc:sldChg chg="addSp delSp modSp add del modTransition modAnim">
        <pc:chgData name="Liu Wenqi" userId="e72448e5a518e0d1" providerId="LiveId" clId="{202461E2-BFA0-42EB-B3DC-8ABDADEC109A}" dt="2020-04-16T16:38:20.838" v="2401" actId="2696"/>
        <pc:sldMkLst>
          <pc:docMk/>
          <pc:sldMk cId="1525387133" sldId="835"/>
        </pc:sldMkLst>
        <pc:spChg chg="mod">
          <ac:chgData name="Liu Wenqi" userId="e72448e5a518e0d1" providerId="LiveId" clId="{202461E2-BFA0-42EB-B3DC-8ABDADEC109A}" dt="2020-04-16T16:23:28.677" v="2121" actId="20577"/>
          <ac:spMkLst>
            <pc:docMk/>
            <pc:sldMk cId="1525387133" sldId="835"/>
            <ac:spMk id="2" creationId="{5E8D4AD0-00B5-4FE4-8B2E-7E10321032E4}"/>
          </ac:spMkLst>
        </pc:spChg>
        <pc:spChg chg="del">
          <ac:chgData name="Liu Wenqi" userId="e72448e5a518e0d1" providerId="LiveId" clId="{202461E2-BFA0-42EB-B3DC-8ABDADEC109A}" dt="2020-04-16T16:08:17.920" v="2056" actId="478"/>
          <ac:spMkLst>
            <pc:docMk/>
            <pc:sldMk cId="1525387133" sldId="835"/>
            <ac:spMk id="3" creationId="{00C8A969-8B05-45DF-9FEF-08F8E3B92A0F}"/>
          </ac:spMkLst>
        </pc:spChg>
        <pc:spChg chg="del">
          <ac:chgData name="Liu Wenqi" userId="e72448e5a518e0d1" providerId="LiveId" clId="{202461E2-BFA0-42EB-B3DC-8ABDADEC109A}" dt="2020-04-16T16:08:17.920" v="2056" actId="478"/>
          <ac:spMkLst>
            <pc:docMk/>
            <pc:sldMk cId="1525387133" sldId="835"/>
            <ac:spMk id="4" creationId="{B3D575AB-4ACD-425B-ABE3-05297064F0DE}"/>
          </ac:spMkLst>
        </pc:spChg>
        <pc:spChg chg="add del">
          <ac:chgData name="Liu Wenqi" userId="e72448e5a518e0d1" providerId="LiveId" clId="{202461E2-BFA0-42EB-B3DC-8ABDADEC109A}" dt="2020-04-16T16:37:53.662" v="2396"/>
          <ac:spMkLst>
            <pc:docMk/>
            <pc:sldMk cId="1525387133" sldId="835"/>
            <ac:spMk id="22" creationId="{370DF980-D10F-4F06-8BF5-8A52C19576D8}"/>
          </ac:spMkLst>
        </pc:spChg>
        <pc:spChg chg="add del">
          <ac:chgData name="Liu Wenqi" userId="e72448e5a518e0d1" providerId="LiveId" clId="{202461E2-BFA0-42EB-B3DC-8ABDADEC109A}" dt="2020-04-16T16:37:53.662" v="2396"/>
          <ac:spMkLst>
            <pc:docMk/>
            <pc:sldMk cId="1525387133" sldId="835"/>
            <ac:spMk id="23" creationId="{C542CB2D-ED04-494B-ABC0-039A2B28CB31}"/>
          </ac:spMkLst>
        </pc:spChg>
        <pc:picChg chg="del">
          <ac:chgData name="Liu Wenqi" userId="e72448e5a518e0d1" providerId="LiveId" clId="{202461E2-BFA0-42EB-B3DC-8ABDADEC109A}" dt="2020-04-16T16:24:31.935" v="2138"/>
          <ac:picMkLst>
            <pc:docMk/>
            <pc:sldMk cId="1525387133" sldId="835"/>
            <ac:picMk id="5" creationId="{D399246D-6DA7-4DE3-9598-FD8D9EE2561B}"/>
          </ac:picMkLst>
        </pc:picChg>
        <pc:picChg chg="del">
          <ac:chgData name="Liu Wenqi" userId="e72448e5a518e0d1" providerId="LiveId" clId="{202461E2-BFA0-42EB-B3DC-8ABDADEC109A}" dt="2020-04-16T16:24:31.935" v="2138"/>
          <ac:picMkLst>
            <pc:docMk/>
            <pc:sldMk cId="1525387133" sldId="835"/>
            <ac:picMk id="7" creationId="{F8591B8E-75C2-4766-A078-367A568E8FA6}"/>
          </ac:picMkLst>
        </pc:picChg>
        <pc:picChg chg="del">
          <ac:chgData name="Liu Wenqi" userId="e72448e5a518e0d1" providerId="LiveId" clId="{202461E2-BFA0-42EB-B3DC-8ABDADEC109A}" dt="2020-04-16T16:33:17.968" v="2323"/>
          <ac:picMkLst>
            <pc:docMk/>
            <pc:sldMk cId="1525387133" sldId="835"/>
            <ac:picMk id="11" creationId="{EA33118E-ED1E-4A43-9FEE-4BA454996755}"/>
          </ac:picMkLst>
        </pc:picChg>
        <pc:picChg chg="del">
          <ac:chgData name="Liu Wenqi" userId="e72448e5a518e0d1" providerId="LiveId" clId="{202461E2-BFA0-42EB-B3DC-8ABDADEC109A}" dt="2020-04-16T16:33:17.968" v="2323"/>
          <ac:picMkLst>
            <pc:docMk/>
            <pc:sldMk cId="1525387133" sldId="835"/>
            <ac:picMk id="12" creationId="{2F31FC42-135C-4702-824A-45E7EA33E43B}"/>
          </ac:picMkLst>
        </pc:picChg>
        <pc:picChg chg="add del">
          <ac:chgData name="Liu Wenqi" userId="e72448e5a518e0d1" providerId="LiveId" clId="{202461E2-BFA0-42EB-B3DC-8ABDADEC109A}" dt="2020-04-16T16:33:17.968" v="2323"/>
          <ac:picMkLst>
            <pc:docMk/>
            <pc:sldMk cId="1525387133" sldId="835"/>
            <ac:picMk id="13" creationId="{98A24150-7A75-4319-A869-4BE18EA7254B}"/>
          </ac:picMkLst>
        </pc:picChg>
        <pc:picChg chg="add del">
          <ac:chgData name="Liu Wenqi" userId="e72448e5a518e0d1" providerId="LiveId" clId="{202461E2-BFA0-42EB-B3DC-8ABDADEC109A}" dt="2020-04-16T16:33:17.968" v="2323"/>
          <ac:picMkLst>
            <pc:docMk/>
            <pc:sldMk cId="1525387133" sldId="835"/>
            <ac:picMk id="14" creationId="{2E6DF375-1E25-4E3E-8215-CE9E4444E299}"/>
          </ac:picMkLst>
        </pc:picChg>
      </pc:sldChg>
      <pc:sldChg chg="delSp add del modTransition modAnim">
        <pc:chgData name="Liu Wenqi" userId="e72448e5a518e0d1" providerId="LiveId" clId="{202461E2-BFA0-42EB-B3DC-8ABDADEC109A}" dt="2020-04-15T17:49:15.428" v="391" actId="2696"/>
        <pc:sldMkLst>
          <pc:docMk/>
          <pc:sldMk cId="2614340759" sldId="836"/>
        </pc:sldMkLst>
        <pc:spChg chg="del">
          <ac:chgData name="Liu Wenqi" userId="e72448e5a518e0d1" providerId="LiveId" clId="{202461E2-BFA0-42EB-B3DC-8ABDADEC109A}" dt="2020-04-15T17:42:57.451" v="100" actId="478"/>
          <ac:spMkLst>
            <pc:docMk/>
            <pc:sldMk cId="2614340759" sldId="836"/>
            <ac:spMk id="5" creationId="{4B0FA8FD-6452-40EF-BC17-2C6F0D725C67}"/>
          </ac:spMkLst>
        </pc:spChg>
        <pc:spChg chg="del">
          <ac:chgData name="Liu Wenqi" userId="e72448e5a518e0d1" providerId="LiveId" clId="{202461E2-BFA0-42EB-B3DC-8ABDADEC109A}" dt="2020-04-15T17:42:57.451" v="100" actId="478"/>
          <ac:spMkLst>
            <pc:docMk/>
            <pc:sldMk cId="2614340759" sldId="836"/>
            <ac:spMk id="11" creationId="{3EEE2D48-99C8-4417-9B3F-B742597DD3B6}"/>
          </ac:spMkLst>
        </pc:spChg>
        <pc:spChg chg="del">
          <ac:chgData name="Liu Wenqi" userId="e72448e5a518e0d1" providerId="LiveId" clId="{202461E2-BFA0-42EB-B3DC-8ABDADEC109A}" dt="2020-04-15T17:42:57.451" v="100" actId="478"/>
          <ac:spMkLst>
            <pc:docMk/>
            <pc:sldMk cId="2614340759" sldId="836"/>
            <ac:spMk id="16" creationId="{322EDEBC-A9F1-4EAD-87F2-2C99B51EBBCD}"/>
          </ac:spMkLst>
        </pc:spChg>
        <pc:spChg chg="del">
          <ac:chgData name="Liu Wenqi" userId="e72448e5a518e0d1" providerId="LiveId" clId="{202461E2-BFA0-42EB-B3DC-8ABDADEC109A}" dt="2020-04-15T17:42:57.451" v="100" actId="478"/>
          <ac:spMkLst>
            <pc:docMk/>
            <pc:sldMk cId="2614340759" sldId="836"/>
            <ac:spMk id="23" creationId="{7816348B-99CF-45A6-9902-089FF1F3767B}"/>
          </ac:spMkLst>
        </pc:spChg>
        <pc:spChg chg="del">
          <ac:chgData name="Liu Wenqi" userId="e72448e5a518e0d1" providerId="LiveId" clId="{202461E2-BFA0-42EB-B3DC-8ABDADEC109A}" dt="2020-04-15T17:42:57.451" v="100" actId="478"/>
          <ac:spMkLst>
            <pc:docMk/>
            <pc:sldMk cId="2614340759" sldId="836"/>
            <ac:spMk id="24" creationId="{1B979247-6F16-4B1B-99E1-10533B8D3E6D}"/>
          </ac:spMkLst>
        </pc:spChg>
        <pc:picChg chg="del">
          <ac:chgData name="Liu Wenqi" userId="e72448e5a518e0d1" providerId="LiveId" clId="{202461E2-BFA0-42EB-B3DC-8ABDADEC109A}" dt="2020-04-15T17:42:57.451" v="100" actId="478"/>
          <ac:picMkLst>
            <pc:docMk/>
            <pc:sldMk cId="2614340759" sldId="836"/>
            <ac:picMk id="4" creationId="{F2EA5221-0F54-4EF2-BB4C-42E6D6CC47F3}"/>
          </ac:picMkLst>
        </pc:picChg>
        <pc:picChg chg="del">
          <ac:chgData name="Liu Wenqi" userId="e72448e5a518e0d1" providerId="LiveId" clId="{202461E2-BFA0-42EB-B3DC-8ABDADEC109A}" dt="2020-04-15T17:42:57.451" v="100" actId="478"/>
          <ac:picMkLst>
            <pc:docMk/>
            <pc:sldMk cId="2614340759" sldId="836"/>
            <ac:picMk id="10" creationId="{369986A6-76D9-434B-96FB-0EC93B9B5C42}"/>
          </ac:picMkLst>
        </pc:picChg>
        <pc:picChg chg="del">
          <ac:chgData name="Liu Wenqi" userId="e72448e5a518e0d1" providerId="LiveId" clId="{202461E2-BFA0-42EB-B3DC-8ABDADEC109A}" dt="2020-04-15T17:42:57.451" v="100" actId="478"/>
          <ac:picMkLst>
            <pc:docMk/>
            <pc:sldMk cId="2614340759" sldId="836"/>
            <ac:picMk id="12" creationId="{93698589-E4BB-4872-B4F7-9A7D352A3BAC}"/>
          </ac:picMkLst>
        </pc:picChg>
      </pc:sldChg>
      <pc:sldChg chg="addSp delSp modSp add del modTransition modAnim">
        <pc:chgData name="Liu Wenqi" userId="e72448e5a518e0d1" providerId="LiveId" clId="{202461E2-BFA0-42EB-B3DC-8ABDADEC109A}" dt="2020-04-16T16:37:28.591" v="2392" actId="2696"/>
        <pc:sldMkLst>
          <pc:docMk/>
          <pc:sldMk cId="2219122018" sldId="837"/>
        </pc:sldMkLst>
        <pc:spChg chg="mod">
          <ac:chgData name="Liu Wenqi" userId="e72448e5a518e0d1" providerId="LiveId" clId="{202461E2-BFA0-42EB-B3DC-8ABDADEC109A}" dt="2020-04-16T16:23:18.948" v="2112" actId="20577"/>
          <ac:spMkLst>
            <pc:docMk/>
            <pc:sldMk cId="2219122018" sldId="837"/>
            <ac:spMk id="2" creationId="{5E8D4AD0-00B5-4FE4-8B2E-7E10321032E4}"/>
          </ac:spMkLst>
        </pc:spChg>
        <pc:spChg chg="del">
          <ac:chgData name="Liu Wenqi" userId="e72448e5a518e0d1" providerId="LiveId" clId="{202461E2-BFA0-42EB-B3DC-8ABDADEC109A}" dt="2020-04-16T16:08:13.144" v="2055" actId="478"/>
          <ac:spMkLst>
            <pc:docMk/>
            <pc:sldMk cId="2219122018" sldId="837"/>
            <ac:spMk id="6" creationId="{F6103D69-2615-4839-B2B9-C3683287C0E8}"/>
          </ac:spMkLst>
        </pc:spChg>
        <pc:spChg chg="del">
          <ac:chgData name="Liu Wenqi" userId="e72448e5a518e0d1" providerId="LiveId" clId="{202461E2-BFA0-42EB-B3DC-8ABDADEC109A}" dt="2020-04-16T16:08:13.144" v="2055" actId="478"/>
          <ac:spMkLst>
            <pc:docMk/>
            <pc:sldMk cId="2219122018" sldId="837"/>
            <ac:spMk id="7" creationId="{5FCFA92A-3E9C-4007-AB12-764C8E396600}"/>
          </ac:spMkLst>
        </pc:spChg>
        <pc:picChg chg="del">
          <ac:chgData name="Liu Wenqi" userId="e72448e5a518e0d1" providerId="LiveId" clId="{202461E2-BFA0-42EB-B3DC-8ABDADEC109A}" dt="2020-04-16T16:24:13.471" v="2129"/>
          <ac:picMkLst>
            <pc:docMk/>
            <pc:sldMk cId="2219122018" sldId="837"/>
            <ac:picMk id="9" creationId="{F3271A71-DFD7-45FF-80F4-F2209E338F1D}"/>
          </ac:picMkLst>
        </pc:picChg>
        <pc:picChg chg="del">
          <ac:chgData name="Liu Wenqi" userId="e72448e5a518e0d1" providerId="LiveId" clId="{202461E2-BFA0-42EB-B3DC-8ABDADEC109A}" dt="2020-04-16T16:24:13.471" v="2129"/>
          <ac:picMkLst>
            <pc:docMk/>
            <pc:sldMk cId="2219122018" sldId="837"/>
            <ac:picMk id="10" creationId="{E2AC125E-BE27-4315-89A3-94599B786BA7}"/>
          </ac:picMkLst>
        </pc:picChg>
        <pc:picChg chg="del mod">
          <ac:chgData name="Liu Wenqi" userId="e72448e5a518e0d1" providerId="LiveId" clId="{202461E2-BFA0-42EB-B3DC-8ABDADEC109A}" dt="2020-04-16T16:30:48.898" v="2301"/>
          <ac:picMkLst>
            <pc:docMk/>
            <pc:sldMk cId="2219122018" sldId="837"/>
            <ac:picMk id="11" creationId="{CC927808-5A47-4285-B76C-A351A6CFAC1B}"/>
          </ac:picMkLst>
        </pc:picChg>
        <pc:picChg chg="del">
          <ac:chgData name="Liu Wenqi" userId="e72448e5a518e0d1" providerId="LiveId" clId="{202461E2-BFA0-42EB-B3DC-8ABDADEC109A}" dt="2020-04-16T16:33:29.521" v="2326"/>
          <ac:picMkLst>
            <pc:docMk/>
            <pc:sldMk cId="2219122018" sldId="837"/>
            <ac:picMk id="12" creationId="{D5B3EAD6-3B4B-43E4-BAD9-31AA8DF4987B}"/>
          </ac:picMkLst>
        </pc:picChg>
        <pc:picChg chg="add del">
          <ac:chgData name="Liu Wenqi" userId="e72448e5a518e0d1" providerId="LiveId" clId="{202461E2-BFA0-42EB-B3DC-8ABDADEC109A}" dt="2020-04-16T16:30:46.830" v="2299" actId="478"/>
          <ac:picMkLst>
            <pc:docMk/>
            <pc:sldMk cId="2219122018" sldId="837"/>
            <ac:picMk id="13" creationId="{E7B7A1D4-A928-47A5-A7D0-1F92B5BA662C}"/>
          </ac:picMkLst>
        </pc:picChg>
        <pc:picChg chg="del">
          <ac:chgData name="Liu Wenqi" userId="e72448e5a518e0d1" providerId="LiveId" clId="{202461E2-BFA0-42EB-B3DC-8ABDADEC109A}" dt="2020-04-16T16:33:29.521" v="2326"/>
          <ac:picMkLst>
            <pc:docMk/>
            <pc:sldMk cId="2219122018" sldId="837"/>
            <ac:picMk id="18" creationId="{7B027628-DBE2-4D90-9185-E40EFDFC0865}"/>
          </ac:picMkLst>
        </pc:picChg>
      </pc:sldChg>
      <pc:sldChg chg="add">
        <pc:chgData name="Liu Wenqi" userId="e72448e5a518e0d1" providerId="LiveId" clId="{202461E2-BFA0-42EB-B3DC-8ABDADEC109A}" dt="2020-04-17T18:54:42.755" v="4935"/>
        <pc:sldMkLst>
          <pc:docMk/>
          <pc:sldMk cId="2769811170" sldId="838"/>
        </pc:sldMkLst>
      </pc:sldChg>
      <pc:sldChg chg="addSp delSp modSp add del delAnim modAnim">
        <pc:chgData name="Liu Wenqi" userId="e72448e5a518e0d1" providerId="LiveId" clId="{202461E2-BFA0-42EB-B3DC-8ABDADEC109A}" dt="2020-04-17T18:54:36.849" v="4933" actId="2696"/>
        <pc:sldMkLst>
          <pc:docMk/>
          <pc:sldMk cId="3016465401" sldId="838"/>
        </pc:sldMkLst>
        <pc:spChg chg="mod">
          <ac:chgData name="Liu Wenqi" userId="e72448e5a518e0d1" providerId="LiveId" clId="{202461E2-BFA0-42EB-B3DC-8ABDADEC109A}" dt="2020-04-16T14:22:18.588" v="1298"/>
          <ac:spMkLst>
            <pc:docMk/>
            <pc:sldMk cId="3016465401" sldId="838"/>
            <ac:spMk id="4" creationId="{C5DAEB95-761A-4B54-AE37-38DCB034CF37}"/>
          </ac:spMkLst>
        </pc:spChg>
        <pc:spChg chg="mod">
          <ac:chgData name="Liu Wenqi" userId="e72448e5a518e0d1" providerId="LiveId" clId="{202461E2-BFA0-42EB-B3DC-8ABDADEC109A}" dt="2020-04-17T18:53:52.685" v="4925" actId="1076"/>
          <ac:spMkLst>
            <pc:docMk/>
            <pc:sldMk cId="3016465401" sldId="838"/>
            <ac:spMk id="12" creationId="{7DD359C5-E614-49B6-8E1C-94FFB790FDA2}"/>
          </ac:spMkLst>
        </pc:spChg>
        <pc:spChg chg="mod">
          <ac:chgData name="Liu Wenqi" userId="e72448e5a518e0d1" providerId="LiveId" clId="{202461E2-BFA0-42EB-B3DC-8ABDADEC109A}" dt="2020-04-17T18:53:52.685" v="4925" actId="1076"/>
          <ac:spMkLst>
            <pc:docMk/>
            <pc:sldMk cId="3016465401" sldId="838"/>
            <ac:spMk id="24" creationId="{B51261B5-3CAC-4C52-84D2-FFA7F3BE3F1D}"/>
          </ac:spMkLst>
        </pc:spChg>
        <pc:spChg chg="mod">
          <ac:chgData name="Liu Wenqi" userId="e72448e5a518e0d1" providerId="LiveId" clId="{202461E2-BFA0-42EB-B3DC-8ABDADEC109A}" dt="2020-04-16T14:22:36.982" v="1300" actId="208"/>
          <ac:spMkLst>
            <pc:docMk/>
            <pc:sldMk cId="3016465401" sldId="838"/>
            <ac:spMk id="40" creationId="{30DB34E7-707E-4D09-8273-ABA70F51323A}"/>
          </ac:spMkLst>
        </pc:spChg>
        <pc:spChg chg="mod">
          <ac:chgData name="Liu Wenqi" userId="e72448e5a518e0d1" providerId="LiveId" clId="{202461E2-BFA0-42EB-B3DC-8ABDADEC109A}" dt="2020-04-16T14:22:41.242" v="1301" actId="207"/>
          <ac:spMkLst>
            <pc:docMk/>
            <pc:sldMk cId="3016465401" sldId="838"/>
            <ac:spMk id="41" creationId="{6CDD3CCE-7D8A-411E-893E-595CF51E928D}"/>
          </ac:spMkLst>
        </pc:spChg>
        <pc:spChg chg="mod">
          <ac:chgData name="Liu Wenqi" userId="e72448e5a518e0d1" providerId="LiveId" clId="{202461E2-BFA0-42EB-B3DC-8ABDADEC109A}" dt="2020-04-16T14:41:26.716" v="1446" actId="12"/>
          <ac:spMkLst>
            <pc:docMk/>
            <pc:sldMk cId="3016465401" sldId="838"/>
            <ac:spMk id="42" creationId="{10F8A307-0272-49DA-9AE7-2E45F6F3D8AF}"/>
          </ac:spMkLst>
        </pc:spChg>
        <pc:spChg chg="mod">
          <ac:chgData name="Liu Wenqi" userId="e72448e5a518e0d1" providerId="LiveId" clId="{202461E2-BFA0-42EB-B3DC-8ABDADEC109A}" dt="2020-04-17T18:53:52.685" v="4925" actId="1076"/>
          <ac:spMkLst>
            <pc:docMk/>
            <pc:sldMk cId="3016465401" sldId="838"/>
            <ac:spMk id="49" creationId="{BC47010A-84EE-4211-A396-D58680CB4EDD}"/>
          </ac:spMkLst>
        </pc:spChg>
        <pc:spChg chg="del mod">
          <ac:chgData name="Liu Wenqi" userId="e72448e5a518e0d1" providerId="LiveId" clId="{202461E2-BFA0-42EB-B3DC-8ABDADEC109A}" dt="2020-04-17T18:53:39.611" v="4923" actId="478"/>
          <ac:spMkLst>
            <pc:docMk/>
            <pc:sldMk cId="3016465401" sldId="838"/>
            <ac:spMk id="50" creationId="{534E06EE-8586-4705-B9D9-71502CEA8326}"/>
          </ac:spMkLst>
        </pc:spChg>
        <pc:spChg chg="mod">
          <ac:chgData name="Liu Wenqi" userId="e72448e5a518e0d1" providerId="LiveId" clId="{202461E2-BFA0-42EB-B3DC-8ABDADEC109A}" dt="2020-04-17T18:53:52.685" v="4925" actId="1076"/>
          <ac:spMkLst>
            <pc:docMk/>
            <pc:sldMk cId="3016465401" sldId="838"/>
            <ac:spMk id="52" creationId="{C33F5153-4F06-4625-812B-7CC2FAC05329}"/>
          </ac:spMkLst>
        </pc:spChg>
        <pc:spChg chg="mod">
          <ac:chgData name="Liu Wenqi" userId="e72448e5a518e0d1" providerId="LiveId" clId="{202461E2-BFA0-42EB-B3DC-8ABDADEC109A}" dt="2020-04-17T18:53:52.685" v="4925" actId="1076"/>
          <ac:spMkLst>
            <pc:docMk/>
            <pc:sldMk cId="3016465401" sldId="838"/>
            <ac:spMk id="55" creationId="{4648F3E2-5223-48AA-8E86-2CCB022EDE51}"/>
          </ac:spMkLst>
        </pc:spChg>
        <pc:spChg chg="mod">
          <ac:chgData name="Liu Wenqi" userId="e72448e5a518e0d1" providerId="LiveId" clId="{202461E2-BFA0-42EB-B3DC-8ABDADEC109A}" dt="2020-04-17T18:53:52.685" v="4925" actId="1076"/>
          <ac:spMkLst>
            <pc:docMk/>
            <pc:sldMk cId="3016465401" sldId="838"/>
            <ac:spMk id="56" creationId="{6E9E36A4-38CA-4946-992B-EF8946F71ABF}"/>
          </ac:spMkLst>
        </pc:spChg>
        <pc:spChg chg="mod">
          <ac:chgData name="Liu Wenqi" userId="e72448e5a518e0d1" providerId="LiveId" clId="{202461E2-BFA0-42EB-B3DC-8ABDADEC109A}" dt="2020-04-17T18:53:52.685" v="4925" actId="1076"/>
          <ac:spMkLst>
            <pc:docMk/>
            <pc:sldMk cId="3016465401" sldId="838"/>
            <ac:spMk id="57" creationId="{95F1B8F9-1220-4F0F-9EE5-4F2404B203C7}"/>
          </ac:spMkLst>
        </pc:spChg>
        <pc:spChg chg="mod">
          <ac:chgData name="Liu Wenqi" userId="e72448e5a518e0d1" providerId="LiveId" clId="{202461E2-BFA0-42EB-B3DC-8ABDADEC109A}" dt="2020-04-17T18:53:52.685" v="4925" actId="1076"/>
          <ac:spMkLst>
            <pc:docMk/>
            <pc:sldMk cId="3016465401" sldId="838"/>
            <ac:spMk id="62" creationId="{6885EDF5-23DE-46CF-9F29-EA9F315622A9}"/>
          </ac:spMkLst>
        </pc:spChg>
        <pc:spChg chg="mod">
          <ac:chgData name="Liu Wenqi" userId="e72448e5a518e0d1" providerId="LiveId" clId="{202461E2-BFA0-42EB-B3DC-8ABDADEC109A}" dt="2020-04-17T18:53:52.685" v="4925" actId="1076"/>
          <ac:spMkLst>
            <pc:docMk/>
            <pc:sldMk cId="3016465401" sldId="838"/>
            <ac:spMk id="73" creationId="{E0F257AA-763D-43B8-9950-F1CD37D231A2}"/>
          </ac:spMkLst>
        </pc:spChg>
        <pc:spChg chg="mod">
          <ac:chgData name="Liu Wenqi" userId="e72448e5a518e0d1" providerId="LiveId" clId="{202461E2-BFA0-42EB-B3DC-8ABDADEC109A}" dt="2020-04-17T18:53:52.685" v="4925" actId="1076"/>
          <ac:spMkLst>
            <pc:docMk/>
            <pc:sldMk cId="3016465401" sldId="838"/>
            <ac:spMk id="74" creationId="{F1D17D0B-C8C5-451D-9985-0D5A1DF577E6}"/>
          </ac:spMkLst>
        </pc:spChg>
        <pc:spChg chg="add mod">
          <ac:chgData name="Liu Wenqi" userId="e72448e5a518e0d1" providerId="LiveId" clId="{202461E2-BFA0-42EB-B3DC-8ABDADEC109A}" dt="2020-04-17T18:53:52.685" v="4925" actId="1076"/>
          <ac:spMkLst>
            <pc:docMk/>
            <pc:sldMk cId="3016465401" sldId="838"/>
            <ac:spMk id="100" creationId="{2A2CA5A2-2997-4D14-883B-35645CA57CFB}"/>
          </ac:spMkLst>
        </pc:spChg>
        <pc:spChg chg="add del mod">
          <ac:chgData name="Liu Wenqi" userId="e72448e5a518e0d1" providerId="LiveId" clId="{202461E2-BFA0-42EB-B3DC-8ABDADEC109A}" dt="2020-04-17T14:11:27.116" v="3625"/>
          <ac:spMkLst>
            <pc:docMk/>
            <pc:sldMk cId="3016465401" sldId="838"/>
            <ac:spMk id="122" creationId="{65AA1AC1-378E-41AC-88B7-3F00779A1C45}"/>
          </ac:spMkLst>
        </pc:spChg>
        <pc:spChg chg="add mod">
          <ac:chgData name="Liu Wenqi" userId="e72448e5a518e0d1" providerId="LiveId" clId="{202461E2-BFA0-42EB-B3DC-8ABDADEC109A}" dt="2020-04-17T18:54:29.818" v="4932" actId="1076"/>
          <ac:spMkLst>
            <pc:docMk/>
            <pc:sldMk cId="3016465401" sldId="838"/>
            <ac:spMk id="123" creationId="{C450AB5E-A634-4734-AF84-2EF939B11F11}"/>
          </ac:spMkLst>
        </pc:spChg>
        <pc:grpChg chg="mod ord">
          <ac:chgData name="Liu Wenqi" userId="e72448e5a518e0d1" providerId="LiveId" clId="{202461E2-BFA0-42EB-B3DC-8ABDADEC109A}" dt="2020-04-17T18:53:52.685" v="4925" actId="1076"/>
          <ac:grpSpMkLst>
            <pc:docMk/>
            <pc:sldMk cId="3016465401" sldId="838"/>
            <ac:grpSpMk id="11" creationId="{2DB462E2-C54D-49A6-A0DF-141631F83F8D}"/>
          </ac:grpSpMkLst>
        </pc:grpChg>
        <pc:grpChg chg="mod">
          <ac:chgData name="Liu Wenqi" userId="e72448e5a518e0d1" providerId="LiveId" clId="{202461E2-BFA0-42EB-B3DC-8ABDADEC109A}" dt="2020-04-17T18:53:52.685" v="4925" actId="1076"/>
          <ac:grpSpMkLst>
            <pc:docMk/>
            <pc:sldMk cId="3016465401" sldId="838"/>
            <ac:grpSpMk id="32" creationId="{D6F9CC86-4027-4246-B9DD-F9323F22AA06}"/>
          </ac:grpSpMkLst>
        </pc:grpChg>
        <pc:grpChg chg="mod">
          <ac:chgData name="Liu Wenqi" userId="e72448e5a518e0d1" providerId="LiveId" clId="{202461E2-BFA0-42EB-B3DC-8ABDADEC109A}" dt="2020-04-17T18:53:52.685" v="4925" actId="1076"/>
          <ac:grpSpMkLst>
            <pc:docMk/>
            <pc:sldMk cId="3016465401" sldId="838"/>
            <ac:grpSpMk id="39" creationId="{3DB9D1FE-7F9E-41C6-A09D-2BB6DF98DF89}"/>
          </ac:grpSpMkLst>
        </pc:grpChg>
        <pc:grpChg chg="del mod">
          <ac:chgData name="Liu Wenqi" userId="e72448e5a518e0d1" providerId="LiveId" clId="{202461E2-BFA0-42EB-B3DC-8ABDADEC109A}" dt="2020-04-17T18:53:42.274" v="4924" actId="478"/>
          <ac:grpSpMkLst>
            <pc:docMk/>
            <pc:sldMk cId="3016465401" sldId="838"/>
            <ac:grpSpMk id="48" creationId="{6AF9879A-C374-4FC0-9C7F-98FA45E7CA62}"/>
          </ac:grpSpMkLst>
        </pc:grpChg>
        <pc:grpChg chg="add mod">
          <ac:chgData name="Liu Wenqi" userId="e72448e5a518e0d1" providerId="LiveId" clId="{202461E2-BFA0-42EB-B3DC-8ABDADEC109A}" dt="2020-04-17T18:53:52.685" v="4925" actId="1076"/>
          <ac:grpSpMkLst>
            <pc:docMk/>
            <pc:sldMk cId="3016465401" sldId="838"/>
            <ac:grpSpMk id="58" creationId="{3B8084D5-62C4-48DB-9B7C-3CED13855EA3}"/>
          </ac:grpSpMkLst>
        </pc:grpChg>
        <pc:grpChg chg="add mod">
          <ac:chgData name="Liu Wenqi" userId="e72448e5a518e0d1" providerId="LiveId" clId="{202461E2-BFA0-42EB-B3DC-8ABDADEC109A}" dt="2020-04-17T18:53:52.685" v="4925" actId="1076"/>
          <ac:grpSpMkLst>
            <pc:docMk/>
            <pc:sldMk cId="3016465401" sldId="838"/>
            <ac:grpSpMk id="75" creationId="{8C614DF8-A700-4FCB-993B-8F30A5E14C46}"/>
          </ac:grpSpMkLst>
        </pc:grpChg>
        <pc:grpChg chg="mod">
          <ac:chgData name="Liu Wenqi" userId="e72448e5a518e0d1" providerId="LiveId" clId="{202461E2-BFA0-42EB-B3DC-8ABDADEC109A}" dt="2020-04-17T18:53:52.685" v="4925" actId="1076"/>
          <ac:grpSpMkLst>
            <pc:docMk/>
            <pc:sldMk cId="3016465401" sldId="838"/>
            <ac:grpSpMk id="76" creationId="{FEB33DB0-6B59-4B02-BF0D-2B721A6EE522}"/>
          </ac:grpSpMkLst>
        </pc:grpChg>
        <pc:grpChg chg="mod">
          <ac:chgData name="Liu Wenqi" userId="e72448e5a518e0d1" providerId="LiveId" clId="{202461E2-BFA0-42EB-B3DC-8ABDADEC109A}" dt="2020-04-17T18:53:52.685" v="4925" actId="1076"/>
          <ac:grpSpMkLst>
            <pc:docMk/>
            <pc:sldMk cId="3016465401" sldId="838"/>
            <ac:grpSpMk id="78" creationId="{21FF999D-08E2-46BF-981D-61220482ED67}"/>
          </ac:grpSpMkLst>
        </pc:grpChg>
        <pc:grpChg chg="mod">
          <ac:chgData name="Liu Wenqi" userId="e72448e5a518e0d1" providerId="LiveId" clId="{202461E2-BFA0-42EB-B3DC-8ABDADEC109A}" dt="2020-04-17T18:53:52.685" v="4925" actId="1076"/>
          <ac:grpSpMkLst>
            <pc:docMk/>
            <pc:sldMk cId="3016465401" sldId="838"/>
            <ac:grpSpMk id="89" creationId="{D8872FBB-D79E-4A86-9FE8-C0379BFA7DAD}"/>
          </ac:grpSpMkLst>
        </pc:grpChg>
        <pc:grpChg chg="add mod">
          <ac:chgData name="Liu Wenqi" userId="e72448e5a518e0d1" providerId="LiveId" clId="{202461E2-BFA0-42EB-B3DC-8ABDADEC109A}" dt="2020-04-17T18:53:52.685" v="4925" actId="1076"/>
          <ac:grpSpMkLst>
            <pc:docMk/>
            <pc:sldMk cId="3016465401" sldId="838"/>
            <ac:grpSpMk id="101" creationId="{B33E6A8B-1B64-4E00-9A70-53B8919A575A}"/>
          </ac:grpSpMkLst>
        </pc:grpChg>
        <pc:grpChg chg="add mod">
          <ac:chgData name="Liu Wenqi" userId="e72448e5a518e0d1" providerId="LiveId" clId="{202461E2-BFA0-42EB-B3DC-8ABDADEC109A}" dt="2020-04-17T18:53:52.685" v="4925" actId="1076"/>
          <ac:grpSpMkLst>
            <pc:docMk/>
            <pc:sldMk cId="3016465401" sldId="838"/>
            <ac:grpSpMk id="112" creationId="{B70D0222-C662-45A0-9325-3924F92F044D}"/>
          </ac:grpSpMkLst>
        </pc:grpChg>
        <pc:grpChg chg="add mod">
          <ac:chgData name="Liu Wenqi" userId="e72448e5a518e0d1" providerId="LiveId" clId="{202461E2-BFA0-42EB-B3DC-8ABDADEC109A}" dt="2020-04-17T18:54:26.214" v="4931" actId="1076"/>
          <ac:grpSpMkLst>
            <pc:docMk/>
            <pc:sldMk cId="3016465401" sldId="838"/>
            <ac:grpSpMk id="124" creationId="{CA60DA51-625B-4854-9C2F-052AA6A0F182}"/>
          </ac:grpSpMkLst>
        </pc:grpChg>
        <pc:graphicFrameChg chg="del mod">
          <ac:chgData name="Liu Wenqi" userId="e72448e5a518e0d1" providerId="LiveId" clId="{202461E2-BFA0-42EB-B3DC-8ABDADEC109A}" dt="2020-04-16T14:49:19.042" v="1494" actId="478"/>
          <ac:graphicFrameMkLst>
            <pc:docMk/>
            <pc:sldMk cId="3016465401" sldId="838"/>
            <ac:graphicFrameMk id="30" creationId="{61F4DF6A-B09C-4624-B14F-95B18FDA2CCB}"/>
          </ac:graphicFrameMkLst>
        </pc:graphicFrameChg>
        <pc:graphicFrameChg chg="del mod">
          <ac:chgData name="Liu Wenqi" userId="e72448e5a518e0d1" providerId="LiveId" clId="{202461E2-BFA0-42EB-B3DC-8ABDADEC109A}" dt="2020-04-16T14:49:17.322" v="1493" actId="478"/>
          <ac:graphicFrameMkLst>
            <pc:docMk/>
            <pc:sldMk cId="3016465401" sldId="838"/>
            <ac:graphicFrameMk id="47" creationId="{A6F204B5-B667-43CF-89CA-9DE51495C9A9}"/>
          </ac:graphicFrameMkLst>
        </pc:graphicFrameChg>
        <pc:graphicFrameChg chg="add mod ord">
          <ac:chgData name="Liu Wenqi" userId="e72448e5a518e0d1" providerId="LiveId" clId="{202461E2-BFA0-42EB-B3DC-8ABDADEC109A}" dt="2020-04-17T18:53:52.685" v="4925" actId="1076"/>
          <ac:graphicFrameMkLst>
            <pc:docMk/>
            <pc:sldMk cId="3016465401" sldId="838"/>
            <ac:graphicFrameMk id="51" creationId="{46853883-B9A5-4D6B-B4EF-17CED37B2497}"/>
          </ac:graphicFrameMkLst>
        </pc:graphicFrameChg>
        <pc:graphicFrameChg chg="del mod">
          <ac:chgData name="Liu Wenqi" userId="e72448e5a518e0d1" providerId="LiveId" clId="{202461E2-BFA0-42EB-B3DC-8ABDADEC109A}" dt="2020-04-16T14:49:15.899" v="1492" actId="478"/>
          <ac:graphicFrameMkLst>
            <pc:docMk/>
            <pc:sldMk cId="3016465401" sldId="838"/>
            <ac:graphicFrameMk id="53" creationId="{62A40E7A-A4D2-4732-85F5-D7BB09FC19B4}"/>
          </ac:graphicFrameMkLst>
        </pc:graphicFrameChg>
        <pc:graphicFrameChg chg="del mod">
          <ac:chgData name="Liu Wenqi" userId="e72448e5a518e0d1" providerId="LiveId" clId="{202461E2-BFA0-42EB-B3DC-8ABDADEC109A}" dt="2020-04-16T14:49:14.299" v="1491" actId="478"/>
          <ac:graphicFrameMkLst>
            <pc:docMk/>
            <pc:sldMk cId="3016465401" sldId="838"/>
            <ac:graphicFrameMk id="54" creationId="{F2946D6B-7C33-41B1-AB14-5502779933BA}"/>
          </ac:graphicFrameMkLst>
        </pc:graphicFrameChg>
        <pc:graphicFrameChg chg="mod modGraphic">
          <ac:chgData name="Liu Wenqi" userId="e72448e5a518e0d1" providerId="LiveId" clId="{202461E2-BFA0-42EB-B3DC-8ABDADEC109A}" dt="2020-04-17T18:53:52.685" v="4925" actId="1076"/>
          <ac:graphicFrameMkLst>
            <pc:docMk/>
            <pc:sldMk cId="3016465401" sldId="838"/>
            <ac:graphicFrameMk id="63" creationId="{A96D60D8-9D29-409C-9C79-EC8A716A7558}"/>
          </ac:graphicFrameMkLst>
        </pc:graphicFrameChg>
        <pc:graphicFrameChg chg="mod modGraphic">
          <ac:chgData name="Liu Wenqi" userId="e72448e5a518e0d1" providerId="LiveId" clId="{202461E2-BFA0-42EB-B3DC-8ABDADEC109A}" dt="2020-04-17T18:53:52.685" v="4925" actId="1076"/>
          <ac:graphicFrameMkLst>
            <pc:docMk/>
            <pc:sldMk cId="3016465401" sldId="838"/>
            <ac:graphicFrameMk id="64" creationId="{F39BC736-A100-420D-BD1D-E4C63F0C101F}"/>
          </ac:graphicFrameMkLst>
        </pc:graphicFrameChg>
        <pc:graphicFrameChg chg="mod modGraphic">
          <ac:chgData name="Liu Wenqi" userId="e72448e5a518e0d1" providerId="LiveId" clId="{202461E2-BFA0-42EB-B3DC-8ABDADEC109A}" dt="2020-04-17T18:53:52.685" v="4925" actId="1076"/>
          <ac:graphicFrameMkLst>
            <pc:docMk/>
            <pc:sldMk cId="3016465401" sldId="838"/>
            <ac:graphicFrameMk id="65" creationId="{66CF1F1D-0219-49B0-957E-D3518DBB79AA}"/>
          </ac:graphicFrameMkLst>
        </pc:graphicFrameChg>
        <pc:graphicFrameChg chg="add mod ord">
          <ac:chgData name="Liu Wenqi" userId="e72448e5a518e0d1" providerId="LiveId" clId="{202461E2-BFA0-42EB-B3DC-8ABDADEC109A}" dt="2020-04-17T18:53:52.685" v="4925" actId="1076"/>
          <ac:graphicFrameMkLst>
            <pc:docMk/>
            <pc:sldMk cId="3016465401" sldId="838"/>
            <ac:graphicFrameMk id="99" creationId="{11317D1C-CAF4-4A3B-91CB-DAB99A0FD736}"/>
          </ac:graphicFrameMkLst>
        </pc:graphicFrameChg>
        <pc:picChg chg="mod">
          <ac:chgData name="Liu Wenqi" userId="e72448e5a518e0d1" providerId="LiveId" clId="{202461E2-BFA0-42EB-B3DC-8ABDADEC109A}" dt="2020-04-17T18:53:52.685" v="4925" actId="1076"/>
          <ac:picMkLst>
            <pc:docMk/>
            <pc:sldMk cId="3016465401" sldId="838"/>
            <ac:picMk id="26" creationId="{07E65F3F-A20F-4653-8ED0-A1BF32926816}"/>
          </ac:picMkLst>
        </pc:picChg>
        <pc:picChg chg="mod">
          <ac:chgData name="Liu Wenqi" userId="e72448e5a518e0d1" providerId="LiveId" clId="{202461E2-BFA0-42EB-B3DC-8ABDADEC109A}" dt="2020-04-17T18:53:52.685" v="4925" actId="1076"/>
          <ac:picMkLst>
            <pc:docMk/>
            <pc:sldMk cId="3016465401" sldId="838"/>
            <ac:picMk id="31" creationId="{056200D2-4DAB-4321-9B96-270BB4929236}"/>
          </ac:picMkLst>
        </pc:picChg>
        <pc:picChg chg="mod">
          <ac:chgData name="Liu Wenqi" userId="e72448e5a518e0d1" providerId="LiveId" clId="{202461E2-BFA0-42EB-B3DC-8ABDADEC109A}" dt="2020-04-17T18:53:52.685" v="4925" actId="1076"/>
          <ac:picMkLst>
            <pc:docMk/>
            <pc:sldMk cId="3016465401" sldId="838"/>
            <ac:picMk id="33" creationId="{76687700-1E93-44CA-8D2B-6DDE45A68F4D}"/>
          </ac:picMkLst>
        </pc:picChg>
        <pc:picChg chg="del mod">
          <ac:chgData name="Liu Wenqi" userId="e72448e5a518e0d1" providerId="LiveId" clId="{202461E2-BFA0-42EB-B3DC-8ABDADEC109A}" dt="2020-04-16T15:55:30.530" v="1915" actId="478"/>
          <ac:picMkLst>
            <pc:docMk/>
            <pc:sldMk cId="3016465401" sldId="838"/>
            <ac:picMk id="60" creationId="{D940D5CF-2860-4E42-9616-22485E25FD49}"/>
          </ac:picMkLst>
        </pc:picChg>
        <pc:picChg chg="del mod">
          <ac:chgData name="Liu Wenqi" userId="e72448e5a518e0d1" providerId="LiveId" clId="{202461E2-BFA0-42EB-B3DC-8ABDADEC109A}" dt="2020-04-16T15:54:48.789" v="1907" actId="478"/>
          <ac:picMkLst>
            <pc:docMk/>
            <pc:sldMk cId="3016465401" sldId="838"/>
            <ac:picMk id="61" creationId="{86F73525-8514-4F90-A299-F1135823AE5F}"/>
          </ac:picMkLst>
        </pc:picChg>
        <pc:picChg chg="add mod">
          <ac:chgData name="Liu Wenqi" userId="e72448e5a518e0d1" providerId="LiveId" clId="{202461E2-BFA0-42EB-B3DC-8ABDADEC109A}" dt="2020-04-17T18:53:52.685" v="4925" actId="1076"/>
          <ac:picMkLst>
            <pc:docMk/>
            <pc:sldMk cId="3016465401" sldId="838"/>
            <ac:picMk id="98" creationId="{20B09B87-1E8B-4093-9FDC-34AF35C1C0A2}"/>
          </ac:picMkLst>
        </pc:picChg>
        <pc:picChg chg="add del mod ord">
          <ac:chgData name="Liu Wenqi" userId="e72448e5a518e0d1" providerId="LiveId" clId="{202461E2-BFA0-42EB-B3DC-8ABDADEC109A}" dt="2020-04-17T18:53:39.611" v="4923" actId="478"/>
          <ac:picMkLst>
            <pc:docMk/>
            <pc:sldMk cId="3016465401" sldId="838"/>
            <ac:picMk id="120" creationId="{65E17110-E5F1-4F5D-B3D3-2169B0E3627C}"/>
          </ac:picMkLst>
        </pc:picChg>
        <pc:picChg chg="add del mod">
          <ac:chgData name="Liu Wenqi" userId="e72448e5a518e0d1" providerId="LiveId" clId="{202461E2-BFA0-42EB-B3DC-8ABDADEC109A}" dt="2020-04-17T18:53:39.611" v="4923" actId="478"/>
          <ac:picMkLst>
            <pc:docMk/>
            <pc:sldMk cId="3016465401" sldId="838"/>
            <ac:picMk id="121" creationId="{03BFB613-AA4F-4F43-8541-29C7D02DEDC9}"/>
          </ac:picMkLst>
        </pc:picChg>
      </pc:sldChg>
      <pc:sldChg chg="addSp delSp modSp add modTransition addAnim delAnim modAnim">
        <pc:chgData name="Liu Wenqi" userId="e72448e5a518e0d1" providerId="LiveId" clId="{202461E2-BFA0-42EB-B3DC-8ABDADEC109A}" dt="2020-04-17T18:44:26.972" v="4921"/>
        <pc:sldMkLst>
          <pc:docMk/>
          <pc:sldMk cId="2460621824" sldId="839"/>
        </pc:sldMkLst>
        <pc:spChg chg="mod">
          <ac:chgData name="Liu Wenqi" userId="e72448e5a518e0d1" providerId="LiveId" clId="{202461E2-BFA0-42EB-B3DC-8ABDADEC109A}" dt="2020-04-16T17:02:15.715" v="2646" actId="20577"/>
          <ac:spMkLst>
            <pc:docMk/>
            <pc:sldMk cId="2460621824" sldId="839"/>
            <ac:spMk id="2" creationId="{5E8D4AD0-00B5-4FE4-8B2E-7E10321032E4}"/>
          </ac:spMkLst>
        </pc:spChg>
        <pc:spChg chg="add mod">
          <ac:chgData name="Liu Wenqi" userId="e72448e5a518e0d1" providerId="LiveId" clId="{202461E2-BFA0-42EB-B3DC-8ABDADEC109A}" dt="2020-04-16T16:25:35.233" v="2204" actId="1076"/>
          <ac:spMkLst>
            <pc:docMk/>
            <pc:sldMk cId="2460621824" sldId="839"/>
            <ac:spMk id="3" creationId="{B36891CF-9047-4C1E-92C8-F95359A0C66D}"/>
          </ac:spMkLst>
        </pc:spChg>
        <pc:spChg chg="del">
          <ac:chgData name="Liu Wenqi" userId="e72448e5a518e0d1" providerId="LiveId" clId="{202461E2-BFA0-42EB-B3DC-8ABDADEC109A}" dt="2020-04-16T16:08:05.173" v="2054" actId="478"/>
          <ac:spMkLst>
            <pc:docMk/>
            <pc:sldMk cId="2460621824" sldId="839"/>
            <ac:spMk id="6" creationId="{D383052F-C161-4070-AAB1-7361FC236293}"/>
          </ac:spMkLst>
        </pc:spChg>
        <pc:spChg chg="del">
          <ac:chgData name="Liu Wenqi" userId="e72448e5a518e0d1" providerId="LiveId" clId="{202461E2-BFA0-42EB-B3DC-8ABDADEC109A}" dt="2020-04-16T16:08:05.173" v="2054" actId="478"/>
          <ac:spMkLst>
            <pc:docMk/>
            <pc:sldMk cId="2460621824" sldId="839"/>
            <ac:spMk id="7" creationId="{F93D8477-2B03-4E5D-A6A3-1B497C6BD36F}"/>
          </ac:spMkLst>
        </pc:spChg>
        <pc:spChg chg="add mod">
          <ac:chgData name="Liu Wenqi" userId="e72448e5a518e0d1" providerId="LiveId" clId="{202461E2-BFA0-42EB-B3DC-8ABDADEC109A}" dt="2020-04-16T16:25:56.750" v="2219" actId="20577"/>
          <ac:spMkLst>
            <pc:docMk/>
            <pc:sldMk cId="2460621824" sldId="839"/>
            <ac:spMk id="18" creationId="{2A16CF3D-20A6-4620-8A64-E51D27ECCADC}"/>
          </ac:spMkLst>
        </pc:spChg>
        <pc:spChg chg="add mod">
          <ac:chgData name="Liu Wenqi" userId="e72448e5a518e0d1" providerId="LiveId" clId="{202461E2-BFA0-42EB-B3DC-8ABDADEC109A}" dt="2020-04-16T16:26:06.639" v="2238" actId="20577"/>
          <ac:spMkLst>
            <pc:docMk/>
            <pc:sldMk cId="2460621824" sldId="839"/>
            <ac:spMk id="19" creationId="{FCBD3F40-C19E-497F-BF5B-7BA8F24EED76}"/>
          </ac:spMkLst>
        </pc:spChg>
        <pc:spChg chg="add mod">
          <ac:chgData name="Liu Wenqi" userId="e72448e5a518e0d1" providerId="LiveId" clId="{202461E2-BFA0-42EB-B3DC-8ABDADEC109A}" dt="2020-04-16T16:29:39.604" v="2284" actId="255"/>
          <ac:spMkLst>
            <pc:docMk/>
            <pc:sldMk cId="2460621824" sldId="839"/>
            <ac:spMk id="20" creationId="{65236620-DDAD-4995-A53D-40F30787FB95}"/>
          </ac:spMkLst>
        </pc:spChg>
        <pc:spChg chg="add mod">
          <ac:chgData name="Liu Wenqi" userId="e72448e5a518e0d1" providerId="LiveId" clId="{202461E2-BFA0-42EB-B3DC-8ABDADEC109A}" dt="2020-04-16T16:29:39.604" v="2284" actId="255"/>
          <ac:spMkLst>
            <pc:docMk/>
            <pc:sldMk cId="2460621824" sldId="839"/>
            <ac:spMk id="21" creationId="{F8613D40-8935-4E11-9D2A-2DB8E592DA0E}"/>
          </ac:spMkLst>
        </pc:spChg>
        <pc:spChg chg="add mod">
          <ac:chgData name="Liu Wenqi" userId="e72448e5a518e0d1" providerId="LiveId" clId="{202461E2-BFA0-42EB-B3DC-8ABDADEC109A}" dt="2020-04-16T16:29:26.808" v="2283" actId="255"/>
          <ac:spMkLst>
            <pc:docMk/>
            <pc:sldMk cId="2460621824" sldId="839"/>
            <ac:spMk id="22" creationId="{F68781FF-B9DF-48C9-BC23-FE7DEB79CEAC}"/>
          </ac:spMkLst>
        </pc:spChg>
        <pc:spChg chg="add mod">
          <ac:chgData name="Liu Wenqi" userId="e72448e5a518e0d1" providerId="LiveId" clId="{202461E2-BFA0-42EB-B3DC-8ABDADEC109A}" dt="2020-04-16T16:29:19.931" v="2282" actId="1036"/>
          <ac:spMkLst>
            <pc:docMk/>
            <pc:sldMk cId="2460621824" sldId="839"/>
            <ac:spMk id="23" creationId="{5DB940C5-E516-4334-A4BC-971D83CE752E}"/>
          </ac:spMkLst>
        </pc:spChg>
        <pc:spChg chg="add mod">
          <ac:chgData name="Liu Wenqi" userId="e72448e5a518e0d1" providerId="LiveId" clId="{202461E2-BFA0-42EB-B3DC-8ABDADEC109A}" dt="2020-04-16T16:29:50.419" v="2286" actId="1076"/>
          <ac:spMkLst>
            <pc:docMk/>
            <pc:sldMk cId="2460621824" sldId="839"/>
            <ac:spMk id="24" creationId="{02179393-EDCF-44D0-B103-827198514794}"/>
          </ac:spMkLst>
        </pc:spChg>
        <pc:spChg chg="add mod">
          <ac:chgData name="Liu Wenqi" userId="e72448e5a518e0d1" providerId="LiveId" clId="{202461E2-BFA0-42EB-B3DC-8ABDADEC109A}" dt="2020-04-16T16:30:00.570" v="2290" actId="1038"/>
          <ac:spMkLst>
            <pc:docMk/>
            <pc:sldMk cId="2460621824" sldId="839"/>
            <ac:spMk id="25" creationId="{77128B23-F198-4D08-BDCE-7F342E4B4F5B}"/>
          </ac:spMkLst>
        </pc:spChg>
        <pc:graphicFrameChg chg="add del">
          <ac:chgData name="Liu Wenqi" userId="e72448e5a518e0d1" providerId="LiveId" clId="{202461E2-BFA0-42EB-B3DC-8ABDADEC109A}" dt="2020-04-16T16:24:01.428" v="2125" actId="478"/>
          <ac:graphicFrameMkLst>
            <pc:docMk/>
            <pc:sldMk cId="2460621824" sldId="839"/>
            <ac:graphicFrameMk id="10" creationId="{F6D7DDAE-31D0-446E-B3FA-7B72F7850C0E}"/>
          </ac:graphicFrameMkLst>
        </pc:graphicFrameChg>
        <pc:picChg chg="add del mod">
          <ac:chgData name="Liu Wenqi" userId="e72448e5a518e0d1" providerId="LiveId" clId="{202461E2-BFA0-42EB-B3DC-8ABDADEC109A}" dt="2020-04-16T16:25:28.943" v="2202" actId="1036"/>
          <ac:picMkLst>
            <pc:docMk/>
            <pc:sldMk cId="2460621824" sldId="839"/>
            <ac:picMk id="8" creationId="{5E4F74BC-39D8-447F-9438-C163B1A63A6D}"/>
          </ac:picMkLst>
        </pc:picChg>
        <pc:picChg chg="add del mod">
          <ac:chgData name="Liu Wenqi" userId="e72448e5a518e0d1" providerId="LiveId" clId="{202461E2-BFA0-42EB-B3DC-8ABDADEC109A}" dt="2020-04-16T16:25:28.943" v="2202" actId="1036"/>
          <ac:picMkLst>
            <pc:docMk/>
            <pc:sldMk cId="2460621824" sldId="839"/>
            <ac:picMk id="9" creationId="{CDB205DB-FC4B-40FC-9C93-3144A1BC7FEE}"/>
          </ac:picMkLst>
        </pc:picChg>
        <pc:picChg chg="add mod">
          <ac:chgData name="Liu Wenqi" userId="e72448e5a518e0d1" providerId="LiveId" clId="{202461E2-BFA0-42EB-B3DC-8ABDADEC109A}" dt="2020-04-16T16:25:28.943" v="2202" actId="1036"/>
          <ac:picMkLst>
            <pc:docMk/>
            <pc:sldMk cId="2460621824" sldId="839"/>
            <ac:picMk id="11" creationId="{ADD9DE3B-8B1C-4F26-A201-F3392E8F4690}"/>
          </ac:picMkLst>
        </pc:picChg>
        <pc:picChg chg="add mod">
          <ac:chgData name="Liu Wenqi" userId="e72448e5a518e0d1" providerId="LiveId" clId="{202461E2-BFA0-42EB-B3DC-8ABDADEC109A}" dt="2020-04-16T16:25:28.943" v="2202" actId="1036"/>
          <ac:picMkLst>
            <pc:docMk/>
            <pc:sldMk cId="2460621824" sldId="839"/>
            <ac:picMk id="12" creationId="{4A7BF14C-F2F1-43C8-943B-14D710C00C69}"/>
          </ac:picMkLst>
        </pc:picChg>
        <pc:picChg chg="add mod">
          <ac:chgData name="Liu Wenqi" userId="e72448e5a518e0d1" providerId="LiveId" clId="{202461E2-BFA0-42EB-B3DC-8ABDADEC109A}" dt="2020-04-16T16:25:28.943" v="2202" actId="1036"/>
          <ac:picMkLst>
            <pc:docMk/>
            <pc:sldMk cId="2460621824" sldId="839"/>
            <ac:picMk id="13" creationId="{33E29D3D-7062-4FC0-AB64-60981CB71019}"/>
          </ac:picMkLst>
        </pc:picChg>
        <pc:picChg chg="add del mod">
          <ac:chgData name="Liu Wenqi" userId="e72448e5a518e0d1" providerId="LiveId" clId="{202461E2-BFA0-42EB-B3DC-8ABDADEC109A}" dt="2020-04-16T16:24:27.690" v="2136"/>
          <ac:picMkLst>
            <pc:docMk/>
            <pc:sldMk cId="2460621824" sldId="839"/>
            <ac:picMk id="14" creationId="{DCEFFC98-1C12-4801-A044-724E9EC27EBF}"/>
          </ac:picMkLst>
        </pc:picChg>
        <pc:picChg chg="add del mod">
          <ac:chgData name="Liu Wenqi" userId="e72448e5a518e0d1" providerId="LiveId" clId="{202461E2-BFA0-42EB-B3DC-8ABDADEC109A}" dt="2020-04-16T16:24:27.690" v="2136"/>
          <ac:picMkLst>
            <pc:docMk/>
            <pc:sldMk cId="2460621824" sldId="839"/>
            <ac:picMk id="15" creationId="{D26739AA-D398-4C55-B925-21A64B2FB246}"/>
          </ac:picMkLst>
        </pc:picChg>
        <pc:picChg chg="add del">
          <ac:chgData name="Liu Wenqi" userId="e72448e5a518e0d1" providerId="LiveId" clId="{202461E2-BFA0-42EB-B3DC-8ABDADEC109A}" dt="2020-04-16T16:24:35.490" v="2140"/>
          <ac:picMkLst>
            <pc:docMk/>
            <pc:sldMk cId="2460621824" sldId="839"/>
            <ac:picMk id="16" creationId="{E1382BDB-3BCE-48B6-87DA-C2F5EA05D271}"/>
          </ac:picMkLst>
        </pc:picChg>
        <pc:picChg chg="add mod">
          <ac:chgData name="Liu Wenqi" userId="e72448e5a518e0d1" providerId="LiveId" clId="{202461E2-BFA0-42EB-B3DC-8ABDADEC109A}" dt="2020-04-16T16:25:28.943" v="2202" actId="1036"/>
          <ac:picMkLst>
            <pc:docMk/>
            <pc:sldMk cId="2460621824" sldId="839"/>
            <ac:picMk id="17" creationId="{06BAA28E-0E54-4462-B38C-6857191A3C03}"/>
          </ac:picMkLst>
        </pc:picChg>
      </pc:sldChg>
      <pc:sldChg chg="addSp delSp modSp add modTransition modAnim">
        <pc:chgData name="Liu Wenqi" userId="e72448e5a518e0d1" providerId="LiveId" clId="{202461E2-BFA0-42EB-B3DC-8ABDADEC109A}" dt="2020-04-17T18:43:48.508" v="4919"/>
        <pc:sldMkLst>
          <pc:docMk/>
          <pc:sldMk cId="1832317527" sldId="842"/>
        </pc:sldMkLst>
        <pc:spChg chg="mod">
          <ac:chgData name="Liu Wenqi" userId="e72448e5a518e0d1" providerId="LiveId" clId="{202461E2-BFA0-42EB-B3DC-8ABDADEC109A}" dt="2020-04-17T18:41:15.648" v="4916"/>
          <ac:spMkLst>
            <pc:docMk/>
            <pc:sldMk cId="1832317527" sldId="842"/>
            <ac:spMk id="2" creationId="{9C42AD27-A477-40C4-9E5C-B24C4E76B56F}"/>
          </ac:spMkLst>
        </pc:spChg>
        <pc:spChg chg="mod">
          <ac:chgData name="Liu Wenqi" userId="e72448e5a518e0d1" providerId="LiveId" clId="{202461E2-BFA0-42EB-B3DC-8ABDADEC109A}" dt="2020-04-16T15:51:28.926" v="1861" actId="1035"/>
          <ac:spMkLst>
            <pc:docMk/>
            <pc:sldMk cId="1832317527" sldId="842"/>
            <ac:spMk id="12" creationId="{8B03494C-CD39-4AE8-A459-37178191BD2F}"/>
          </ac:spMkLst>
        </pc:spChg>
        <pc:spChg chg="mod">
          <ac:chgData name="Liu Wenqi" userId="e72448e5a518e0d1" providerId="LiveId" clId="{202461E2-BFA0-42EB-B3DC-8ABDADEC109A}" dt="2020-04-16T15:51:28.926" v="1861" actId="1035"/>
          <ac:spMkLst>
            <pc:docMk/>
            <pc:sldMk cId="1832317527" sldId="842"/>
            <ac:spMk id="13" creationId="{D01C6C72-0DE6-4EF6-A16C-E0DCC3654C90}"/>
          </ac:spMkLst>
        </pc:spChg>
        <pc:spChg chg="mod">
          <ac:chgData name="Liu Wenqi" userId="e72448e5a518e0d1" providerId="LiveId" clId="{202461E2-BFA0-42EB-B3DC-8ABDADEC109A}" dt="2020-04-16T15:51:05.177" v="1843" actId="1036"/>
          <ac:spMkLst>
            <pc:docMk/>
            <pc:sldMk cId="1832317527" sldId="842"/>
            <ac:spMk id="15" creationId="{DD0855E5-FBFC-4EEA-B6A3-720F0E439D04}"/>
          </ac:spMkLst>
        </pc:spChg>
        <pc:spChg chg="mod">
          <ac:chgData name="Liu Wenqi" userId="e72448e5a518e0d1" providerId="LiveId" clId="{202461E2-BFA0-42EB-B3DC-8ABDADEC109A}" dt="2020-04-16T16:03:45.353" v="2014" actId="1036"/>
          <ac:spMkLst>
            <pc:docMk/>
            <pc:sldMk cId="1832317527" sldId="842"/>
            <ac:spMk id="16" creationId="{9E483FC0-A845-4FC9-A282-EEF765E7579C}"/>
          </ac:spMkLst>
        </pc:spChg>
        <pc:spChg chg="mod">
          <ac:chgData name="Liu Wenqi" userId="e72448e5a518e0d1" providerId="LiveId" clId="{202461E2-BFA0-42EB-B3DC-8ABDADEC109A}" dt="2020-04-16T15:49:02.712" v="1778" actId="1076"/>
          <ac:spMkLst>
            <pc:docMk/>
            <pc:sldMk cId="1832317527" sldId="842"/>
            <ac:spMk id="18" creationId="{DAA258C4-4376-4C1F-849A-A8F7516850BF}"/>
          </ac:spMkLst>
        </pc:spChg>
        <pc:spChg chg="mod">
          <ac:chgData name="Liu Wenqi" userId="e72448e5a518e0d1" providerId="LiveId" clId="{202461E2-BFA0-42EB-B3DC-8ABDADEC109A}" dt="2020-04-16T16:03:36.701" v="2009" actId="1036"/>
          <ac:spMkLst>
            <pc:docMk/>
            <pc:sldMk cId="1832317527" sldId="842"/>
            <ac:spMk id="19" creationId="{17A71514-91C3-4AB3-B13F-6FB786F8ADB7}"/>
          </ac:spMkLst>
        </pc:spChg>
        <pc:spChg chg="mod">
          <ac:chgData name="Liu Wenqi" userId="e72448e5a518e0d1" providerId="LiveId" clId="{202461E2-BFA0-42EB-B3DC-8ABDADEC109A}" dt="2020-04-16T15:49:02.712" v="1778" actId="1076"/>
          <ac:spMkLst>
            <pc:docMk/>
            <pc:sldMk cId="1832317527" sldId="842"/>
            <ac:spMk id="22" creationId="{B5A5C065-C297-4C25-B72A-5FF4537E4AF5}"/>
          </ac:spMkLst>
        </pc:spChg>
        <pc:spChg chg="mod">
          <ac:chgData name="Liu Wenqi" userId="e72448e5a518e0d1" providerId="LiveId" clId="{202461E2-BFA0-42EB-B3DC-8ABDADEC109A}" dt="2020-04-16T15:49:02.712" v="1778" actId="1076"/>
          <ac:spMkLst>
            <pc:docMk/>
            <pc:sldMk cId="1832317527" sldId="842"/>
            <ac:spMk id="24" creationId="{81DACC02-0A25-4246-8127-F051B0DD1633}"/>
          </ac:spMkLst>
        </pc:spChg>
        <pc:spChg chg="add mod">
          <ac:chgData name="Liu Wenqi" userId="e72448e5a518e0d1" providerId="LiveId" clId="{202461E2-BFA0-42EB-B3DC-8ABDADEC109A}" dt="2020-04-16T17:04:28.435" v="2673" actId="1076"/>
          <ac:spMkLst>
            <pc:docMk/>
            <pc:sldMk cId="1832317527" sldId="842"/>
            <ac:spMk id="25" creationId="{AD0191A2-B24B-4893-9989-9E3553B4CE8C}"/>
          </ac:spMkLst>
        </pc:spChg>
        <pc:spChg chg="mod">
          <ac:chgData name="Liu Wenqi" userId="e72448e5a518e0d1" providerId="LiveId" clId="{202461E2-BFA0-42EB-B3DC-8ABDADEC109A}" dt="2020-04-16T17:03:10.803" v="2654" actId="164"/>
          <ac:spMkLst>
            <pc:docMk/>
            <pc:sldMk cId="1832317527" sldId="842"/>
            <ac:spMk id="27" creationId="{B3460810-05D9-43C8-8705-7698B7B6B511}"/>
          </ac:spMkLst>
        </pc:spChg>
        <pc:spChg chg="mod">
          <ac:chgData name="Liu Wenqi" userId="e72448e5a518e0d1" providerId="LiveId" clId="{202461E2-BFA0-42EB-B3DC-8ABDADEC109A}" dt="2020-04-16T17:03:10.803" v="2654" actId="164"/>
          <ac:spMkLst>
            <pc:docMk/>
            <pc:sldMk cId="1832317527" sldId="842"/>
            <ac:spMk id="32" creationId="{0058CA34-AC38-4351-B158-E63D83C0285A}"/>
          </ac:spMkLst>
        </pc:spChg>
        <pc:spChg chg="mod">
          <ac:chgData name="Liu Wenqi" userId="e72448e5a518e0d1" providerId="LiveId" clId="{202461E2-BFA0-42EB-B3DC-8ABDADEC109A}" dt="2020-04-16T15:51:39.195" v="1885" actId="1036"/>
          <ac:spMkLst>
            <pc:docMk/>
            <pc:sldMk cId="1832317527" sldId="842"/>
            <ac:spMk id="33" creationId="{1267B802-21EF-4649-B435-C2B67D35D56E}"/>
          </ac:spMkLst>
        </pc:spChg>
        <pc:spChg chg="mod">
          <ac:chgData name="Liu Wenqi" userId="e72448e5a518e0d1" providerId="LiveId" clId="{202461E2-BFA0-42EB-B3DC-8ABDADEC109A}" dt="2020-04-16T15:51:05.177" v="1843" actId="1036"/>
          <ac:spMkLst>
            <pc:docMk/>
            <pc:sldMk cId="1832317527" sldId="842"/>
            <ac:spMk id="34" creationId="{0D6EFDCE-FEA5-4616-8805-D0A72F658481}"/>
          </ac:spMkLst>
        </pc:spChg>
        <pc:spChg chg="mod">
          <ac:chgData name="Liu Wenqi" userId="e72448e5a518e0d1" providerId="LiveId" clId="{202461E2-BFA0-42EB-B3DC-8ABDADEC109A}" dt="2020-04-16T15:51:39.195" v="1885" actId="1036"/>
          <ac:spMkLst>
            <pc:docMk/>
            <pc:sldMk cId="1832317527" sldId="842"/>
            <ac:spMk id="41" creationId="{DC3164EF-9752-4736-8243-C86BDAC8E27B}"/>
          </ac:spMkLst>
        </pc:spChg>
        <pc:spChg chg="mod">
          <ac:chgData name="Liu Wenqi" userId="e72448e5a518e0d1" providerId="LiveId" clId="{202461E2-BFA0-42EB-B3DC-8ABDADEC109A}" dt="2020-04-16T16:31:12.057" v="2308" actId="6549"/>
          <ac:spMkLst>
            <pc:docMk/>
            <pc:sldMk cId="1832317527" sldId="842"/>
            <ac:spMk id="42" creationId="{CFC015AD-B170-40ED-9A7F-FF2F562623DF}"/>
          </ac:spMkLst>
        </pc:spChg>
        <pc:spChg chg="del">
          <ac:chgData name="Liu Wenqi" userId="e72448e5a518e0d1" providerId="LiveId" clId="{202461E2-BFA0-42EB-B3DC-8ABDADEC109A}" dt="2020-04-16T15:48:25.028" v="1772" actId="478"/>
          <ac:spMkLst>
            <pc:docMk/>
            <pc:sldMk cId="1832317527" sldId="842"/>
            <ac:spMk id="43" creationId="{74C8F626-0547-424E-96F7-108413E8A44F}"/>
          </ac:spMkLst>
        </pc:spChg>
        <pc:spChg chg="del">
          <ac:chgData name="Liu Wenqi" userId="e72448e5a518e0d1" providerId="LiveId" clId="{202461E2-BFA0-42EB-B3DC-8ABDADEC109A}" dt="2020-04-16T15:48:25.028" v="1772" actId="478"/>
          <ac:spMkLst>
            <pc:docMk/>
            <pc:sldMk cId="1832317527" sldId="842"/>
            <ac:spMk id="44" creationId="{BDD7F514-4601-4981-A863-A61D8042B7D4}"/>
          </ac:spMkLst>
        </pc:spChg>
        <pc:spChg chg="mod">
          <ac:chgData name="Liu Wenqi" userId="e72448e5a518e0d1" providerId="LiveId" clId="{202461E2-BFA0-42EB-B3DC-8ABDADEC109A}" dt="2020-04-16T15:51:39.195" v="1885" actId="1036"/>
          <ac:spMkLst>
            <pc:docMk/>
            <pc:sldMk cId="1832317527" sldId="842"/>
            <ac:spMk id="45" creationId="{9C462AD5-F93D-49B0-8E22-139B1A771366}"/>
          </ac:spMkLst>
        </pc:spChg>
        <pc:spChg chg="mod">
          <ac:chgData name="Liu Wenqi" userId="e72448e5a518e0d1" providerId="LiveId" clId="{202461E2-BFA0-42EB-B3DC-8ABDADEC109A}" dt="2020-04-16T15:51:39.195" v="1885" actId="1036"/>
          <ac:spMkLst>
            <pc:docMk/>
            <pc:sldMk cId="1832317527" sldId="842"/>
            <ac:spMk id="46" creationId="{2AB62F41-B47B-4739-9D83-CB5883BDDEDB}"/>
          </ac:spMkLst>
        </pc:spChg>
        <pc:spChg chg="del mod">
          <ac:chgData name="Liu Wenqi" userId="e72448e5a518e0d1" providerId="LiveId" clId="{202461E2-BFA0-42EB-B3DC-8ABDADEC109A}" dt="2020-04-16T16:31:09.089" v="2307"/>
          <ac:spMkLst>
            <pc:docMk/>
            <pc:sldMk cId="1832317527" sldId="842"/>
            <ac:spMk id="48" creationId="{7551CC2A-9DEC-4295-A7A9-9083DC218E59}"/>
          </ac:spMkLst>
        </pc:spChg>
        <pc:spChg chg="del">
          <ac:chgData name="Liu Wenqi" userId="e72448e5a518e0d1" providerId="LiveId" clId="{202461E2-BFA0-42EB-B3DC-8ABDADEC109A}" dt="2020-04-16T15:48:25.028" v="1772" actId="478"/>
          <ac:spMkLst>
            <pc:docMk/>
            <pc:sldMk cId="1832317527" sldId="842"/>
            <ac:spMk id="49" creationId="{6A540EED-05ED-4043-A49C-F8A3EF3B2432}"/>
          </ac:spMkLst>
        </pc:spChg>
        <pc:spChg chg="del">
          <ac:chgData name="Liu Wenqi" userId="e72448e5a518e0d1" providerId="LiveId" clId="{202461E2-BFA0-42EB-B3DC-8ABDADEC109A}" dt="2020-04-16T15:48:45.860" v="1775" actId="478"/>
          <ac:spMkLst>
            <pc:docMk/>
            <pc:sldMk cId="1832317527" sldId="842"/>
            <ac:spMk id="55" creationId="{BE2206A9-2E71-4278-B0A2-0FF656D2D5BF}"/>
          </ac:spMkLst>
        </pc:spChg>
        <pc:spChg chg="del">
          <ac:chgData name="Liu Wenqi" userId="e72448e5a518e0d1" providerId="LiveId" clId="{202461E2-BFA0-42EB-B3DC-8ABDADEC109A}" dt="2020-04-16T15:48:45.860" v="1775" actId="478"/>
          <ac:spMkLst>
            <pc:docMk/>
            <pc:sldMk cId="1832317527" sldId="842"/>
            <ac:spMk id="56" creationId="{4CB0E7FD-5BF2-40C6-A136-978A001ACFD5}"/>
          </ac:spMkLst>
        </pc:spChg>
        <pc:spChg chg="del">
          <ac:chgData name="Liu Wenqi" userId="e72448e5a518e0d1" providerId="LiveId" clId="{202461E2-BFA0-42EB-B3DC-8ABDADEC109A}" dt="2020-04-16T15:48:45.860" v="1775" actId="478"/>
          <ac:spMkLst>
            <pc:docMk/>
            <pc:sldMk cId="1832317527" sldId="842"/>
            <ac:spMk id="57" creationId="{345F20EC-6396-4969-AAB6-C278328E5656}"/>
          </ac:spMkLst>
        </pc:spChg>
        <pc:spChg chg="mod">
          <ac:chgData name="Liu Wenqi" userId="e72448e5a518e0d1" providerId="LiveId" clId="{202461E2-BFA0-42EB-B3DC-8ABDADEC109A}" dt="2020-04-16T17:03:10.803" v="2654" actId="164"/>
          <ac:spMkLst>
            <pc:docMk/>
            <pc:sldMk cId="1832317527" sldId="842"/>
            <ac:spMk id="58" creationId="{8FAB873D-A68A-4392-A81B-06BBA6C668E3}"/>
          </ac:spMkLst>
        </pc:spChg>
        <pc:spChg chg="mod">
          <ac:chgData name="Liu Wenqi" userId="e72448e5a518e0d1" providerId="LiveId" clId="{202461E2-BFA0-42EB-B3DC-8ABDADEC109A}" dt="2020-04-16T17:03:10.803" v="2654" actId="164"/>
          <ac:spMkLst>
            <pc:docMk/>
            <pc:sldMk cId="1832317527" sldId="842"/>
            <ac:spMk id="59" creationId="{07A9DBE2-F6E4-4D21-B694-C29F661B10A2}"/>
          </ac:spMkLst>
        </pc:spChg>
        <pc:spChg chg="mod">
          <ac:chgData name="Liu Wenqi" userId="e72448e5a518e0d1" providerId="LiveId" clId="{202461E2-BFA0-42EB-B3DC-8ABDADEC109A}" dt="2020-04-16T17:03:10.803" v="2654" actId="164"/>
          <ac:spMkLst>
            <pc:docMk/>
            <pc:sldMk cId="1832317527" sldId="842"/>
            <ac:spMk id="60" creationId="{D47980B1-CCD5-4670-9FC9-C56D874A7A82}"/>
          </ac:spMkLst>
        </pc:spChg>
        <pc:spChg chg="mod">
          <ac:chgData name="Liu Wenqi" userId="e72448e5a518e0d1" providerId="LiveId" clId="{202461E2-BFA0-42EB-B3DC-8ABDADEC109A}" dt="2020-04-16T17:03:10.803" v="2654" actId="164"/>
          <ac:spMkLst>
            <pc:docMk/>
            <pc:sldMk cId="1832317527" sldId="842"/>
            <ac:spMk id="61" creationId="{2A1071A2-55EC-4529-BD37-9FC96C5D3CB1}"/>
          </ac:spMkLst>
        </pc:spChg>
        <pc:spChg chg="mod">
          <ac:chgData name="Liu Wenqi" userId="e72448e5a518e0d1" providerId="LiveId" clId="{202461E2-BFA0-42EB-B3DC-8ABDADEC109A}" dt="2020-04-16T17:03:10.803" v="2654" actId="164"/>
          <ac:spMkLst>
            <pc:docMk/>
            <pc:sldMk cId="1832317527" sldId="842"/>
            <ac:spMk id="62" creationId="{DC9E0C46-0462-47F7-ABBB-23B8C1A4EB0C}"/>
          </ac:spMkLst>
        </pc:spChg>
        <pc:spChg chg="mod">
          <ac:chgData name="Liu Wenqi" userId="e72448e5a518e0d1" providerId="LiveId" clId="{202461E2-BFA0-42EB-B3DC-8ABDADEC109A}" dt="2020-04-16T17:03:10.803" v="2654" actId="164"/>
          <ac:spMkLst>
            <pc:docMk/>
            <pc:sldMk cId="1832317527" sldId="842"/>
            <ac:spMk id="63" creationId="{4D8758EC-E332-403C-8EEA-EA31B1A9DE72}"/>
          </ac:spMkLst>
        </pc:spChg>
        <pc:spChg chg="mod">
          <ac:chgData name="Liu Wenqi" userId="e72448e5a518e0d1" providerId="LiveId" clId="{202461E2-BFA0-42EB-B3DC-8ABDADEC109A}" dt="2020-04-16T17:03:10.803" v="2654" actId="164"/>
          <ac:spMkLst>
            <pc:docMk/>
            <pc:sldMk cId="1832317527" sldId="842"/>
            <ac:spMk id="64" creationId="{2EFC9DDF-8B20-46DD-9613-A3CA7C439643}"/>
          </ac:spMkLst>
        </pc:spChg>
        <pc:spChg chg="mod">
          <ac:chgData name="Liu Wenqi" userId="e72448e5a518e0d1" providerId="LiveId" clId="{202461E2-BFA0-42EB-B3DC-8ABDADEC109A}" dt="2020-04-16T17:03:10.803" v="2654" actId="164"/>
          <ac:spMkLst>
            <pc:docMk/>
            <pc:sldMk cId="1832317527" sldId="842"/>
            <ac:spMk id="65" creationId="{04194A89-6175-49F2-8F0F-CFD14C69C121}"/>
          </ac:spMkLst>
        </pc:spChg>
        <pc:spChg chg="mod">
          <ac:chgData name="Liu Wenqi" userId="e72448e5a518e0d1" providerId="LiveId" clId="{202461E2-BFA0-42EB-B3DC-8ABDADEC109A}" dt="2020-04-16T16:03:01.270" v="1997" actId="113"/>
          <ac:spMkLst>
            <pc:docMk/>
            <pc:sldMk cId="1832317527" sldId="842"/>
            <ac:spMk id="70" creationId="{AE63911C-E520-42C1-AA00-814C960D1187}"/>
          </ac:spMkLst>
        </pc:spChg>
        <pc:spChg chg="mod">
          <ac:chgData name="Liu Wenqi" userId="e72448e5a518e0d1" providerId="LiveId" clId="{202461E2-BFA0-42EB-B3DC-8ABDADEC109A}" dt="2020-04-16T17:03:10.803" v="2654" actId="164"/>
          <ac:spMkLst>
            <pc:docMk/>
            <pc:sldMk cId="1832317527" sldId="842"/>
            <ac:spMk id="76" creationId="{E2AE0844-0F45-401D-BAD8-FB9F0FD042D7}"/>
          </ac:spMkLst>
        </pc:spChg>
        <pc:spChg chg="add mod">
          <ac:chgData name="Liu Wenqi" userId="e72448e5a518e0d1" providerId="LiveId" clId="{202461E2-BFA0-42EB-B3DC-8ABDADEC109A}" dt="2020-04-16T15:51:14.511" v="1844" actId="164"/>
          <ac:spMkLst>
            <pc:docMk/>
            <pc:sldMk cId="1832317527" sldId="842"/>
            <ac:spMk id="77" creationId="{EC70B66D-0556-4DA8-97EF-D47CAAC8DB80}"/>
          </ac:spMkLst>
        </pc:spChg>
        <pc:spChg chg="add mod">
          <ac:chgData name="Liu Wenqi" userId="e72448e5a518e0d1" providerId="LiveId" clId="{202461E2-BFA0-42EB-B3DC-8ABDADEC109A}" dt="2020-04-16T15:51:14.511" v="1844" actId="164"/>
          <ac:spMkLst>
            <pc:docMk/>
            <pc:sldMk cId="1832317527" sldId="842"/>
            <ac:spMk id="78" creationId="{E03D5BE5-ED47-4CAF-A835-74E4EAE5DD5F}"/>
          </ac:spMkLst>
        </pc:spChg>
        <pc:spChg chg="add mod">
          <ac:chgData name="Liu Wenqi" userId="e72448e5a518e0d1" providerId="LiveId" clId="{202461E2-BFA0-42EB-B3DC-8ABDADEC109A}" dt="2020-04-16T15:51:14.511" v="1844" actId="164"/>
          <ac:spMkLst>
            <pc:docMk/>
            <pc:sldMk cId="1832317527" sldId="842"/>
            <ac:spMk id="79" creationId="{3D683769-DB9B-4E35-823A-AF35C89E8169}"/>
          </ac:spMkLst>
        </pc:spChg>
        <pc:spChg chg="add mod">
          <ac:chgData name="Liu Wenqi" userId="e72448e5a518e0d1" providerId="LiveId" clId="{202461E2-BFA0-42EB-B3DC-8ABDADEC109A}" dt="2020-04-16T15:51:19.026" v="1845" actId="164"/>
          <ac:spMkLst>
            <pc:docMk/>
            <pc:sldMk cId="1832317527" sldId="842"/>
            <ac:spMk id="80" creationId="{48EFACF4-47E8-402A-B8B5-D107F787B0CE}"/>
          </ac:spMkLst>
        </pc:spChg>
        <pc:spChg chg="add mod">
          <ac:chgData name="Liu Wenqi" userId="e72448e5a518e0d1" providerId="LiveId" clId="{202461E2-BFA0-42EB-B3DC-8ABDADEC109A}" dt="2020-04-16T15:51:19.026" v="1845" actId="164"/>
          <ac:spMkLst>
            <pc:docMk/>
            <pc:sldMk cId="1832317527" sldId="842"/>
            <ac:spMk id="81" creationId="{B7DE8C7E-B854-4B87-8D4B-2AE12686D6AA}"/>
          </ac:spMkLst>
        </pc:spChg>
        <pc:spChg chg="add mod">
          <ac:chgData name="Liu Wenqi" userId="e72448e5a518e0d1" providerId="LiveId" clId="{202461E2-BFA0-42EB-B3DC-8ABDADEC109A}" dt="2020-04-16T15:51:19.026" v="1845" actId="164"/>
          <ac:spMkLst>
            <pc:docMk/>
            <pc:sldMk cId="1832317527" sldId="842"/>
            <ac:spMk id="82" creationId="{0967345F-F64E-452A-99DB-32682D6D13DF}"/>
          </ac:spMkLst>
        </pc:spChg>
        <pc:spChg chg="add mod">
          <ac:chgData name="Liu Wenqi" userId="e72448e5a518e0d1" providerId="LiveId" clId="{202461E2-BFA0-42EB-B3DC-8ABDADEC109A}" dt="2020-04-16T17:04:47.586" v="2674" actId="1076"/>
          <ac:spMkLst>
            <pc:docMk/>
            <pc:sldMk cId="1832317527" sldId="842"/>
            <ac:spMk id="83" creationId="{C2D093C5-ED9D-42BB-941C-7954494B2DAB}"/>
          </ac:spMkLst>
        </pc:spChg>
        <pc:spChg chg="add mod">
          <ac:chgData name="Liu Wenqi" userId="e72448e5a518e0d1" providerId="LiveId" clId="{202461E2-BFA0-42EB-B3DC-8ABDADEC109A}" dt="2020-04-16T17:05:02.695" v="2676" actId="1076"/>
          <ac:spMkLst>
            <pc:docMk/>
            <pc:sldMk cId="1832317527" sldId="842"/>
            <ac:spMk id="84" creationId="{65542B82-1080-4FD1-ADED-5CE52420A7ED}"/>
          </ac:spMkLst>
        </pc:spChg>
        <pc:grpChg chg="mod">
          <ac:chgData name="Liu Wenqi" userId="e72448e5a518e0d1" providerId="LiveId" clId="{202461E2-BFA0-42EB-B3DC-8ABDADEC109A}" dt="2020-04-16T16:03:08.880" v="2000" actId="113"/>
          <ac:grpSpMkLst>
            <pc:docMk/>
            <pc:sldMk cId="1832317527" sldId="842"/>
            <ac:grpSpMk id="7" creationId="{7128A1CC-AE15-4589-9B9B-1E4AFF469CF8}"/>
          </ac:grpSpMkLst>
        </pc:grpChg>
        <pc:grpChg chg="mod">
          <ac:chgData name="Liu Wenqi" userId="e72448e5a518e0d1" providerId="LiveId" clId="{202461E2-BFA0-42EB-B3DC-8ABDADEC109A}" dt="2020-04-16T16:03:45.353" v="2014" actId="1036"/>
          <ac:grpSpMkLst>
            <pc:docMk/>
            <pc:sldMk cId="1832317527" sldId="842"/>
            <ac:grpSpMk id="8" creationId="{F5BDFBCA-5A30-468B-BAA0-81677247EBB4}"/>
          </ac:grpSpMkLst>
        </pc:grpChg>
        <pc:grpChg chg="add mod">
          <ac:chgData name="Liu Wenqi" userId="e72448e5a518e0d1" providerId="LiveId" clId="{202461E2-BFA0-42EB-B3DC-8ABDADEC109A}" dt="2020-04-16T15:51:28.926" v="1861" actId="1035"/>
          <ac:grpSpMkLst>
            <pc:docMk/>
            <pc:sldMk cId="1832317527" sldId="842"/>
            <ac:grpSpMk id="10" creationId="{EF528AC5-09B3-4A6D-98A0-E8AA660E561E}"/>
          </ac:grpSpMkLst>
        </pc:grpChg>
        <pc:grpChg chg="add mod">
          <ac:chgData name="Liu Wenqi" userId="e72448e5a518e0d1" providerId="LiveId" clId="{202461E2-BFA0-42EB-B3DC-8ABDADEC109A}" dt="2020-04-16T17:05:07.729" v="2677" actId="1076"/>
          <ac:grpSpMkLst>
            <pc:docMk/>
            <pc:sldMk cId="1832317527" sldId="842"/>
            <ac:grpSpMk id="14" creationId="{72EB4839-8189-42E1-B627-9591CBEBACC5}"/>
          </ac:grpSpMkLst>
        </pc:grpChg>
        <pc:grpChg chg="add mod">
          <ac:chgData name="Liu Wenqi" userId="e72448e5a518e0d1" providerId="LiveId" clId="{202461E2-BFA0-42EB-B3DC-8ABDADEC109A}" dt="2020-04-16T17:03:10.803" v="2654" actId="164"/>
          <ac:grpSpMkLst>
            <pc:docMk/>
            <pc:sldMk cId="1832317527" sldId="842"/>
            <ac:grpSpMk id="20" creationId="{601D2E17-C69A-43C7-964D-B9E5A14C6AA6}"/>
          </ac:grpSpMkLst>
        </pc:grpChg>
        <pc:grpChg chg="mod">
          <ac:chgData name="Liu Wenqi" userId="e72448e5a518e0d1" providerId="LiveId" clId="{202461E2-BFA0-42EB-B3DC-8ABDADEC109A}" dt="2020-04-16T15:51:28.926" v="1861" actId="1035"/>
          <ac:grpSpMkLst>
            <pc:docMk/>
            <pc:sldMk cId="1832317527" sldId="842"/>
            <ac:grpSpMk id="23" creationId="{76A96D87-88B3-47B0-8358-295B7BD8CB55}"/>
          </ac:grpSpMkLst>
        </pc:grpChg>
        <pc:grpChg chg="mod">
          <ac:chgData name="Liu Wenqi" userId="e72448e5a518e0d1" providerId="LiveId" clId="{202461E2-BFA0-42EB-B3DC-8ABDADEC109A}" dt="2020-04-16T15:51:14.511" v="1844" actId="164"/>
          <ac:grpSpMkLst>
            <pc:docMk/>
            <pc:sldMk cId="1832317527" sldId="842"/>
            <ac:grpSpMk id="36" creationId="{771EF48D-13A0-4CE8-AD55-276CEE36EC7D}"/>
          </ac:grpSpMkLst>
        </pc:grpChg>
        <pc:grpChg chg="del">
          <ac:chgData name="Liu Wenqi" userId="e72448e5a518e0d1" providerId="LiveId" clId="{202461E2-BFA0-42EB-B3DC-8ABDADEC109A}" dt="2020-04-16T15:48:25.028" v="1772" actId="478"/>
          <ac:grpSpMkLst>
            <pc:docMk/>
            <pc:sldMk cId="1832317527" sldId="842"/>
            <ac:grpSpMk id="37" creationId="{6CDA7889-2032-4D37-A21D-A617483B72BF}"/>
          </ac:grpSpMkLst>
        </pc:grpChg>
        <pc:grpChg chg="mod">
          <ac:chgData name="Liu Wenqi" userId="e72448e5a518e0d1" providerId="LiveId" clId="{202461E2-BFA0-42EB-B3DC-8ABDADEC109A}" dt="2020-04-16T15:51:19.026" v="1845" actId="164"/>
          <ac:grpSpMkLst>
            <pc:docMk/>
            <pc:sldMk cId="1832317527" sldId="842"/>
            <ac:grpSpMk id="50" creationId="{6889FBE4-F9C6-44AE-BD93-E5D37DBD54B5}"/>
          </ac:grpSpMkLst>
        </pc:grpChg>
        <pc:grpChg chg="del">
          <ac:chgData name="Liu Wenqi" userId="e72448e5a518e0d1" providerId="LiveId" clId="{202461E2-BFA0-42EB-B3DC-8ABDADEC109A}" dt="2020-04-16T15:48:45.860" v="1775" actId="478"/>
          <ac:grpSpMkLst>
            <pc:docMk/>
            <pc:sldMk cId="1832317527" sldId="842"/>
            <ac:grpSpMk id="51" creationId="{E9B7D911-7AAD-4001-BE3F-015DD2AFDEFC}"/>
          </ac:grpSpMkLst>
        </pc:grpChg>
        <pc:picChg chg="mod">
          <ac:chgData name="Liu Wenqi" userId="e72448e5a518e0d1" providerId="LiveId" clId="{202461E2-BFA0-42EB-B3DC-8ABDADEC109A}" dt="2020-04-16T17:03:10.803" v="2654" actId="164"/>
          <ac:picMkLst>
            <pc:docMk/>
            <pc:sldMk cId="1832317527" sldId="842"/>
            <ac:picMk id="6" creationId="{33D73358-73B5-46A9-99AD-26E9699ACF85}"/>
          </ac:picMkLst>
        </pc:picChg>
        <pc:picChg chg="mod">
          <ac:chgData name="Liu Wenqi" userId="e72448e5a518e0d1" providerId="LiveId" clId="{202461E2-BFA0-42EB-B3DC-8ABDADEC109A}" dt="2020-04-16T15:51:49.322" v="1896" actId="1036"/>
          <ac:picMkLst>
            <pc:docMk/>
            <pc:sldMk cId="1832317527" sldId="842"/>
            <ac:picMk id="11" creationId="{D73BB342-ECFF-443A-84CB-7F656A66FB26}"/>
          </ac:picMkLst>
        </pc:picChg>
        <pc:picChg chg="mod">
          <ac:chgData name="Liu Wenqi" userId="e72448e5a518e0d1" providerId="LiveId" clId="{202461E2-BFA0-42EB-B3DC-8ABDADEC109A}" dt="2020-04-16T15:51:53.634" v="1897" actId="1035"/>
          <ac:picMkLst>
            <pc:docMk/>
            <pc:sldMk cId="1832317527" sldId="842"/>
            <ac:picMk id="47" creationId="{C04858C0-BDE1-47B5-A38B-B568F8DB8839}"/>
          </ac:picMkLst>
        </pc:picChg>
      </pc:sldChg>
      <pc:sldChg chg="modSp">
        <pc:chgData name="Liu Wenqi" userId="e72448e5a518e0d1" providerId="LiveId" clId="{202461E2-BFA0-42EB-B3DC-8ABDADEC109A}" dt="2020-04-15T17:16:12.115" v="91" actId="20577"/>
        <pc:sldMkLst>
          <pc:docMk/>
          <pc:sldMk cId="763966358" sldId="928"/>
        </pc:sldMkLst>
        <pc:spChg chg="mod">
          <ac:chgData name="Liu Wenqi" userId="e72448e5a518e0d1" providerId="LiveId" clId="{202461E2-BFA0-42EB-B3DC-8ABDADEC109A}" dt="2020-04-15T17:16:12.115" v="91" actId="20577"/>
          <ac:spMkLst>
            <pc:docMk/>
            <pc:sldMk cId="763966358" sldId="928"/>
            <ac:spMk id="4" creationId="{00000000-0000-0000-0000-000000000000}"/>
          </ac:spMkLst>
        </pc:spChg>
      </pc:sldChg>
      <pc:sldChg chg="addSp delSp modSp ord delAnim">
        <pc:chgData name="Liu Wenqi" userId="e72448e5a518e0d1" providerId="LiveId" clId="{202461E2-BFA0-42EB-B3DC-8ABDADEC109A}" dt="2020-04-16T16:45:55.785" v="2580"/>
        <pc:sldMkLst>
          <pc:docMk/>
          <pc:sldMk cId="2950569143" sldId="930"/>
        </pc:sldMkLst>
        <pc:spChg chg="del">
          <ac:chgData name="Liu Wenqi" userId="e72448e5a518e0d1" providerId="LiveId" clId="{202461E2-BFA0-42EB-B3DC-8ABDADEC109A}" dt="2020-04-15T17:49:47.245" v="392" actId="478"/>
          <ac:spMkLst>
            <pc:docMk/>
            <pc:sldMk cId="2950569143" sldId="930"/>
            <ac:spMk id="6" creationId="{00000000-0000-0000-0000-000000000000}"/>
          </ac:spMkLst>
        </pc:spChg>
        <pc:spChg chg="del">
          <ac:chgData name="Liu Wenqi" userId="e72448e5a518e0d1" providerId="LiveId" clId="{202461E2-BFA0-42EB-B3DC-8ABDADEC109A}" dt="2020-04-15T17:49:47.245" v="392" actId="478"/>
          <ac:spMkLst>
            <pc:docMk/>
            <pc:sldMk cId="2950569143" sldId="930"/>
            <ac:spMk id="7" creationId="{00000000-0000-0000-0000-000000000000}"/>
          </ac:spMkLst>
        </pc:spChg>
        <pc:spChg chg="del">
          <ac:chgData name="Liu Wenqi" userId="e72448e5a518e0d1" providerId="LiveId" clId="{202461E2-BFA0-42EB-B3DC-8ABDADEC109A}" dt="2020-04-15T17:49:47.245" v="392" actId="478"/>
          <ac:spMkLst>
            <pc:docMk/>
            <pc:sldMk cId="2950569143" sldId="930"/>
            <ac:spMk id="8" creationId="{00000000-0000-0000-0000-000000000000}"/>
          </ac:spMkLst>
        </pc:spChg>
        <pc:spChg chg="add mod">
          <ac:chgData name="Liu Wenqi" userId="e72448e5a518e0d1" providerId="LiveId" clId="{202461E2-BFA0-42EB-B3DC-8ABDADEC109A}" dt="2020-04-15T17:49:52.747" v="394" actId="1076"/>
          <ac:spMkLst>
            <pc:docMk/>
            <pc:sldMk cId="2950569143" sldId="930"/>
            <ac:spMk id="22" creationId="{8BF82C9D-D0EB-46A3-9C4D-896E3E0EB501}"/>
          </ac:spMkLst>
        </pc:spChg>
        <pc:spChg chg="add mod">
          <ac:chgData name="Liu Wenqi" userId="e72448e5a518e0d1" providerId="LiveId" clId="{202461E2-BFA0-42EB-B3DC-8ABDADEC109A}" dt="2020-04-15T17:49:52.747" v="394" actId="1076"/>
          <ac:spMkLst>
            <pc:docMk/>
            <pc:sldMk cId="2950569143" sldId="930"/>
            <ac:spMk id="23" creationId="{D215FF30-2D3B-46D4-A839-BCEB4A1D0758}"/>
          </ac:spMkLst>
        </pc:spChg>
        <pc:spChg chg="add mod">
          <ac:chgData name="Liu Wenqi" userId="e72448e5a518e0d1" providerId="LiveId" clId="{202461E2-BFA0-42EB-B3DC-8ABDADEC109A}" dt="2020-04-15T17:49:52.747" v="394" actId="1076"/>
          <ac:spMkLst>
            <pc:docMk/>
            <pc:sldMk cId="2950569143" sldId="930"/>
            <ac:spMk id="27" creationId="{0A4267EA-99BA-4138-BFA9-C6CC3BE60226}"/>
          </ac:spMkLst>
        </pc:spChg>
        <pc:spChg chg="add mod">
          <ac:chgData name="Liu Wenqi" userId="e72448e5a518e0d1" providerId="LiveId" clId="{202461E2-BFA0-42EB-B3DC-8ABDADEC109A}" dt="2020-04-15T17:49:52.747" v="394" actId="1076"/>
          <ac:spMkLst>
            <pc:docMk/>
            <pc:sldMk cId="2950569143" sldId="930"/>
            <ac:spMk id="29" creationId="{3437F323-D8CB-4300-B3C1-D0FB86FBE549}"/>
          </ac:spMkLst>
        </pc:spChg>
        <pc:spChg chg="add mod">
          <ac:chgData name="Liu Wenqi" userId="e72448e5a518e0d1" providerId="LiveId" clId="{202461E2-BFA0-42EB-B3DC-8ABDADEC109A}" dt="2020-04-15T17:49:52.747" v="394" actId="1076"/>
          <ac:spMkLst>
            <pc:docMk/>
            <pc:sldMk cId="2950569143" sldId="930"/>
            <ac:spMk id="30" creationId="{EB1786A2-BC25-4BAE-B9A2-8C05E691B183}"/>
          </ac:spMkLst>
        </pc:spChg>
        <pc:spChg chg="add mod">
          <ac:chgData name="Liu Wenqi" userId="e72448e5a518e0d1" providerId="LiveId" clId="{202461E2-BFA0-42EB-B3DC-8ABDADEC109A}" dt="2020-04-15T17:49:52.747" v="394" actId="1076"/>
          <ac:spMkLst>
            <pc:docMk/>
            <pc:sldMk cId="2950569143" sldId="930"/>
            <ac:spMk id="34" creationId="{A653D6D1-0597-4AB1-95C0-5B7EB5110E8B}"/>
          </ac:spMkLst>
        </pc:spChg>
        <pc:spChg chg="add mod">
          <ac:chgData name="Liu Wenqi" userId="e72448e5a518e0d1" providerId="LiveId" clId="{202461E2-BFA0-42EB-B3DC-8ABDADEC109A}" dt="2020-04-15T17:49:52.747" v="394" actId="1076"/>
          <ac:spMkLst>
            <pc:docMk/>
            <pc:sldMk cId="2950569143" sldId="930"/>
            <ac:spMk id="38" creationId="{2569920F-08E1-4E68-82A2-5A6FBBD324D5}"/>
          </ac:spMkLst>
        </pc:spChg>
        <pc:spChg chg="add mod">
          <ac:chgData name="Liu Wenqi" userId="e72448e5a518e0d1" providerId="LiveId" clId="{202461E2-BFA0-42EB-B3DC-8ABDADEC109A}" dt="2020-04-15T17:49:52.747" v="394" actId="1076"/>
          <ac:spMkLst>
            <pc:docMk/>
            <pc:sldMk cId="2950569143" sldId="930"/>
            <ac:spMk id="39" creationId="{169B9DFF-EF24-4AD1-9317-6BD30F33FCB5}"/>
          </ac:spMkLst>
        </pc:spChg>
        <pc:spChg chg="add mod">
          <ac:chgData name="Liu Wenqi" userId="e72448e5a518e0d1" providerId="LiveId" clId="{202461E2-BFA0-42EB-B3DC-8ABDADEC109A}" dt="2020-04-15T17:49:52.747" v="394" actId="1076"/>
          <ac:spMkLst>
            <pc:docMk/>
            <pc:sldMk cId="2950569143" sldId="930"/>
            <ac:spMk id="40" creationId="{8CEAC7CA-3578-48E6-989C-8F273B86E68A}"/>
          </ac:spMkLst>
        </pc:spChg>
        <pc:spChg chg="add mod">
          <ac:chgData name="Liu Wenqi" userId="e72448e5a518e0d1" providerId="LiveId" clId="{202461E2-BFA0-42EB-B3DC-8ABDADEC109A}" dt="2020-04-15T17:49:52.747" v="394" actId="1076"/>
          <ac:spMkLst>
            <pc:docMk/>
            <pc:sldMk cId="2950569143" sldId="930"/>
            <ac:spMk id="41" creationId="{D12D710B-CF05-41FB-AC8C-D29CC81798DF}"/>
          </ac:spMkLst>
        </pc:spChg>
        <pc:spChg chg="add mod">
          <ac:chgData name="Liu Wenqi" userId="e72448e5a518e0d1" providerId="LiveId" clId="{202461E2-BFA0-42EB-B3DC-8ABDADEC109A}" dt="2020-04-15T17:49:52.747" v="394" actId="1076"/>
          <ac:spMkLst>
            <pc:docMk/>
            <pc:sldMk cId="2950569143" sldId="930"/>
            <ac:spMk id="42" creationId="{B65F4B51-1BC7-49B3-98AF-4207A076F7CA}"/>
          </ac:spMkLst>
        </pc:spChg>
        <pc:spChg chg="add mod">
          <ac:chgData name="Liu Wenqi" userId="e72448e5a518e0d1" providerId="LiveId" clId="{202461E2-BFA0-42EB-B3DC-8ABDADEC109A}" dt="2020-04-15T17:49:52.747" v="394" actId="1076"/>
          <ac:spMkLst>
            <pc:docMk/>
            <pc:sldMk cId="2950569143" sldId="930"/>
            <ac:spMk id="43" creationId="{8EB5EC4A-3B1D-4422-B8DB-C41384999600}"/>
          </ac:spMkLst>
        </pc:spChg>
        <pc:spChg chg="add mod">
          <ac:chgData name="Liu Wenqi" userId="e72448e5a518e0d1" providerId="LiveId" clId="{202461E2-BFA0-42EB-B3DC-8ABDADEC109A}" dt="2020-04-15T17:49:52.747" v="394" actId="1076"/>
          <ac:spMkLst>
            <pc:docMk/>
            <pc:sldMk cId="2950569143" sldId="930"/>
            <ac:spMk id="45" creationId="{CEBB2583-D66C-4F27-BF1A-FE6CA1FD9F50}"/>
          </ac:spMkLst>
        </pc:spChg>
        <pc:spChg chg="add mod">
          <ac:chgData name="Liu Wenqi" userId="e72448e5a518e0d1" providerId="LiveId" clId="{202461E2-BFA0-42EB-B3DC-8ABDADEC109A}" dt="2020-04-15T18:15:51.400" v="520" actId="1076"/>
          <ac:spMkLst>
            <pc:docMk/>
            <pc:sldMk cId="2950569143" sldId="930"/>
            <ac:spMk id="52" creationId="{1954F210-4D6E-4FD4-9F98-B5967D358B92}"/>
          </ac:spMkLst>
        </pc:spChg>
        <pc:spChg chg="add mod">
          <ac:chgData name="Liu Wenqi" userId="e72448e5a518e0d1" providerId="LiveId" clId="{202461E2-BFA0-42EB-B3DC-8ABDADEC109A}" dt="2020-04-15T17:49:58.799" v="396" actId="14100"/>
          <ac:spMkLst>
            <pc:docMk/>
            <pc:sldMk cId="2950569143" sldId="930"/>
            <ac:spMk id="53" creationId="{11AA650D-6AB4-4A9E-891B-5FE8899D9066}"/>
          </ac:spMkLst>
        </pc:spChg>
        <pc:spChg chg="add mod">
          <ac:chgData name="Liu Wenqi" userId="e72448e5a518e0d1" providerId="LiveId" clId="{202461E2-BFA0-42EB-B3DC-8ABDADEC109A}" dt="2020-04-15T17:49:52.747" v="394" actId="1076"/>
          <ac:spMkLst>
            <pc:docMk/>
            <pc:sldMk cId="2950569143" sldId="930"/>
            <ac:spMk id="56" creationId="{36743B6E-B18B-4765-B713-6383F25D34F8}"/>
          </ac:spMkLst>
        </pc:spChg>
        <pc:spChg chg="add mod">
          <ac:chgData name="Liu Wenqi" userId="e72448e5a518e0d1" providerId="LiveId" clId="{202461E2-BFA0-42EB-B3DC-8ABDADEC109A}" dt="2020-04-15T17:49:52.747" v="394" actId="1076"/>
          <ac:spMkLst>
            <pc:docMk/>
            <pc:sldMk cId="2950569143" sldId="930"/>
            <ac:spMk id="57" creationId="{C6EA4294-5D51-4F72-95FA-451A75EC11B6}"/>
          </ac:spMkLst>
        </pc:spChg>
        <pc:grpChg chg="del">
          <ac:chgData name="Liu Wenqi" userId="e72448e5a518e0d1" providerId="LiveId" clId="{202461E2-BFA0-42EB-B3DC-8ABDADEC109A}" dt="2020-04-15T17:49:47.245" v="392" actId="478"/>
          <ac:grpSpMkLst>
            <pc:docMk/>
            <pc:sldMk cId="2950569143" sldId="930"/>
            <ac:grpSpMk id="10" creationId="{00000000-0000-0000-0000-000000000000}"/>
          </ac:grpSpMkLst>
        </pc:grpChg>
        <pc:grpChg chg="del">
          <ac:chgData name="Liu Wenqi" userId="e72448e5a518e0d1" providerId="LiveId" clId="{202461E2-BFA0-42EB-B3DC-8ABDADEC109A}" dt="2020-04-15T17:49:47.245" v="392" actId="478"/>
          <ac:grpSpMkLst>
            <pc:docMk/>
            <pc:sldMk cId="2950569143" sldId="930"/>
            <ac:grpSpMk id="17" creationId="{00000000-0000-0000-0000-000000000000}"/>
          </ac:grpSpMkLst>
        </pc:grpChg>
        <pc:grpChg chg="del">
          <ac:chgData name="Liu Wenqi" userId="e72448e5a518e0d1" providerId="LiveId" clId="{202461E2-BFA0-42EB-B3DC-8ABDADEC109A}" dt="2020-04-15T17:49:47.245" v="392" actId="478"/>
          <ac:grpSpMkLst>
            <pc:docMk/>
            <pc:sldMk cId="2950569143" sldId="930"/>
            <ac:grpSpMk id="19" creationId="{00000000-0000-0000-0000-000000000000}"/>
          </ac:grpSpMkLst>
        </pc:grpChg>
        <pc:grpChg chg="add mod">
          <ac:chgData name="Liu Wenqi" userId="e72448e5a518e0d1" providerId="LiveId" clId="{202461E2-BFA0-42EB-B3DC-8ABDADEC109A}" dt="2020-04-15T17:49:52.747" v="394" actId="1076"/>
          <ac:grpSpMkLst>
            <pc:docMk/>
            <pc:sldMk cId="2950569143" sldId="930"/>
            <ac:grpSpMk id="35" creationId="{5E6ABBC5-5DAC-4B33-AF97-A0BF8668B86B}"/>
          </ac:grpSpMkLst>
        </pc:grpChg>
        <pc:picChg chg="add mod">
          <ac:chgData name="Liu Wenqi" userId="e72448e5a518e0d1" providerId="LiveId" clId="{202461E2-BFA0-42EB-B3DC-8ABDADEC109A}" dt="2020-04-15T17:49:52.747" v="394" actId="1076"/>
          <ac:picMkLst>
            <pc:docMk/>
            <pc:sldMk cId="2950569143" sldId="930"/>
            <ac:picMk id="21" creationId="{E330CBF3-DA8F-4FAB-9185-F02C671C91DC}"/>
          </ac:picMkLst>
        </pc:picChg>
        <pc:picChg chg="add mod">
          <ac:chgData name="Liu Wenqi" userId="e72448e5a518e0d1" providerId="LiveId" clId="{202461E2-BFA0-42EB-B3DC-8ABDADEC109A}" dt="2020-04-15T17:49:52.747" v="394" actId="1076"/>
          <ac:picMkLst>
            <pc:docMk/>
            <pc:sldMk cId="2950569143" sldId="930"/>
            <ac:picMk id="25" creationId="{F07AA9BA-2A6F-40C5-B4EB-F7BF712E6543}"/>
          </ac:picMkLst>
        </pc:picChg>
        <pc:picChg chg="add mod">
          <ac:chgData name="Liu Wenqi" userId="e72448e5a518e0d1" providerId="LiveId" clId="{202461E2-BFA0-42EB-B3DC-8ABDADEC109A}" dt="2020-04-15T17:49:52.747" v="394" actId="1076"/>
          <ac:picMkLst>
            <pc:docMk/>
            <pc:sldMk cId="2950569143" sldId="930"/>
            <ac:picMk id="26" creationId="{292DE4A8-F603-42B7-A31B-425D414218D2}"/>
          </ac:picMkLst>
        </pc:picChg>
        <pc:picChg chg="add mod">
          <ac:chgData name="Liu Wenqi" userId="e72448e5a518e0d1" providerId="LiveId" clId="{202461E2-BFA0-42EB-B3DC-8ABDADEC109A}" dt="2020-04-15T17:49:52.747" v="394" actId="1076"/>
          <ac:picMkLst>
            <pc:docMk/>
            <pc:sldMk cId="2950569143" sldId="930"/>
            <ac:picMk id="28" creationId="{2F4756B2-0B4A-48BA-8D9A-2B4460AB1652}"/>
          </ac:picMkLst>
        </pc:picChg>
        <pc:picChg chg="add mod">
          <ac:chgData name="Liu Wenqi" userId="e72448e5a518e0d1" providerId="LiveId" clId="{202461E2-BFA0-42EB-B3DC-8ABDADEC109A}" dt="2020-04-15T17:49:52.747" v="394" actId="1076"/>
          <ac:picMkLst>
            <pc:docMk/>
            <pc:sldMk cId="2950569143" sldId="930"/>
            <ac:picMk id="31" creationId="{8E8DCBE8-AEDB-437F-AD3E-23D7BED5B04F}"/>
          </ac:picMkLst>
        </pc:picChg>
        <pc:picChg chg="add mod">
          <ac:chgData name="Liu Wenqi" userId="e72448e5a518e0d1" providerId="LiveId" clId="{202461E2-BFA0-42EB-B3DC-8ABDADEC109A}" dt="2020-04-15T17:49:52.747" v="394" actId="1076"/>
          <ac:picMkLst>
            <pc:docMk/>
            <pc:sldMk cId="2950569143" sldId="930"/>
            <ac:picMk id="32" creationId="{622AC2F0-CD57-40FC-8134-D5B25B0D6347}"/>
          </ac:picMkLst>
        </pc:picChg>
        <pc:picChg chg="add mod">
          <ac:chgData name="Liu Wenqi" userId="e72448e5a518e0d1" providerId="LiveId" clId="{202461E2-BFA0-42EB-B3DC-8ABDADEC109A}" dt="2020-04-15T17:49:52.747" v="394" actId="1076"/>
          <ac:picMkLst>
            <pc:docMk/>
            <pc:sldMk cId="2950569143" sldId="930"/>
            <ac:picMk id="33" creationId="{6AE3131B-4158-474F-AAEB-B464412ECAE5}"/>
          </ac:picMkLst>
        </pc:picChg>
        <pc:picChg chg="add mod">
          <ac:chgData name="Liu Wenqi" userId="e72448e5a518e0d1" providerId="LiveId" clId="{202461E2-BFA0-42EB-B3DC-8ABDADEC109A}" dt="2020-04-15T17:49:52.747" v="394" actId="1076"/>
          <ac:picMkLst>
            <pc:docMk/>
            <pc:sldMk cId="2950569143" sldId="930"/>
            <ac:picMk id="44" creationId="{601A041B-E805-4CA6-BFD3-BF0D23B34176}"/>
          </ac:picMkLst>
        </pc:picChg>
        <pc:picChg chg="add mod">
          <ac:chgData name="Liu Wenqi" userId="e72448e5a518e0d1" providerId="LiveId" clId="{202461E2-BFA0-42EB-B3DC-8ABDADEC109A}" dt="2020-04-15T17:49:52.747" v="394" actId="1076"/>
          <ac:picMkLst>
            <pc:docMk/>
            <pc:sldMk cId="2950569143" sldId="930"/>
            <ac:picMk id="46" creationId="{C8D60892-2B57-4FE2-A6F9-A8DF9BE8D393}"/>
          </ac:picMkLst>
        </pc:picChg>
        <pc:picChg chg="add mod">
          <ac:chgData name="Liu Wenqi" userId="e72448e5a518e0d1" providerId="LiveId" clId="{202461E2-BFA0-42EB-B3DC-8ABDADEC109A}" dt="2020-04-15T17:49:52.747" v="394" actId="1076"/>
          <ac:picMkLst>
            <pc:docMk/>
            <pc:sldMk cId="2950569143" sldId="930"/>
            <ac:picMk id="47" creationId="{3B241CB8-CAE5-4AF5-A8AF-FE0C138056A1}"/>
          </ac:picMkLst>
        </pc:picChg>
        <pc:picChg chg="add mod">
          <ac:chgData name="Liu Wenqi" userId="e72448e5a518e0d1" providerId="LiveId" clId="{202461E2-BFA0-42EB-B3DC-8ABDADEC109A}" dt="2020-04-15T17:49:52.747" v="394" actId="1076"/>
          <ac:picMkLst>
            <pc:docMk/>
            <pc:sldMk cId="2950569143" sldId="930"/>
            <ac:picMk id="48" creationId="{342F1B51-DBC0-4673-9705-E756B09B0F93}"/>
          </ac:picMkLst>
        </pc:picChg>
        <pc:picChg chg="add mod">
          <ac:chgData name="Liu Wenqi" userId="e72448e5a518e0d1" providerId="LiveId" clId="{202461E2-BFA0-42EB-B3DC-8ABDADEC109A}" dt="2020-04-15T17:49:52.747" v="394" actId="1076"/>
          <ac:picMkLst>
            <pc:docMk/>
            <pc:sldMk cId="2950569143" sldId="930"/>
            <ac:picMk id="49" creationId="{4C85AC1C-42A3-4609-AFEF-ACF1ABBC8C51}"/>
          </ac:picMkLst>
        </pc:picChg>
        <pc:picChg chg="add mod">
          <ac:chgData name="Liu Wenqi" userId="e72448e5a518e0d1" providerId="LiveId" clId="{202461E2-BFA0-42EB-B3DC-8ABDADEC109A}" dt="2020-04-15T17:49:52.747" v="394" actId="1076"/>
          <ac:picMkLst>
            <pc:docMk/>
            <pc:sldMk cId="2950569143" sldId="930"/>
            <ac:picMk id="50" creationId="{0EDFB30B-2499-4EB1-A5E8-885A10B39565}"/>
          </ac:picMkLst>
        </pc:picChg>
        <pc:picChg chg="add mod">
          <ac:chgData name="Liu Wenqi" userId="e72448e5a518e0d1" providerId="LiveId" clId="{202461E2-BFA0-42EB-B3DC-8ABDADEC109A}" dt="2020-04-15T17:49:52.747" v="394" actId="1076"/>
          <ac:picMkLst>
            <pc:docMk/>
            <pc:sldMk cId="2950569143" sldId="930"/>
            <ac:picMk id="51" creationId="{5406D8DC-BC1D-43C7-B36E-E536C4E7683F}"/>
          </ac:picMkLst>
        </pc:picChg>
        <pc:picChg chg="add mod">
          <ac:chgData name="Liu Wenqi" userId="e72448e5a518e0d1" providerId="LiveId" clId="{202461E2-BFA0-42EB-B3DC-8ABDADEC109A}" dt="2020-04-15T17:49:52.747" v="394" actId="1076"/>
          <ac:picMkLst>
            <pc:docMk/>
            <pc:sldMk cId="2950569143" sldId="930"/>
            <ac:picMk id="54" creationId="{E74C5680-9848-43C9-BBE3-16953E665157}"/>
          </ac:picMkLst>
        </pc:picChg>
        <pc:picChg chg="add mod">
          <ac:chgData name="Liu Wenqi" userId="e72448e5a518e0d1" providerId="LiveId" clId="{202461E2-BFA0-42EB-B3DC-8ABDADEC109A}" dt="2020-04-15T17:49:52.747" v="394" actId="1076"/>
          <ac:picMkLst>
            <pc:docMk/>
            <pc:sldMk cId="2950569143" sldId="930"/>
            <ac:picMk id="55" creationId="{E4C89849-557B-4FC0-90A1-389F557BC21D}"/>
          </ac:picMkLst>
        </pc:picChg>
      </pc:sldChg>
      <pc:sldChg chg="addSp delSp modSp add modTransition addAnim delAnim modAnim modNotesTx">
        <pc:chgData name="Liu Wenqi" userId="e72448e5a518e0d1" providerId="LiveId" clId="{202461E2-BFA0-42EB-B3DC-8ABDADEC109A}" dt="2020-04-17T19:45:21.985" v="5033" actId="313"/>
        <pc:sldMkLst>
          <pc:docMk/>
          <pc:sldMk cId="900035075" sldId="931"/>
        </pc:sldMkLst>
        <pc:spChg chg="mod">
          <ac:chgData name="Liu Wenqi" userId="e72448e5a518e0d1" providerId="LiveId" clId="{202461E2-BFA0-42EB-B3DC-8ABDADEC109A}" dt="2020-04-17T15:28:58" v="4746" actId="1076"/>
          <ac:spMkLst>
            <pc:docMk/>
            <pc:sldMk cId="900035075" sldId="931"/>
            <ac:spMk id="2" creationId="{A0D511E9-DDFB-4D36-9EB4-90DB9AA0471C}"/>
          </ac:spMkLst>
        </pc:spChg>
        <pc:spChg chg="del">
          <ac:chgData name="Liu Wenqi" userId="e72448e5a518e0d1" providerId="LiveId" clId="{202461E2-BFA0-42EB-B3DC-8ABDADEC109A}" dt="2020-04-15T17:49:13.292" v="390" actId="478"/>
          <ac:spMkLst>
            <pc:docMk/>
            <pc:sldMk cId="900035075" sldId="931"/>
            <ac:spMk id="5" creationId="{C84D5A40-699D-41DC-A240-5AD5FC126312}"/>
          </ac:spMkLst>
        </pc:spChg>
        <pc:spChg chg="add del mod">
          <ac:chgData name="Liu Wenqi" userId="e72448e5a518e0d1" providerId="LiveId" clId="{202461E2-BFA0-42EB-B3DC-8ABDADEC109A}" dt="2020-04-17T13:49:49.654" v="3349" actId="478"/>
          <ac:spMkLst>
            <pc:docMk/>
            <pc:sldMk cId="900035075" sldId="931"/>
            <ac:spMk id="11" creationId="{1D1DDDC0-39DC-403B-8472-B1F94E5EA8EB}"/>
          </ac:spMkLst>
        </pc:spChg>
        <pc:spChg chg="del">
          <ac:chgData name="Liu Wenqi" userId="e72448e5a518e0d1" providerId="LiveId" clId="{202461E2-BFA0-42EB-B3DC-8ABDADEC109A}" dt="2020-04-15T17:49:13.292" v="390" actId="478"/>
          <ac:spMkLst>
            <pc:docMk/>
            <pc:sldMk cId="900035075" sldId="931"/>
            <ac:spMk id="12" creationId="{02639541-474E-4AB3-88A7-D74E30310EEE}"/>
          </ac:spMkLst>
        </pc:spChg>
        <pc:spChg chg="add del mod">
          <ac:chgData name="Liu Wenqi" userId="e72448e5a518e0d1" providerId="LiveId" clId="{202461E2-BFA0-42EB-B3DC-8ABDADEC109A}" dt="2020-04-17T11:24:06.214" v="2720" actId="478"/>
          <ac:spMkLst>
            <pc:docMk/>
            <pc:sldMk cId="900035075" sldId="931"/>
            <ac:spMk id="12" creationId="{365D72D8-2733-429A-8C05-20FAE45C13F4}"/>
          </ac:spMkLst>
        </pc:spChg>
        <pc:spChg chg="del">
          <ac:chgData name="Liu Wenqi" userId="e72448e5a518e0d1" providerId="LiveId" clId="{202461E2-BFA0-42EB-B3DC-8ABDADEC109A}" dt="2020-04-15T17:49:13.292" v="390" actId="478"/>
          <ac:spMkLst>
            <pc:docMk/>
            <pc:sldMk cId="900035075" sldId="931"/>
            <ac:spMk id="13" creationId="{512AA963-FCD4-4AD0-AF1D-4103FB25AF04}"/>
          </ac:spMkLst>
        </pc:spChg>
        <pc:spChg chg="add del mod">
          <ac:chgData name="Liu Wenqi" userId="e72448e5a518e0d1" providerId="LiveId" clId="{202461E2-BFA0-42EB-B3DC-8ABDADEC109A}" dt="2020-04-17T11:33:46.153" v="2830" actId="478"/>
          <ac:spMkLst>
            <pc:docMk/>
            <pc:sldMk cId="900035075" sldId="931"/>
            <ac:spMk id="14" creationId="{7E86FBFB-0C7A-41AE-8206-8D27759F9AEE}"/>
          </ac:spMkLst>
        </pc:spChg>
        <pc:spChg chg="add del mod">
          <ac:chgData name="Liu Wenqi" userId="e72448e5a518e0d1" providerId="LiveId" clId="{202461E2-BFA0-42EB-B3DC-8ABDADEC109A}" dt="2020-04-17T14:21:25.529" v="3817" actId="478"/>
          <ac:spMkLst>
            <pc:docMk/>
            <pc:sldMk cId="900035075" sldId="931"/>
            <ac:spMk id="15" creationId="{C2E9E878-7D34-4EE3-ABFE-4DD702746AAC}"/>
          </ac:spMkLst>
        </pc:spChg>
        <pc:spChg chg="add del mod">
          <ac:chgData name="Liu Wenqi" userId="e72448e5a518e0d1" providerId="LiveId" clId="{202461E2-BFA0-42EB-B3DC-8ABDADEC109A}" dt="2020-04-17T11:21:51.113" v="2698" actId="478"/>
          <ac:spMkLst>
            <pc:docMk/>
            <pc:sldMk cId="900035075" sldId="931"/>
            <ac:spMk id="16" creationId="{43F1996F-2BB9-4E76-8895-FB4D574FCA84}"/>
          </ac:spMkLst>
        </pc:spChg>
        <pc:spChg chg="add del mod">
          <ac:chgData name="Liu Wenqi" userId="e72448e5a518e0d1" providerId="LiveId" clId="{202461E2-BFA0-42EB-B3DC-8ABDADEC109A}" dt="2020-04-17T13:49:49.654" v="3349" actId="478"/>
          <ac:spMkLst>
            <pc:docMk/>
            <pc:sldMk cId="900035075" sldId="931"/>
            <ac:spMk id="17" creationId="{1A30BBA8-0FA2-4446-8292-61169D181C2B}"/>
          </ac:spMkLst>
        </pc:spChg>
        <pc:spChg chg="add del mod">
          <ac:chgData name="Liu Wenqi" userId="e72448e5a518e0d1" providerId="LiveId" clId="{202461E2-BFA0-42EB-B3DC-8ABDADEC109A}" dt="2020-04-17T11:21:25.189" v="2693" actId="478"/>
          <ac:spMkLst>
            <pc:docMk/>
            <pc:sldMk cId="900035075" sldId="931"/>
            <ac:spMk id="18" creationId="{D5985C70-0337-4672-AB3A-9F30FDFAC0C1}"/>
          </ac:spMkLst>
        </pc:spChg>
        <pc:spChg chg="add del mod topLvl">
          <ac:chgData name="Liu Wenqi" userId="e72448e5a518e0d1" providerId="LiveId" clId="{202461E2-BFA0-42EB-B3DC-8ABDADEC109A}" dt="2020-04-17T15:01:45.062" v="4399"/>
          <ac:spMkLst>
            <pc:docMk/>
            <pc:sldMk cId="900035075" sldId="931"/>
            <ac:spMk id="19" creationId="{D541E569-3875-4610-B675-0D8EC96582E0}"/>
          </ac:spMkLst>
        </pc:spChg>
        <pc:spChg chg="add del mod">
          <ac:chgData name="Liu Wenqi" userId="e72448e5a518e0d1" providerId="LiveId" clId="{202461E2-BFA0-42EB-B3DC-8ABDADEC109A}" dt="2020-04-17T11:21:44.039" v="2697" actId="478"/>
          <ac:spMkLst>
            <pc:docMk/>
            <pc:sldMk cId="900035075" sldId="931"/>
            <ac:spMk id="20" creationId="{6A845673-93A3-4EE5-BB01-1085F0FC8604}"/>
          </ac:spMkLst>
        </pc:spChg>
        <pc:spChg chg="add del mod topLvl">
          <ac:chgData name="Liu Wenqi" userId="e72448e5a518e0d1" providerId="LiveId" clId="{202461E2-BFA0-42EB-B3DC-8ABDADEC109A}" dt="2020-04-17T15:01:39.160" v="4396"/>
          <ac:spMkLst>
            <pc:docMk/>
            <pc:sldMk cId="900035075" sldId="931"/>
            <ac:spMk id="21" creationId="{980B03A7-AFC9-4B54-AD90-785F6ADAC55F}"/>
          </ac:spMkLst>
        </pc:spChg>
        <pc:spChg chg="del">
          <ac:chgData name="Liu Wenqi" userId="e72448e5a518e0d1" providerId="LiveId" clId="{202461E2-BFA0-42EB-B3DC-8ABDADEC109A}" dt="2020-04-17T11:21:54.293" v="2699" actId="478"/>
          <ac:spMkLst>
            <pc:docMk/>
            <pc:sldMk cId="900035075" sldId="931"/>
            <ac:spMk id="23" creationId="{1EBC782D-53CA-4AB4-BA11-7C37CDBE4C96}"/>
          </ac:spMkLst>
        </pc:spChg>
        <pc:spChg chg="mod">
          <ac:chgData name="Liu Wenqi" userId="e72448e5a518e0d1" providerId="LiveId" clId="{202461E2-BFA0-42EB-B3DC-8ABDADEC109A}" dt="2020-04-17T11:22:12.472" v="2704" actId="1076"/>
          <ac:spMkLst>
            <pc:docMk/>
            <pc:sldMk cId="900035075" sldId="931"/>
            <ac:spMk id="24" creationId="{C1CBC4D0-74FF-4941-B8FE-64B4676C72EE}"/>
          </ac:spMkLst>
        </pc:spChg>
        <pc:spChg chg="del">
          <ac:chgData name="Liu Wenqi" userId="e72448e5a518e0d1" providerId="LiveId" clId="{202461E2-BFA0-42EB-B3DC-8ABDADEC109A}" dt="2020-04-17T11:21:35.005" v="2695" actId="478"/>
          <ac:spMkLst>
            <pc:docMk/>
            <pc:sldMk cId="900035075" sldId="931"/>
            <ac:spMk id="25" creationId="{C04EAA6D-B2BF-4F28-A9B7-32741802B92F}"/>
          </ac:spMkLst>
        </pc:spChg>
        <pc:spChg chg="mod">
          <ac:chgData name="Liu Wenqi" userId="e72448e5a518e0d1" providerId="LiveId" clId="{202461E2-BFA0-42EB-B3DC-8ABDADEC109A}" dt="2020-04-17T11:22:20.676" v="2705" actId="1076"/>
          <ac:spMkLst>
            <pc:docMk/>
            <pc:sldMk cId="900035075" sldId="931"/>
            <ac:spMk id="26" creationId="{9E84EE04-CA23-4883-B691-411F6B2070DE}"/>
          </ac:spMkLst>
        </pc:spChg>
        <pc:spChg chg="add del mod">
          <ac:chgData name="Liu Wenqi" userId="e72448e5a518e0d1" providerId="LiveId" clId="{202461E2-BFA0-42EB-B3DC-8ABDADEC109A}" dt="2020-04-17T11:21:29.467" v="2694" actId="478"/>
          <ac:spMkLst>
            <pc:docMk/>
            <pc:sldMk cId="900035075" sldId="931"/>
            <ac:spMk id="31" creationId="{6F64D5A0-E69B-44FA-9632-B75ECDFEC0FE}"/>
          </ac:spMkLst>
        </pc:spChg>
        <pc:spChg chg="add mod topLvl">
          <ac:chgData name="Liu Wenqi" userId="e72448e5a518e0d1" providerId="LiveId" clId="{202461E2-BFA0-42EB-B3DC-8ABDADEC109A}" dt="2020-04-17T15:29:08.283" v="4748" actId="1035"/>
          <ac:spMkLst>
            <pc:docMk/>
            <pc:sldMk cId="900035075" sldId="931"/>
            <ac:spMk id="32" creationId="{35EBF899-F1D1-4165-BAF4-8F7605BBD9DA}"/>
          </ac:spMkLst>
        </pc:spChg>
        <pc:spChg chg="add del mod">
          <ac:chgData name="Liu Wenqi" userId="e72448e5a518e0d1" providerId="LiveId" clId="{202461E2-BFA0-42EB-B3DC-8ABDADEC109A}" dt="2020-04-17T11:21:38.320" v="2696" actId="478"/>
          <ac:spMkLst>
            <pc:docMk/>
            <pc:sldMk cId="900035075" sldId="931"/>
            <ac:spMk id="33" creationId="{E6BAEF46-70CB-4334-A588-1734DBC46749}"/>
          </ac:spMkLst>
        </pc:spChg>
        <pc:spChg chg="add del mod topLvl">
          <ac:chgData name="Liu Wenqi" userId="e72448e5a518e0d1" providerId="LiveId" clId="{202461E2-BFA0-42EB-B3DC-8ABDADEC109A}" dt="2020-04-17T13:09:07.530" v="3023" actId="1036"/>
          <ac:spMkLst>
            <pc:docMk/>
            <pc:sldMk cId="900035075" sldId="931"/>
            <ac:spMk id="40" creationId="{2856EF4B-688A-4FCB-B4F5-7877C7E41E69}"/>
          </ac:spMkLst>
        </pc:spChg>
        <pc:spChg chg="mod topLvl">
          <ac:chgData name="Liu Wenqi" userId="e72448e5a518e0d1" providerId="LiveId" clId="{202461E2-BFA0-42EB-B3DC-8ABDADEC109A}" dt="2020-04-17T14:19:40.538" v="3764" actId="164"/>
          <ac:spMkLst>
            <pc:docMk/>
            <pc:sldMk cId="900035075" sldId="931"/>
            <ac:spMk id="43" creationId="{7E3D095C-229F-40FC-A15C-0C5A5D7C089A}"/>
          </ac:spMkLst>
        </pc:spChg>
        <pc:spChg chg="add del mod">
          <ac:chgData name="Liu Wenqi" userId="e72448e5a518e0d1" providerId="LiveId" clId="{202461E2-BFA0-42EB-B3DC-8ABDADEC109A}" dt="2020-04-15T18:08:30.766" v="437" actId="478"/>
          <ac:spMkLst>
            <pc:docMk/>
            <pc:sldMk cId="900035075" sldId="931"/>
            <ac:spMk id="48" creationId="{3C6890FF-7031-430D-9C53-D511A0E11982}"/>
          </ac:spMkLst>
        </pc:spChg>
        <pc:spChg chg="add del mod">
          <ac:chgData name="Liu Wenqi" userId="e72448e5a518e0d1" providerId="LiveId" clId="{202461E2-BFA0-42EB-B3DC-8ABDADEC109A}" dt="2020-04-15T18:08:30.766" v="437" actId="478"/>
          <ac:spMkLst>
            <pc:docMk/>
            <pc:sldMk cId="900035075" sldId="931"/>
            <ac:spMk id="49" creationId="{BB527C21-BA35-4F09-85A8-FCA32D04B8D6}"/>
          </ac:spMkLst>
        </pc:spChg>
        <pc:spChg chg="add del mod">
          <ac:chgData name="Liu Wenqi" userId="e72448e5a518e0d1" providerId="LiveId" clId="{202461E2-BFA0-42EB-B3DC-8ABDADEC109A}" dt="2020-04-15T18:08:30.766" v="437" actId="478"/>
          <ac:spMkLst>
            <pc:docMk/>
            <pc:sldMk cId="900035075" sldId="931"/>
            <ac:spMk id="50" creationId="{8586B66A-3876-4716-93AF-8E69FB9F6131}"/>
          </ac:spMkLst>
        </pc:spChg>
        <pc:spChg chg="add del mod">
          <ac:chgData name="Liu Wenqi" userId="e72448e5a518e0d1" providerId="LiveId" clId="{202461E2-BFA0-42EB-B3DC-8ABDADEC109A}" dt="2020-04-15T18:08:30.766" v="437" actId="478"/>
          <ac:spMkLst>
            <pc:docMk/>
            <pc:sldMk cId="900035075" sldId="931"/>
            <ac:spMk id="51" creationId="{EA152F23-6ACE-4F9D-BC8D-AC09A2759E8E}"/>
          </ac:spMkLst>
        </pc:spChg>
        <pc:spChg chg="add del mod">
          <ac:chgData name="Liu Wenqi" userId="e72448e5a518e0d1" providerId="LiveId" clId="{202461E2-BFA0-42EB-B3DC-8ABDADEC109A}" dt="2020-04-17T13:49:49.654" v="3349" actId="478"/>
          <ac:spMkLst>
            <pc:docMk/>
            <pc:sldMk cId="900035075" sldId="931"/>
            <ac:spMk id="52" creationId="{7E91C67C-E3F8-4478-91D7-5119CA0AFC24}"/>
          </ac:spMkLst>
        </pc:spChg>
        <pc:spChg chg="add del mod">
          <ac:chgData name="Liu Wenqi" userId="e72448e5a518e0d1" providerId="LiveId" clId="{202461E2-BFA0-42EB-B3DC-8ABDADEC109A}" dt="2020-04-17T13:49:49.654" v="3349" actId="478"/>
          <ac:spMkLst>
            <pc:docMk/>
            <pc:sldMk cId="900035075" sldId="931"/>
            <ac:spMk id="53" creationId="{D33C47C8-5C98-4279-8E86-A882736B6625}"/>
          </ac:spMkLst>
        </pc:spChg>
        <pc:spChg chg="add del mod">
          <ac:chgData name="Liu Wenqi" userId="e72448e5a518e0d1" providerId="LiveId" clId="{202461E2-BFA0-42EB-B3DC-8ABDADEC109A}" dt="2020-04-17T13:49:49.654" v="3349" actId="478"/>
          <ac:spMkLst>
            <pc:docMk/>
            <pc:sldMk cId="900035075" sldId="931"/>
            <ac:spMk id="54" creationId="{F113437D-CF94-452C-9F76-4F194A55CB1C}"/>
          </ac:spMkLst>
        </pc:spChg>
        <pc:spChg chg="add del mod">
          <ac:chgData name="Liu Wenqi" userId="e72448e5a518e0d1" providerId="LiveId" clId="{202461E2-BFA0-42EB-B3DC-8ABDADEC109A}" dt="2020-04-17T11:34:54.729" v="2845" actId="478"/>
          <ac:spMkLst>
            <pc:docMk/>
            <pc:sldMk cId="900035075" sldId="931"/>
            <ac:spMk id="56" creationId="{7668AEAB-177F-4F8A-BB73-660AC350C4CF}"/>
          </ac:spMkLst>
        </pc:spChg>
        <pc:spChg chg="add del mod">
          <ac:chgData name="Liu Wenqi" userId="e72448e5a518e0d1" providerId="LiveId" clId="{202461E2-BFA0-42EB-B3DC-8ABDADEC109A}" dt="2020-04-17T11:35:03.642" v="2848" actId="478"/>
          <ac:spMkLst>
            <pc:docMk/>
            <pc:sldMk cId="900035075" sldId="931"/>
            <ac:spMk id="57" creationId="{86391CFB-9E57-434D-88E8-C0AEBD42F90A}"/>
          </ac:spMkLst>
        </pc:spChg>
        <pc:spChg chg="add del mod">
          <ac:chgData name="Liu Wenqi" userId="e72448e5a518e0d1" providerId="LiveId" clId="{202461E2-BFA0-42EB-B3DC-8ABDADEC109A}" dt="2020-04-17T15:46:30.889" v="4850"/>
          <ac:spMkLst>
            <pc:docMk/>
            <pc:sldMk cId="900035075" sldId="931"/>
            <ac:spMk id="58" creationId="{46F9FC24-C26B-4BFD-A16B-53003A3F6288}"/>
          </ac:spMkLst>
        </pc:spChg>
        <pc:spChg chg="add mod">
          <ac:chgData name="Liu Wenqi" userId="e72448e5a518e0d1" providerId="LiveId" clId="{202461E2-BFA0-42EB-B3DC-8ABDADEC109A}" dt="2020-04-17T14:45:21.957" v="3940" actId="1076"/>
          <ac:spMkLst>
            <pc:docMk/>
            <pc:sldMk cId="900035075" sldId="931"/>
            <ac:spMk id="63" creationId="{83789553-86F3-4D66-9AE3-3793F1A37B7C}"/>
          </ac:spMkLst>
        </pc:spChg>
        <pc:spChg chg="add del mod">
          <ac:chgData name="Liu Wenqi" userId="e72448e5a518e0d1" providerId="LiveId" clId="{202461E2-BFA0-42EB-B3DC-8ABDADEC109A}" dt="2020-04-17T14:17:11.966" v="3719"/>
          <ac:spMkLst>
            <pc:docMk/>
            <pc:sldMk cId="900035075" sldId="931"/>
            <ac:spMk id="65" creationId="{2C27A7A4-BF64-425C-8D13-4290578C50CF}"/>
          </ac:spMkLst>
        </pc:spChg>
        <pc:spChg chg="add del mod">
          <ac:chgData name="Liu Wenqi" userId="e72448e5a518e0d1" providerId="LiveId" clId="{202461E2-BFA0-42EB-B3DC-8ABDADEC109A}" dt="2020-04-17T14:11:39.849" v="3628" actId="478"/>
          <ac:spMkLst>
            <pc:docMk/>
            <pc:sldMk cId="900035075" sldId="931"/>
            <ac:spMk id="66" creationId="{BCFF443B-8988-4444-9D36-A3A106023463}"/>
          </ac:spMkLst>
        </pc:spChg>
        <pc:spChg chg="add mod">
          <ac:chgData name="Liu Wenqi" userId="e72448e5a518e0d1" providerId="LiveId" clId="{202461E2-BFA0-42EB-B3DC-8ABDADEC109A}" dt="2020-04-17T14:48:16.898" v="4098" actId="20577"/>
          <ac:spMkLst>
            <pc:docMk/>
            <pc:sldMk cId="900035075" sldId="931"/>
            <ac:spMk id="67" creationId="{CA3661FA-03DF-4F47-9AD5-40143E2C0704}"/>
          </ac:spMkLst>
        </pc:spChg>
        <pc:spChg chg="add mod">
          <ac:chgData name="Liu Wenqi" userId="e72448e5a518e0d1" providerId="LiveId" clId="{202461E2-BFA0-42EB-B3DC-8ABDADEC109A}" dt="2020-04-17T14:20:37.375" v="3779" actId="164"/>
          <ac:spMkLst>
            <pc:docMk/>
            <pc:sldMk cId="900035075" sldId="931"/>
            <ac:spMk id="68" creationId="{136A68BB-750A-4B9A-A831-078B7DB47014}"/>
          </ac:spMkLst>
        </pc:spChg>
        <pc:spChg chg="add mod">
          <ac:chgData name="Liu Wenqi" userId="e72448e5a518e0d1" providerId="LiveId" clId="{202461E2-BFA0-42EB-B3DC-8ABDADEC109A}" dt="2020-04-17T14:53:29.106" v="4186"/>
          <ac:spMkLst>
            <pc:docMk/>
            <pc:sldMk cId="900035075" sldId="931"/>
            <ac:spMk id="69" creationId="{7B0C8507-31BB-46BA-A99A-F1F6CF23CD77}"/>
          </ac:spMkLst>
        </pc:spChg>
        <pc:spChg chg="add mod">
          <ac:chgData name="Liu Wenqi" userId="e72448e5a518e0d1" providerId="LiveId" clId="{202461E2-BFA0-42EB-B3DC-8ABDADEC109A}" dt="2020-04-17T14:45:14.012" v="3939" actId="1076"/>
          <ac:spMkLst>
            <pc:docMk/>
            <pc:sldMk cId="900035075" sldId="931"/>
            <ac:spMk id="71" creationId="{0A152C86-C3C7-41FE-BD34-C79F76ADEACA}"/>
          </ac:spMkLst>
        </pc:spChg>
        <pc:spChg chg="add mod">
          <ac:chgData name="Liu Wenqi" userId="e72448e5a518e0d1" providerId="LiveId" clId="{202461E2-BFA0-42EB-B3DC-8ABDADEC109A}" dt="2020-04-17T14:48:42.775" v="4103" actId="164"/>
          <ac:spMkLst>
            <pc:docMk/>
            <pc:sldMk cId="900035075" sldId="931"/>
            <ac:spMk id="80" creationId="{57750F97-E702-44C8-A8CC-180A248890F5}"/>
          </ac:spMkLst>
        </pc:spChg>
        <pc:spChg chg="add mod">
          <ac:chgData name="Liu Wenqi" userId="e72448e5a518e0d1" providerId="LiveId" clId="{202461E2-BFA0-42EB-B3DC-8ABDADEC109A}" dt="2020-04-17T14:48:47.898" v="4104" actId="164"/>
          <ac:spMkLst>
            <pc:docMk/>
            <pc:sldMk cId="900035075" sldId="931"/>
            <ac:spMk id="81" creationId="{7629FABA-44E1-4513-934B-8068F572CBE4}"/>
          </ac:spMkLst>
        </pc:spChg>
        <pc:spChg chg="add mod">
          <ac:chgData name="Liu Wenqi" userId="e72448e5a518e0d1" providerId="LiveId" clId="{202461E2-BFA0-42EB-B3DC-8ABDADEC109A}" dt="2020-04-17T15:49:56.345" v="4866" actId="1076"/>
          <ac:spMkLst>
            <pc:docMk/>
            <pc:sldMk cId="900035075" sldId="931"/>
            <ac:spMk id="83" creationId="{D54EA52E-171C-4818-8FCF-D24F9001BD40}"/>
          </ac:spMkLst>
        </pc:spChg>
        <pc:spChg chg="add del mod">
          <ac:chgData name="Liu Wenqi" userId="e72448e5a518e0d1" providerId="LiveId" clId="{202461E2-BFA0-42EB-B3DC-8ABDADEC109A}" dt="2020-04-17T14:58:09.132" v="4200" actId="478"/>
          <ac:spMkLst>
            <pc:docMk/>
            <pc:sldMk cId="900035075" sldId="931"/>
            <ac:spMk id="84" creationId="{72D87C53-16A1-4BCA-8CD1-9EDBE6A6CD7D}"/>
          </ac:spMkLst>
        </pc:spChg>
        <pc:spChg chg="add mod">
          <ac:chgData name="Liu Wenqi" userId="e72448e5a518e0d1" providerId="LiveId" clId="{202461E2-BFA0-42EB-B3DC-8ABDADEC109A}" dt="2020-04-17T16:30:41.962" v="4872" actId="1037"/>
          <ac:spMkLst>
            <pc:docMk/>
            <pc:sldMk cId="900035075" sldId="931"/>
            <ac:spMk id="85" creationId="{4F9864D0-B5B2-428D-8DD6-9F3AA337C944}"/>
          </ac:spMkLst>
        </pc:spChg>
        <pc:spChg chg="add mod">
          <ac:chgData name="Liu Wenqi" userId="e72448e5a518e0d1" providerId="LiveId" clId="{202461E2-BFA0-42EB-B3DC-8ABDADEC109A}" dt="2020-04-17T15:06:48.353" v="4465" actId="1076"/>
          <ac:spMkLst>
            <pc:docMk/>
            <pc:sldMk cId="900035075" sldId="931"/>
            <ac:spMk id="88" creationId="{D361129A-9873-4581-B6F1-7199697E7640}"/>
          </ac:spMkLst>
        </pc:spChg>
        <pc:spChg chg="add mod">
          <ac:chgData name="Liu Wenqi" userId="e72448e5a518e0d1" providerId="LiveId" clId="{202461E2-BFA0-42EB-B3DC-8ABDADEC109A}" dt="2020-04-17T15:04:43.051" v="4449" actId="1076"/>
          <ac:spMkLst>
            <pc:docMk/>
            <pc:sldMk cId="900035075" sldId="931"/>
            <ac:spMk id="89" creationId="{02FE64B7-27A5-42A5-B8C0-79198FB1D26C}"/>
          </ac:spMkLst>
        </pc:spChg>
        <pc:spChg chg="add mod">
          <ac:chgData name="Liu Wenqi" userId="e72448e5a518e0d1" providerId="LiveId" clId="{202461E2-BFA0-42EB-B3DC-8ABDADEC109A}" dt="2020-04-17T15:06:37.072" v="4464" actId="1076"/>
          <ac:spMkLst>
            <pc:docMk/>
            <pc:sldMk cId="900035075" sldId="931"/>
            <ac:spMk id="90" creationId="{2B1C9D48-CD4A-43CE-A532-591F17271ED1}"/>
          </ac:spMkLst>
        </pc:spChg>
        <pc:spChg chg="add mod">
          <ac:chgData name="Liu Wenqi" userId="e72448e5a518e0d1" providerId="LiveId" clId="{202461E2-BFA0-42EB-B3DC-8ABDADEC109A}" dt="2020-04-17T15:06:15.062" v="4461" actId="1076"/>
          <ac:spMkLst>
            <pc:docMk/>
            <pc:sldMk cId="900035075" sldId="931"/>
            <ac:spMk id="91" creationId="{0F388FF1-7DD9-4CE4-8677-5C1D71B0DF3D}"/>
          </ac:spMkLst>
        </pc:spChg>
        <pc:spChg chg="add mod">
          <ac:chgData name="Liu Wenqi" userId="e72448e5a518e0d1" providerId="LiveId" clId="{202461E2-BFA0-42EB-B3DC-8ABDADEC109A}" dt="2020-04-17T15:27:24.927" v="4741" actId="164"/>
          <ac:spMkLst>
            <pc:docMk/>
            <pc:sldMk cId="900035075" sldId="931"/>
            <ac:spMk id="92" creationId="{6D8A84E6-279E-40F9-83D4-9AFEC0FE6030}"/>
          </ac:spMkLst>
        </pc:spChg>
        <pc:spChg chg="add mod">
          <ac:chgData name="Liu Wenqi" userId="e72448e5a518e0d1" providerId="LiveId" clId="{202461E2-BFA0-42EB-B3DC-8ABDADEC109A}" dt="2020-04-17T15:27:24.927" v="4741" actId="164"/>
          <ac:spMkLst>
            <pc:docMk/>
            <pc:sldMk cId="900035075" sldId="931"/>
            <ac:spMk id="93" creationId="{815320FE-58E6-437A-A79C-51268E90B565}"/>
          </ac:spMkLst>
        </pc:spChg>
        <pc:spChg chg="add del mod">
          <ac:chgData name="Liu Wenqi" userId="e72448e5a518e0d1" providerId="LiveId" clId="{202461E2-BFA0-42EB-B3DC-8ABDADEC109A}" dt="2020-04-17T15:25:06.587" v="4715" actId="478"/>
          <ac:spMkLst>
            <pc:docMk/>
            <pc:sldMk cId="900035075" sldId="931"/>
            <ac:spMk id="94" creationId="{7E342EE9-E049-4F98-B09F-9B43F6763853}"/>
          </ac:spMkLst>
        </pc:spChg>
        <pc:spChg chg="mod topLvl">
          <ac:chgData name="Liu Wenqi" userId="e72448e5a518e0d1" providerId="LiveId" clId="{202461E2-BFA0-42EB-B3DC-8ABDADEC109A}" dt="2020-04-17T15:27:24.927" v="4741" actId="164"/>
          <ac:spMkLst>
            <pc:docMk/>
            <pc:sldMk cId="900035075" sldId="931"/>
            <ac:spMk id="98" creationId="{97EB0497-03D2-4798-A36B-EF0EB0097D64}"/>
          </ac:spMkLst>
        </pc:spChg>
        <pc:spChg chg="del">
          <ac:chgData name="Liu Wenqi" userId="e72448e5a518e0d1" providerId="LiveId" clId="{202461E2-BFA0-42EB-B3DC-8ABDADEC109A}" dt="2020-04-17T15:13:24.185" v="4513" actId="478"/>
          <ac:spMkLst>
            <pc:docMk/>
            <pc:sldMk cId="900035075" sldId="931"/>
            <ac:spMk id="99" creationId="{21737175-8FB7-4F7E-A75E-9D2AE0EE218F}"/>
          </ac:spMkLst>
        </pc:spChg>
        <pc:spChg chg="mod topLvl">
          <ac:chgData name="Liu Wenqi" userId="e72448e5a518e0d1" providerId="LiveId" clId="{202461E2-BFA0-42EB-B3DC-8ABDADEC109A}" dt="2020-04-17T15:27:19.108" v="4740" actId="164"/>
          <ac:spMkLst>
            <pc:docMk/>
            <pc:sldMk cId="900035075" sldId="931"/>
            <ac:spMk id="101" creationId="{07737C7C-88A7-4C53-94D0-1D90D80CF7B9}"/>
          </ac:spMkLst>
        </pc:spChg>
        <pc:spChg chg="mod topLvl">
          <ac:chgData name="Liu Wenqi" userId="e72448e5a518e0d1" providerId="LiveId" clId="{202461E2-BFA0-42EB-B3DC-8ABDADEC109A}" dt="2020-04-17T15:27:19.108" v="4740" actId="164"/>
          <ac:spMkLst>
            <pc:docMk/>
            <pc:sldMk cId="900035075" sldId="931"/>
            <ac:spMk id="102" creationId="{1C1CE2D5-DD25-4550-A37B-EA9D4FC0ADCA}"/>
          </ac:spMkLst>
        </pc:spChg>
        <pc:spChg chg="del mod">
          <ac:chgData name="Liu Wenqi" userId="e72448e5a518e0d1" providerId="LiveId" clId="{202461E2-BFA0-42EB-B3DC-8ABDADEC109A}" dt="2020-04-17T15:23:03.212" v="4680" actId="478"/>
          <ac:spMkLst>
            <pc:docMk/>
            <pc:sldMk cId="900035075" sldId="931"/>
            <ac:spMk id="103" creationId="{31584FBC-B5DD-49D3-8A18-CBB7E8F52B8A}"/>
          </ac:spMkLst>
        </pc:spChg>
        <pc:spChg chg="add mod">
          <ac:chgData name="Liu Wenqi" userId="e72448e5a518e0d1" providerId="LiveId" clId="{202461E2-BFA0-42EB-B3DC-8ABDADEC109A}" dt="2020-04-17T15:27:24.927" v="4741" actId="164"/>
          <ac:spMkLst>
            <pc:docMk/>
            <pc:sldMk cId="900035075" sldId="931"/>
            <ac:spMk id="106" creationId="{66670E4F-A45F-43A3-94D1-7A8844DA20A4}"/>
          </ac:spMkLst>
        </pc:spChg>
        <pc:spChg chg="add mod">
          <ac:chgData name="Liu Wenqi" userId="e72448e5a518e0d1" providerId="LiveId" clId="{202461E2-BFA0-42EB-B3DC-8ABDADEC109A}" dt="2020-04-17T15:27:19.108" v="4740" actId="164"/>
          <ac:spMkLst>
            <pc:docMk/>
            <pc:sldMk cId="900035075" sldId="931"/>
            <ac:spMk id="109" creationId="{4EFABF80-DF90-4F25-A35C-86A9DC47E5C2}"/>
          </ac:spMkLst>
        </pc:spChg>
        <pc:spChg chg="add mod">
          <ac:chgData name="Liu Wenqi" userId="e72448e5a518e0d1" providerId="LiveId" clId="{202461E2-BFA0-42EB-B3DC-8ABDADEC109A}" dt="2020-04-17T16:30:41.962" v="4872" actId="1037"/>
          <ac:spMkLst>
            <pc:docMk/>
            <pc:sldMk cId="900035075" sldId="931"/>
            <ac:spMk id="110" creationId="{A6217789-ED88-4415-B753-8F6D7BB4AAAF}"/>
          </ac:spMkLst>
        </pc:spChg>
        <pc:spChg chg="add mod">
          <ac:chgData name="Liu Wenqi" userId="e72448e5a518e0d1" providerId="LiveId" clId="{202461E2-BFA0-42EB-B3DC-8ABDADEC109A}" dt="2020-04-17T15:27:19.108" v="4740" actId="164"/>
          <ac:spMkLst>
            <pc:docMk/>
            <pc:sldMk cId="900035075" sldId="931"/>
            <ac:spMk id="111" creationId="{3FF30656-FE16-46EF-B57C-C9ADE52CB5BF}"/>
          </ac:spMkLst>
        </pc:spChg>
        <pc:spChg chg="add mod">
          <ac:chgData name="Liu Wenqi" userId="e72448e5a518e0d1" providerId="LiveId" clId="{202461E2-BFA0-42EB-B3DC-8ABDADEC109A}" dt="2020-04-17T15:27:19.108" v="4740" actId="164"/>
          <ac:spMkLst>
            <pc:docMk/>
            <pc:sldMk cId="900035075" sldId="931"/>
            <ac:spMk id="117" creationId="{477511CD-89D3-487C-BC57-B7A68BA5FE32}"/>
          </ac:spMkLst>
        </pc:spChg>
        <pc:spChg chg="add mod">
          <ac:chgData name="Liu Wenqi" userId="e72448e5a518e0d1" providerId="LiveId" clId="{202461E2-BFA0-42EB-B3DC-8ABDADEC109A}" dt="2020-04-17T16:27:39.389" v="4868"/>
          <ac:spMkLst>
            <pc:docMk/>
            <pc:sldMk cId="900035075" sldId="931"/>
            <ac:spMk id="118" creationId="{4AF34271-DEA6-4722-9FDD-42CEA4F1CEFA}"/>
          </ac:spMkLst>
        </pc:spChg>
        <pc:spChg chg="add mod">
          <ac:chgData name="Liu Wenqi" userId="e72448e5a518e0d1" providerId="LiveId" clId="{202461E2-BFA0-42EB-B3DC-8ABDADEC109A}" dt="2020-04-17T15:50:01.961" v="4867" actId="1076"/>
          <ac:spMkLst>
            <pc:docMk/>
            <pc:sldMk cId="900035075" sldId="931"/>
            <ac:spMk id="127" creationId="{7916142B-BFAA-415B-B53E-174EF3338A47}"/>
          </ac:spMkLst>
        </pc:spChg>
        <pc:spChg chg="add mod">
          <ac:chgData name="Liu Wenqi" userId="e72448e5a518e0d1" providerId="LiveId" clId="{202461E2-BFA0-42EB-B3DC-8ABDADEC109A}" dt="2020-04-17T15:34:47.626" v="4842" actId="1037"/>
          <ac:spMkLst>
            <pc:docMk/>
            <pc:sldMk cId="900035075" sldId="931"/>
            <ac:spMk id="129" creationId="{0C8EFC76-473A-4C49-8239-81D42391D3F5}"/>
          </ac:spMkLst>
        </pc:spChg>
        <pc:spChg chg="add">
          <ac:chgData name="Liu Wenqi" userId="e72448e5a518e0d1" providerId="LiveId" clId="{202461E2-BFA0-42EB-B3DC-8ABDADEC109A}" dt="2020-04-17T15:46:32.834" v="4851"/>
          <ac:spMkLst>
            <pc:docMk/>
            <pc:sldMk cId="900035075" sldId="931"/>
            <ac:spMk id="130" creationId="{0D4F0872-C984-4F84-9EB4-CD6FBCEE4ABE}"/>
          </ac:spMkLst>
        </pc:spChg>
        <pc:grpChg chg="del">
          <ac:chgData name="Liu Wenqi" userId="e72448e5a518e0d1" providerId="LiveId" clId="{202461E2-BFA0-42EB-B3DC-8ABDADEC109A}" dt="2020-04-15T17:49:13.292" v="390" actId="478"/>
          <ac:grpSpMkLst>
            <pc:docMk/>
            <pc:sldMk cId="900035075" sldId="931"/>
            <ac:grpSpMk id="4" creationId="{2868E1AB-7B37-49FF-AC06-A9A7480A8C93}"/>
          </ac:grpSpMkLst>
        </pc:grpChg>
        <pc:grpChg chg="add del mod">
          <ac:chgData name="Liu Wenqi" userId="e72448e5a518e0d1" providerId="LiveId" clId="{202461E2-BFA0-42EB-B3DC-8ABDADEC109A}" dt="2020-04-17T11:33:48.931" v="2831" actId="478"/>
          <ac:grpSpMkLst>
            <pc:docMk/>
            <pc:sldMk cId="900035075" sldId="931"/>
            <ac:grpSpMk id="22" creationId="{49FAA411-DD4F-4F69-AC02-F5D3E174CB3A}"/>
          </ac:grpSpMkLst>
        </pc:grpChg>
        <pc:grpChg chg="add del mod topLvl">
          <ac:chgData name="Liu Wenqi" userId="e72448e5a518e0d1" providerId="LiveId" clId="{202461E2-BFA0-42EB-B3DC-8ABDADEC109A}" dt="2020-04-17T14:20:23.869" v="3775" actId="1076"/>
          <ac:grpSpMkLst>
            <pc:docMk/>
            <pc:sldMk cId="900035075" sldId="931"/>
            <ac:grpSpMk id="39" creationId="{5A19F933-D7B9-4259-BC17-9CE361CCC7BA}"/>
          </ac:grpSpMkLst>
        </pc:grpChg>
        <pc:grpChg chg="add del mod topLvl">
          <ac:chgData name="Liu Wenqi" userId="e72448e5a518e0d1" providerId="LiveId" clId="{202461E2-BFA0-42EB-B3DC-8ABDADEC109A}" dt="2020-04-17T11:39:17.832" v="2966" actId="165"/>
          <ac:grpSpMkLst>
            <pc:docMk/>
            <pc:sldMk cId="900035075" sldId="931"/>
            <ac:grpSpMk id="42" creationId="{1E14CC87-AB3C-4AA9-8618-BA8768951DC5}"/>
          </ac:grpSpMkLst>
        </pc:grpChg>
        <pc:grpChg chg="add del mod">
          <ac:chgData name="Liu Wenqi" userId="e72448e5a518e0d1" providerId="LiveId" clId="{202461E2-BFA0-42EB-B3DC-8ABDADEC109A}" dt="2020-04-17T11:21:25.189" v="2693" actId="478"/>
          <ac:grpSpMkLst>
            <pc:docMk/>
            <pc:sldMk cId="900035075" sldId="931"/>
            <ac:grpSpMk id="45" creationId="{5C255A50-AA31-425F-A48E-6568DCE81445}"/>
          </ac:grpSpMkLst>
        </pc:grpChg>
        <pc:grpChg chg="add del mod">
          <ac:chgData name="Liu Wenqi" userId="e72448e5a518e0d1" providerId="LiveId" clId="{202461E2-BFA0-42EB-B3DC-8ABDADEC109A}" dt="2020-04-17T11:39:12.987" v="2965" actId="165"/>
          <ac:grpSpMkLst>
            <pc:docMk/>
            <pc:sldMk cId="900035075" sldId="931"/>
            <ac:grpSpMk id="59" creationId="{380C36C6-84ED-4EB7-B31B-79B263D84507}"/>
          </ac:grpSpMkLst>
        </pc:grpChg>
        <pc:grpChg chg="add mod">
          <ac:chgData name="Liu Wenqi" userId="e72448e5a518e0d1" providerId="LiveId" clId="{202461E2-BFA0-42EB-B3DC-8ABDADEC109A}" dt="2020-04-17T15:01:45.062" v="4399"/>
          <ac:grpSpMkLst>
            <pc:docMk/>
            <pc:sldMk cId="900035075" sldId="931"/>
            <ac:grpSpMk id="62" creationId="{E7306695-4455-4655-B812-E46D79A60686}"/>
          </ac:grpSpMkLst>
        </pc:grpChg>
        <pc:grpChg chg="add mod">
          <ac:chgData name="Liu Wenqi" userId="e72448e5a518e0d1" providerId="LiveId" clId="{202461E2-BFA0-42EB-B3DC-8ABDADEC109A}" dt="2020-04-17T15:46:30.889" v="4850"/>
          <ac:grpSpMkLst>
            <pc:docMk/>
            <pc:sldMk cId="900035075" sldId="931"/>
            <ac:grpSpMk id="70" creationId="{5D23B0D2-F00E-4D77-8D8A-050437E4ACB6}"/>
          </ac:grpSpMkLst>
        </pc:grpChg>
        <pc:grpChg chg="add mod">
          <ac:chgData name="Liu Wenqi" userId="e72448e5a518e0d1" providerId="LiveId" clId="{202461E2-BFA0-42EB-B3DC-8ABDADEC109A}" dt="2020-04-17T14:48:24.220" v="4100" actId="1037"/>
          <ac:grpSpMkLst>
            <pc:docMk/>
            <pc:sldMk cId="900035075" sldId="931"/>
            <ac:grpSpMk id="72" creationId="{B229C8F6-F5A4-45C1-868D-65039D70A821}"/>
          </ac:grpSpMkLst>
        </pc:grpChg>
        <pc:grpChg chg="add mod">
          <ac:chgData name="Liu Wenqi" userId="e72448e5a518e0d1" providerId="LiveId" clId="{202461E2-BFA0-42EB-B3DC-8ABDADEC109A}" dt="2020-04-17T14:48:38.302" v="4102" actId="1076"/>
          <ac:grpSpMkLst>
            <pc:docMk/>
            <pc:sldMk cId="900035075" sldId="931"/>
            <ac:grpSpMk id="73" creationId="{984F24CA-0922-46B6-9367-AAA0408E6C51}"/>
          </ac:grpSpMkLst>
        </pc:grpChg>
        <pc:grpChg chg="add mod">
          <ac:chgData name="Liu Wenqi" userId="e72448e5a518e0d1" providerId="LiveId" clId="{202461E2-BFA0-42EB-B3DC-8ABDADEC109A}" dt="2020-04-17T14:48:42.775" v="4103" actId="164"/>
          <ac:grpSpMkLst>
            <pc:docMk/>
            <pc:sldMk cId="900035075" sldId="931"/>
            <ac:grpSpMk id="79" creationId="{06A38294-ABB6-4555-B8EA-8438C5F0C30B}"/>
          </ac:grpSpMkLst>
        </pc:grpChg>
        <pc:grpChg chg="add mod">
          <ac:chgData name="Liu Wenqi" userId="e72448e5a518e0d1" providerId="LiveId" clId="{202461E2-BFA0-42EB-B3DC-8ABDADEC109A}" dt="2020-04-17T15:12:28.670" v="4502" actId="1076"/>
          <ac:grpSpMkLst>
            <pc:docMk/>
            <pc:sldMk cId="900035075" sldId="931"/>
            <ac:grpSpMk id="82" creationId="{BEADEBD1-2FAA-4D2E-9020-F4D2CF8C6F41}"/>
          </ac:grpSpMkLst>
        </pc:grpChg>
        <pc:grpChg chg="add del mod">
          <ac:chgData name="Liu Wenqi" userId="e72448e5a518e0d1" providerId="LiveId" clId="{202461E2-BFA0-42EB-B3DC-8ABDADEC109A}" dt="2020-04-17T15:15:47.062" v="4561" actId="165"/>
          <ac:grpSpMkLst>
            <pc:docMk/>
            <pc:sldMk cId="900035075" sldId="931"/>
            <ac:grpSpMk id="96" creationId="{914CBECD-780D-455D-B554-0DDAC4C0DDBE}"/>
          </ac:grpSpMkLst>
        </pc:grpChg>
        <pc:grpChg chg="del mod topLvl">
          <ac:chgData name="Liu Wenqi" userId="e72448e5a518e0d1" providerId="LiveId" clId="{202461E2-BFA0-42EB-B3DC-8ABDADEC109A}" dt="2020-04-17T15:27:14.250" v="4739" actId="165"/>
          <ac:grpSpMkLst>
            <pc:docMk/>
            <pc:sldMk cId="900035075" sldId="931"/>
            <ac:grpSpMk id="97" creationId="{144B1487-6CAD-4295-B13F-799240D6A791}"/>
          </ac:grpSpMkLst>
        </pc:grpChg>
        <pc:grpChg chg="del mod">
          <ac:chgData name="Liu Wenqi" userId="e72448e5a518e0d1" providerId="LiveId" clId="{202461E2-BFA0-42EB-B3DC-8ABDADEC109A}" dt="2020-04-17T15:23:03.212" v="4680" actId="478"/>
          <ac:grpSpMkLst>
            <pc:docMk/>
            <pc:sldMk cId="900035075" sldId="931"/>
            <ac:grpSpMk id="100" creationId="{2DFD8DBA-F4FC-4F5C-B9F5-6EF11992E438}"/>
          </ac:grpSpMkLst>
        </pc:grpChg>
        <pc:grpChg chg="add mod">
          <ac:chgData name="Liu Wenqi" userId="e72448e5a518e0d1" providerId="LiveId" clId="{202461E2-BFA0-42EB-B3DC-8ABDADEC109A}" dt="2020-04-17T16:30:41.962" v="4872" actId="1037"/>
          <ac:grpSpMkLst>
            <pc:docMk/>
            <pc:sldMk cId="900035075" sldId="931"/>
            <ac:grpSpMk id="125" creationId="{4F37F1BF-AEDE-48AC-BC91-0C9F754D449B}"/>
          </ac:grpSpMkLst>
        </pc:grpChg>
        <pc:grpChg chg="add mod">
          <ac:chgData name="Liu Wenqi" userId="e72448e5a518e0d1" providerId="LiveId" clId="{202461E2-BFA0-42EB-B3DC-8ABDADEC109A}" dt="2020-04-17T16:30:41.962" v="4872" actId="1037"/>
          <ac:grpSpMkLst>
            <pc:docMk/>
            <pc:sldMk cId="900035075" sldId="931"/>
            <ac:grpSpMk id="126" creationId="{03CD83F0-E28B-4F86-9F49-DCB9528C2B18}"/>
          </ac:grpSpMkLst>
        </pc:grpChg>
        <pc:graphicFrameChg chg="add del mod modGraphic">
          <ac:chgData name="Liu Wenqi" userId="e72448e5a518e0d1" providerId="LiveId" clId="{202461E2-BFA0-42EB-B3DC-8ABDADEC109A}" dt="2020-04-17T14:59:20.765" v="4278" actId="478"/>
          <ac:graphicFrameMkLst>
            <pc:docMk/>
            <pc:sldMk cId="900035075" sldId="931"/>
            <ac:graphicFrameMk id="86" creationId="{5403FA2E-A565-4A89-BEBC-CC0544DCB05E}"/>
          </ac:graphicFrameMkLst>
        </pc:graphicFrameChg>
        <pc:picChg chg="del">
          <ac:chgData name="Liu Wenqi" userId="e72448e5a518e0d1" providerId="LiveId" clId="{202461E2-BFA0-42EB-B3DC-8ABDADEC109A}" dt="2020-04-15T17:49:13.292" v="390" actId="478"/>
          <ac:picMkLst>
            <pc:docMk/>
            <pc:sldMk cId="900035075" sldId="931"/>
            <ac:picMk id="3" creationId="{506CBD8A-03DA-4C09-9651-2063279CFE78}"/>
          </ac:picMkLst>
        </pc:picChg>
        <pc:picChg chg="del">
          <ac:chgData name="Liu Wenqi" userId="e72448e5a518e0d1" providerId="LiveId" clId="{202461E2-BFA0-42EB-B3DC-8ABDADEC109A}" dt="2020-04-15T17:49:13.292" v="390" actId="478"/>
          <ac:picMkLst>
            <pc:docMk/>
            <pc:sldMk cId="900035075" sldId="931"/>
            <ac:picMk id="10" creationId="{2C4FBEC5-2403-4036-8951-B9BEE4E8D04E}"/>
          </ac:picMkLst>
        </pc:picChg>
        <pc:picChg chg="add del mod">
          <ac:chgData name="Liu Wenqi" userId="e72448e5a518e0d1" providerId="LiveId" clId="{202461E2-BFA0-42EB-B3DC-8ABDADEC109A}" dt="2020-04-17T11:21:44.039" v="2697" actId="478"/>
          <ac:picMkLst>
            <pc:docMk/>
            <pc:sldMk cId="900035075" sldId="931"/>
            <ac:picMk id="34" creationId="{4C5BEC90-4408-4541-BC5C-CE792FE83CFF}"/>
          </ac:picMkLst>
        </pc:picChg>
        <pc:picChg chg="mod topLvl">
          <ac:chgData name="Liu Wenqi" userId="e72448e5a518e0d1" providerId="LiveId" clId="{202461E2-BFA0-42EB-B3DC-8ABDADEC109A}" dt="2020-04-17T13:09:16.473" v="3028" actId="1035"/>
          <ac:picMkLst>
            <pc:docMk/>
            <pc:sldMk cId="900035075" sldId="931"/>
            <ac:picMk id="41" creationId="{8CCA7514-F275-420B-AE79-B4777B63419F}"/>
          </ac:picMkLst>
        </pc:picChg>
        <pc:picChg chg="mod topLvl">
          <ac:chgData name="Liu Wenqi" userId="e72448e5a518e0d1" providerId="LiveId" clId="{202461E2-BFA0-42EB-B3DC-8ABDADEC109A}" dt="2020-04-17T11:39:38.864" v="2967" actId="164"/>
          <ac:picMkLst>
            <pc:docMk/>
            <pc:sldMk cId="900035075" sldId="931"/>
            <ac:picMk id="44" creationId="{5AE12FED-DCCF-4776-80A3-B6BB4B47B85C}"/>
          </ac:picMkLst>
        </pc:picChg>
        <pc:picChg chg="add mod ord modCrop">
          <ac:chgData name="Liu Wenqi" userId="e72448e5a518e0d1" providerId="LiveId" clId="{202461E2-BFA0-42EB-B3DC-8ABDADEC109A}" dt="2020-04-17T14:19:40.538" v="3764" actId="164"/>
          <ac:picMkLst>
            <pc:docMk/>
            <pc:sldMk cId="900035075" sldId="931"/>
            <ac:picMk id="50" creationId="{AB5054B8-BD84-4E29-A020-053A4F29F038}"/>
          </ac:picMkLst>
        </pc:picChg>
        <pc:picChg chg="add mod modCrop">
          <ac:chgData name="Liu Wenqi" userId="e72448e5a518e0d1" providerId="LiveId" clId="{202461E2-BFA0-42EB-B3DC-8ABDADEC109A}" dt="2020-04-17T14:19:40.538" v="3764" actId="164"/>
          <ac:picMkLst>
            <pc:docMk/>
            <pc:sldMk cId="900035075" sldId="931"/>
            <ac:picMk id="51" creationId="{CDE18B42-3145-48EB-AB52-D014DADC5417}"/>
          </ac:picMkLst>
        </pc:picChg>
        <pc:picChg chg="add mod">
          <ac:chgData name="Liu Wenqi" userId="e72448e5a518e0d1" providerId="LiveId" clId="{202461E2-BFA0-42EB-B3DC-8ABDADEC109A}" dt="2020-04-17T14:44:29.198" v="3924" actId="1076"/>
          <ac:picMkLst>
            <pc:docMk/>
            <pc:sldMk cId="900035075" sldId="931"/>
            <ac:picMk id="64" creationId="{5AB53878-A992-4680-B673-AB3C49A27E6D}"/>
          </ac:picMkLst>
        </pc:picChg>
        <pc:picChg chg="add mod ord modCrop">
          <ac:chgData name="Liu Wenqi" userId="e72448e5a518e0d1" providerId="LiveId" clId="{202461E2-BFA0-42EB-B3DC-8ABDADEC109A}" dt="2020-04-17T14:48:42.775" v="4103" actId="164"/>
          <ac:picMkLst>
            <pc:docMk/>
            <pc:sldMk cId="900035075" sldId="931"/>
            <ac:picMk id="74" creationId="{E1AE3DFE-43BD-418D-81C9-EA1B96D111BC}"/>
          </ac:picMkLst>
        </pc:picChg>
        <pc:picChg chg="add mod modCrop">
          <ac:chgData name="Liu Wenqi" userId="e72448e5a518e0d1" providerId="LiveId" clId="{202461E2-BFA0-42EB-B3DC-8ABDADEC109A}" dt="2020-04-17T14:48:42.775" v="4103" actId="164"/>
          <ac:picMkLst>
            <pc:docMk/>
            <pc:sldMk cId="900035075" sldId="931"/>
            <ac:picMk id="75" creationId="{82DE74E6-EC42-42F5-A0AD-82400314A779}"/>
          </ac:picMkLst>
        </pc:picChg>
        <pc:picChg chg="add del">
          <ac:chgData name="Liu Wenqi" userId="e72448e5a518e0d1" providerId="LiveId" clId="{202461E2-BFA0-42EB-B3DC-8ABDADEC109A}" dt="2020-04-17T14:39:32.316" v="3824" actId="478"/>
          <ac:picMkLst>
            <pc:docMk/>
            <pc:sldMk cId="900035075" sldId="931"/>
            <ac:picMk id="76" creationId="{C770B394-0E26-4CEC-BE45-9F9F61938C0C}"/>
          </ac:picMkLst>
        </pc:picChg>
        <pc:picChg chg="add mod">
          <ac:chgData name="Liu Wenqi" userId="e72448e5a518e0d1" providerId="LiveId" clId="{202461E2-BFA0-42EB-B3DC-8ABDADEC109A}" dt="2020-04-17T14:48:42.775" v="4103" actId="164"/>
          <ac:picMkLst>
            <pc:docMk/>
            <pc:sldMk cId="900035075" sldId="931"/>
            <ac:picMk id="77" creationId="{8BA7B4B6-DB58-4D1D-A46B-FC15E3E9A1FF}"/>
          </ac:picMkLst>
        </pc:picChg>
        <pc:picChg chg="add mod modCrop">
          <ac:chgData name="Liu Wenqi" userId="e72448e5a518e0d1" providerId="LiveId" clId="{202461E2-BFA0-42EB-B3DC-8ABDADEC109A}" dt="2020-04-17T14:48:47.898" v="4104" actId="164"/>
          <ac:picMkLst>
            <pc:docMk/>
            <pc:sldMk cId="900035075" sldId="931"/>
            <ac:picMk id="78" creationId="{7DFBCF38-F233-4504-87B6-F60B7CDD0769}"/>
          </ac:picMkLst>
        </pc:picChg>
        <pc:picChg chg="add mod">
          <ac:chgData name="Liu Wenqi" userId="e72448e5a518e0d1" providerId="LiveId" clId="{202461E2-BFA0-42EB-B3DC-8ABDADEC109A}" dt="2020-04-17T14:20:37.375" v="3779" actId="164"/>
          <ac:picMkLst>
            <pc:docMk/>
            <pc:sldMk cId="900035075" sldId="931"/>
            <ac:picMk id="3074" creationId="{04799B27-E1EE-49C1-9591-2E354F47B07D}"/>
          </ac:picMkLst>
        </pc:picChg>
        <pc:cxnChg chg="add del mod">
          <ac:chgData name="Liu Wenqi" userId="e72448e5a518e0d1" providerId="LiveId" clId="{202461E2-BFA0-42EB-B3DC-8ABDADEC109A}" dt="2020-04-17T11:24:08.965" v="2721" actId="478"/>
          <ac:cxnSpMkLst>
            <pc:docMk/>
            <pc:sldMk cId="900035075" sldId="931"/>
            <ac:cxnSpMk id="7" creationId="{941E689B-AA5A-4F7C-A70B-A20B6F74D586}"/>
          </ac:cxnSpMkLst>
        </pc:cxnChg>
        <pc:cxnChg chg="add del mod">
          <ac:chgData name="Liu Wenqi" userId="e72448e5a518e0d1" providerId="LiveId" clId="{202461E2-BFA0-42EB-B3DC-8ABDADEC109A}" dt="2020-04-17T11:21:25.189" v="2693" actId="478"/>
          <ac:cxnSpMkLst>
            <pc:docMk/>
            <pc:sldMk cId="900035075" sldId="931"/>
            <ac:cxnSpMk id="27" creationId="{132AE0E5-43F7-4416-A2B8-D350805B804D}"/>
          </ac:cxnSpMkLst>
        </pc:cxnChg>
        <pc:cxnChg chg="add del mod">
          <ac:chgData name="Liu Wenqi" userId="e72448e5a518e0d1" providerId="LiveId" clId="{202461E2-BFA0-42EB-B3DC-8ABDADEC109A}" dt="2020-04-17T11:21:25.189" v="2693" actId="478"/>
          <ac:cxnSpMkLst>
            <pc:docMk/>
            <pc:sldMk cId="900035075" sldId="931"/>
            <ac:cxnSpMk id="28" creationId="{D965F11F-EE43-44BD-A32A-807CA2574BF2}"/>
          </ac:cxnSpMkLst>
        </pc:cxnChg>
        <pc:cxnChg chg="add del mod">
          <ac:chgData name="Liu Wenqi" userId="e72448e5a518e0d1" providerId="LiveId" clId="{202461E2-BFA0-42EB-B3DC-8ABDADEC109A}" dt="2020-04-17T11:21:44.039" v="2697" actId="478"/>
          <ac:cxnSpMkLst>
            <pc:docMk/>
            <pc:sldMk cId="900035075" sldId="931"/>
            <ac:cxnSpMk id="29" creationId="{FB5E356D-7CFE-461B-A68F-3523503914AC}"/>
          </ac:cxnSpMkLst>
        </pc:cxnChg>
        <pc:cxnChg chg="add del mod">
          <ac:chgData name="Liu Wenqi" userId="e72448e5a518e0d1" providerId="LiveId" clId="{202461E2-BFA0-42EB-B3DC-8ABDADEC109A}" dt="2020-04-17T11:23:19.538" v="2714" actId="478"/>
          <ac:cxnSpMkLst>
            <pc:docMk/>
            <pc:sldMk cId="900035075" sldId="931"/>
            <ac:cxnSpMk id="30" creationId="{A01A1A0D-46E1-4C8A-9EAC-7AD306FD19B2}"/>
          </ac:cxnSpMkLst>
        </pc:cxnChg>
        <pc:cxnChg chg="add del mod">
          <ac:chgData name="Liu Wenqi" userId="e72448e5a518e0d1" providerId="LiveId" clId="{202461E2-BFA0-42EB-B3DC-8ABDADEC109A}" dt="2020-04-17T11:21:44.039" v="2697" actId="478"/>
          <ac:cxnSpMkLst>
            <pc:docMk/>
            <pc:sldMk cId="900035075" sldId="931"/>
            <ac:cxnSpMk id="35" creationId="{274DE27C-C5F6-415A-A603-6BAF6E23A873}"/>
          </ac:cxnSpMkLst>
        </pc:cxnChg>
        <pc:cxnChg chg="add del mod">
          <ac:chgData name="Liu Wenqi" userId="e72448e5a518e0d1" providerId="LiveId" clId="{202461E2-BFA0-42EB-B3DC-8ABDADEC109A}" dt="2020-04-17T11:22:07.216" v="2702" actId="478"/>
          <ac:cxnSpMkLst>
            <pc:docMk/>
            <pc:sldMk cId="900035075" sldId="931"/>
            <ac:cxnSpMk id="36" creationId="{CB335768-43BF-428C-BFE5-081AC6CCDF90}"/>
          </ac:cxnSpMkLst>
        </pc:cxnChg>
        <pc:cxnChg chg="add del mod">
          <ac:chgData name="Liu Wenqi" userId="e72448e5a518e0d1" providerId="LiveId" clId="{202461E2-BFA0-42EB-B3DC-8ABDADEC109A}" dt="2020-04-17T11:21:25.189" v="2693" actId="478"/>
          <ac:cxnSpMkLst>
            <pc:docMk/>
            <pc:sldMk cId="900035075" sldId="931"/>
            <ac:cxnSpMk id="37" creationId="{3BF82999-5B3C-4420-B666-A3D3BF4588EE}"/>
          </ac:cxnSpMkLst>
        </pc:cxnChg>
        <pc:cxnChg chg="add del mod">
          <ac:chgData name="Liu Wenqi" userId="e72448e5a518e0d1" providerId="LiveId" clId="{202461E2-BFA0-42EB-B3DC-8ABDADEC109A}" dt="2020-04-17T11:21:25.189" v="2693" actId="478"/>
          <ac:cxnSpMkLst>
            <pc:docMk/>
            <pc:sldMk cId="900035075" sldId="931"/>
            <ac:cxnSpMk id="38" creationId="{794BB436-0204-4110-B5F0-C9C291A3DF96}"/>
          </ac:cxnSpMkLst>
        </pc:cxnChg>
        <pc:cxnChg chg="add mod">
          <ac:chgData name="Liu Wenqi" userId="e72448e5a518e0d1" providerId="LiveId" clId="{202461E2-BFA0-42EB-B3DC-8ABDADEC109A}" dt="2020-04-17T14:19:40.538" v="3764" actId="164"/>
          <ac:cxnSpMkLst>
            <pc:docMk/>
            <pc:sldMk cId="900035075" sldId="931"/>
            <ac:cxnSpMk id="48" creationId="{BC29976F-1068-4A5D-ACCD-9BB359724631}"/>
          </ac:cxnSpMkLst>
        </pc:cxnChg>
        <pc:cxnChg chg="add mod">
          <ac:chgData name="Liu Wenqi" userId="e72448e5a518e0d1" providerId="LiveId" clId="{202461E2-BFA0-42EB-B3DC-8ABDADEC109A}" dt="2020-04-17T15:27:24.927" v="4741" actId="164"/>
          <ac:cxnSpMkLst>
            <pc:docMk/>
            <pc:sldMk cId="900035075" sldId="931"/>
            <ac:cxnSpMk id="104" creationId="{D55E8AD1-78B0-45FF-91BD-057F9F0B55DC}"/>
          </ac:cxnSpMkLst>
        </pc:cxnChg>
        <pc:cxnChg chg="add mod">
          <ac:chgData name="Liu Wenqi" userId="e72448e5a518e0d1" providerId="LiveId" clId="{202461E2-BFA0-42EB-B3DC-8ABDADEC109A}" dt="2020-04-17T15:27:19.108" v="4740" actId="164"/>
          <ac:cxnSpMkLst>
            <pc:docMk/>
            <pc:sldMk cId="900035075" sldId="931"/>
            <ac:cxnSpMk id="113" creationId="{B8E27174-C065-462F-A14D-993D6B9A7260}"/>
          </ac:cxnSpMkLst>
        </pc:cxnChg>
      </pc:sldChg>
      <pc:sldChg chg="addSp delSp modSp add del delAnim modAnim">
        <pc:chgData name="Liu Wenqi" userId="e72448e5a518e0d1" providerId="LiveId" clId="{202461E2-BFA0-42EB-B3DC-8ABDADEC109A}" dt="2020-04-16T14:33:05.044" v="1378" actId="2696"/>
        <pc:sldMkLst>
          <pc:docMk/>
          <pc:sldMk cId="3733520546" sldId="932"/>
        </pc:sldMkLst>
        <pc:spChg chg="mod">
          <ac:chgData name="Liu Wenqi" userId="e72448e5a518e0d1" providerId="LiveId" clId="{202461E2-BFA0-42EB-B3DC-8ABDADEC109A}" dt="2020-04-16T14:07:16.918" v="1231" actId="6549"/>
          <ac:spMkLst>
            <pc:docMk/>
            <pc:sldMk cId="3733520546" sldId="932"/>
            <ac:spMk id="2" creationId="{38E56D15-143D-4F8F-9874-3FFD528C2E97}"/>
          </ac:spMkLst>
        </pc:spChg>
        <pc:spChg chg="del">
          <ac:chgData name="Liu Wenqi" userId="e72448e5a518e0d1" providerId="LiveId" clId="{202461E2-BFA0-42EB-B3DC-8ABDADEC109A}" dt="2020-04-15T18:19:55.847" v="606" actId="478"/>
          <ac:spMkLst>
            <pc:docMk/>
            <pc:sldMk cId="3733520546" sldId="932"/>
            <ac:spMk id="5" creationId="{C0CE90B4-EAC8-4C58-87DD-D3EA67130602}"/>
          </ac:spMkLst>
        </pc:spChg>
        <pc:spChg chg="del">
          <ac:chgData name="Liu Wenqi" userId="e72448e5a518e0d1" providerId="LiveId" clId="{202461E2-BFA0-42EB-B3DC-8ABDADEC109A}" dt="2020-04-15T18:19:55.847" v="606" actId="478"/>
          <ac:spMkLst>
            <pc:docMk/>
            <pc:sldMk cId="3733520546" sldId="932"/>
            <ac:spMk id="6" creationId="{CB91EEE7-CCD9-4E7E-A3DE-E42BDF4CE350}"/>
          </ac:spMkLst>
        </pc:spChg>
        <pc:spChg chg="mod">
          <ac:chgData name="Liu Wenqi" userId="e72448e5a518e0d1" providerId="LiveId" clId="{202461E2-BFA0-42EB-B3DC-8ABDADEC109A}" dt="2020-04-16T14:08:12.621" v="1254" actId="255"/>
          <ac:spMkLst>
            <pc:docMk/>
            <pc:sldMk cId="3733520546" sldId="932"/>
            <ac:spMk id="45" creationId="{1723EF0C-B811-412E-9158-676EB0F86C55}"/>
          </ac:spMkLst>
        </pc:spChg>
        <pc:spChg chg="mod">
          <ac:chgData name="Liu Wenqi" userId="e72448e5a518e0d1" providerId="LiveId" clId="{202461E2-BFA0-42EB-B3DC-8ABDADEC109A}" dt="2020-04-16T14:08:12.621" v="1254" actId="255"/>
          <ac:spMkLst>
            <pc:docMk/>
            <pc:sldMk cId="3733520546" sldId="932"/>
            <ac:spMk id="46" creationId="{B0AB6E2E-6DA7-46E9-8881-4DF744348F1E}"/>
          </ac:spMkLst>
        </pc:spChg>
        <pc:spChg chg="mod">
          <ac:chgData name="Liu Wenqi" userId="e72448e5a518e0d1" providerId="LiveId" clId="{202461E2-BFA0-42EB-B3DC-8ABDADEC109A}" dt="2020-04-16T14:08:12.621" v="1254" actId="255"/>
          <ac:spMkLst>
            <pc:docMk/>
            <pc:sldMk cId="3733520546" sldId="932"/>
            <ac:spMk id="47" creationId="{251B3A11-1C0E-4A7C-9D56-F86AE09A2A1E}"/>
          </ac:spMkLst>
        </pc:spChg>
        <pc:grpChg chg="mod">
          <ac:chgData name="Liu Wenqi" userId="e72448e5a518e0d1" providerId="LiveId" clId="{202461E2-BFA0-42EB-B3DC-8ABDADEC109A}" dt="2020-04-16T14:08:51.185" v="1259" actId="1076"/>
          <ac:grpSpMkLst>
            <pc:docMk/>
            <pc:sldMk cId="3733520546" sldId="932"/>
            <ac:grpSpMk id="11" creationId="{36FC72BA-6DAB-491D-8CE0-893D05EF19C8}"/>
          </ac:grpSpMkLst>
        </pc:grpChg>
        <pc:grpChg chg="mod">
          <ac:chgData name="Liu Wenqi" userId="e72448e5a518e0d1" providerId="LiveId" clId="{202461E2-BFA0-42EB-B3DC-8ABDADEC109A}" dt="2020-04-16T14:08:51.185" v="1259" actId="1076"/>
          <ac:grpSpMkLst>
            <pc:docMk/>
            <pc:sldMk cId="3733520546" sldId="932"/>
            <ac:grpSpMk id="16" creationId="{17356322-E28D-4502-A18D-265645DE2FCD}"/>
          </ac:grpSpMkLst>
        </pc:grpChg>
        <pc:grpChg chg="mod">
          <ac:chgData name="Liu Wenqi" userId="e72448e5a518e0d1" providerId="LiveId" clId="{202461E2-BFA0-42EB-B3DC-8ABDADEC109A}" dt="2020-04-16T14:08:51.185" v="1259" actId="1076"/>
          <ac:grpSpMkLst>
            <pc:docMk/>
            <pc:sldMk cId="3733520546" sldId="932"/>
            <ac:grpSpMk id="17" creationId="{7822828C-68BE-4425-84FB-6147553A06A1}"/>
          </ac:grpSpMkLst>
        </pc:grpChg>
        <pc:grpChg chg="mod">
          <ac:chgData name="Liu Wenqi" userId="e72448e5a518e0d1" providerId="LiveId" clId="{202461E2-BFA0-42EB-B3DC-8ABDADEC109A}" dt="2020-04-16T14:08:51.185" v="1259" actId="1076"/>
          <ac:grpSpMkLst>
            <pc:docMk/>
            <pc:sldMk cId="3733520546" sldId="932"/>
            <ac:grpSpMk id="21" creationId="{5803D5B3-D212-47D8-8A86-4E28AB7E4EC6}"/>
          </ac:grpSpMkLst>
        </pc:grpChg>
        <pc:grpChg chg="mod">
          <ac:chgData name="Liu Wenqi" userId="e72448e5a518e0d1" providerId="LiveId" clId="{202461E2-BFA0-42EB-B3DC-8ABDADEC109A}" dt="2020-04-16T14:08:51.185" v="1259" actId="1076"/>
          <ac:grpSpMkLst>
            <pc:docMk/>
            <pc:sldMk cId="3733520546" sldId="932"/>
            <ac:grpSpMk id="23" creationId="{45EA47DA-C0B4-4C80-8385-E923933963FD}"/>
          </ac:grpSpMkLst>
        </pc:grpChg>
        <pc:grpChg chg="mod">
          <ac:chgData name="Liu Wenqi" userId="e72448e5a518e0d1" providerId="LiveId" clId="{202461E2-BFA0-42EB-B3DC-8ABDADEC109A}" dt="2020-04-16T14:08:51.185" v="1259" actId="1076"/>
          <ac:grpSpMkLst>
            <pc:docMk/>
            <pc:sldMk cId="3733520546" sldId="932"/>
            <ac:grpSpMk id="24" creationId="{4167D538-B698-4411-A1EE-C627B55032EE}"/>
          </ac:grpSpMkLst>
        </pc:grpChg>
        <pc:grpChg chg="mod">
          <ac:chgData name="Liu Wenqi" userId="e72448e5a518e0d1" providerId="LiveId" clId="{202461E2-BFA0-42EB-B3DC-8ABDADEC109A}" dt="2020-04-16T14:08:51.185" v="1259" actId="1076"/>
          <ac:grpSpMkLst>
            <pc:docMk/>
            <pc:sldMk cId="3733520546" sldId="932"/>
            <ac:grpSpMk id="29" creationId="{5BECBF6D-69BD-422F-82A5-AC66E9B4A105}"/>
          </ac:grpSpMkLst>
        </pc:grpChg>
        <pc:grpChg chg="mod">
          <ac:chgData name="Liu Wenqi" userId="e72448e5a518e0d1" providerId="LiveId" clId="{202461E2-BFA0-42EB-B3DC-8ABDADEC109A}" dt="2020-04-16T14:08:01.818" v="1242" actId="1076"/>
          <ac:grpSpMkLst>
            <pc:docMk/>
            <pc:sldMk cId="3733520546" sldId="932"/>
            <ac:grpSpMk id="48" creationId="{38B89D86-8853-4872-AEB7-72A4583D2EFD}"/>
          </ac:grpSpMkLst>
        </pc:grpChg>
        <pc:graphicFrameChg chg="mod">
          <ac:chgData name="Liu Wenqi" userId="e72448e5a518e0d1" providerId="LiveId" clId="{202461E2-BFA0-42EB-B3DC-8ABDADEC109A}" dt="2020-04-16T14:08:54.101" v="1260" actId="1076"/>
          <ac:graphicFrameMkLst>
            <pc:docMk/>
            <pc:sldMk cId="3733520546" sldId="932"/>
            <ac:graphicFrameMk id="10" creationId="{BEC66713-A73B-475B-A2D2-CAD017332DEA}"/>
          </ac:graphicFrameMkLst>
        </pc:graphicFrameChg>
        <pc:picChg chg="del">
          <ac:chgData name="Liu Wenqi" userId="e72448e5a518e0d1" providerId="LiveId" clId="{202461E2-BFA0-42EB-B3DC-8ABDADEC109A}" dt="2020-04-15T18:19:55.847" v="606" actId="478"/>
          <ac:picMkLst>
            <pc:docMk/>
            <pc:sldMk cId="3733520546" sldId="932"/>
            <ac:picMk id="7" creationId="{7021253D-28D3-46FA-829D-8CAA4654583F}"/>
          </ac:picMkLst>
        </pc:picChg>
        <pc:picChg chg="mod">
          <ac:chgData name="Liu Wenqi" userId="e72448e5a518e0d1" providerId="LiveId" clId="{202461E2-BFA0-42EB-B3DC-8ABDADEC109A}" dt="2020-04-16T14:08:30.764" v="1257" actId="1076"/>
          <ac:picMkLst>
            <pc:docMk/>
            <pc:sldMk cId="3733520546" sldId="932"/>
            <ac:picMk id="33" creationId="{4BC7DA1D-D8E3-4167-A2F9-7E0F61F4D46E}"/>
          </ac:picMkLst>
        </pc:picChg>
        <pc:picChg chg="mod">
          <ac:chgData name="Liu Wenqi" userId="e72448e5a518e0d1" providerId="LiveId" clId="{202461E2-BFA0-42EB-B3DC-8ABDADEC109A}" dt="2020-04-16T14:08:30.764" v="1257" actId="1076"/>
          <ac:picMkLst>
            <pc:docMk/>
            <pc:sldMk cId="3733520546" sldId="932"/>
            <ac:picMk id="34" creationId="{D31039B5-E3B4-40CB-98F8-80C7CF4E2FB4}"/>
          </ac:picMkLst>
        </pc:picChg>
        <pc:picChg chg="mod">
          <ac:chgData name="Liu Wenqi" userId="e72448e5a518e0d1" providerId="LiveId" clId="{202461E2-BFA0-42EB-B3DC-8ABDADEC109A}" dt="2020-04-16T14:08:06.197" v="1253" actId="1035"/>
          <ac:picMkLst>
            <pc:docMk/>
            <pc:sldMk cId="3733520546" sldId="932"/>
            <ac:picMk id="36" creationId="{784C55A4-1AC8-44CA-80D1-2AF1EEF41484}"/>
          </ac:picMkLst>
        </pc:picChg>
        <pc:picChg chg="add del">
          <ac:chgData name="Liu Wenqi" userId="e72448e5a518e0d1" providerId="LiveId" clId="{202461E2-BFA0-42EB-B3DC-8ABDADEC109A}" dt="2020-04-16T14:06:58.967" v="1228" actId="478"/>
          <ac:picMkLst>
            <pc:docMk/>
            <pc:sldMk cId="3733520546" sldId="932"/>
            <ac:picMk id="39" creationId="{0D6B0515-8331-4F4C-B014-F67009474182}"/>
          </ac:picMkLst>
        </pc:picChg>
        <pc:picChg chg="mod">
          <ac:chgData name="Liu Wenqi" userId="e72448e5a518e0d1" providerId="LiveId" clId="{202461E2-BFA0-42EB-B3DC-8ABDADEC109A}" dt="2020-04-16T14:08:06.197" v="1253" actId="1035"/>
          <ac:picMkLst>
            <pc:docMk/>
            <pc:sldMk cId="3733520546" sldId="932"/>
            <ac:picMk id="40" creationId="{106874DA-983B-4036-9558-9C47D950EECC}"/>
          </ac:picMkLst>
        </pc:picChg>
        <pc:picChg chg="mod">
          <ac:chgData name="Liu Wenqi" userId="e72448e5a518e0d1" providerId="LiveId" clId="{202461E2-BFA0-42EB-B3DC-8ABDADEC109A}" dt="2020-04-16T14:08:06.197" v="1253" actId="1035"/>
          <ac:picMkLst>
            <pc:docMk/>
            <pc:sldMk cId="3733520546" sldId="932"/>
            <ac:picMk id="44" creationId="{11637AB6-1AF9-4993-9BA5-B927EC27CEFC}"/>
          </ac:picMkLst>
        </pc:picChg>
      </pc:sldChg>
      <pc:sldChg chg="modSp add">
        <pc:chgData name="Liu Wenqi" userId="e72448e5a518e0d1" providerId="LiveId" clId="{202461E2-BFA0-42EB-B3DC-8ABDADEC109A}" dt="2020-04-16T16:02:48.769" v="1996"/>
        <pc:sldMkLst>
          <pc:docMk/>
          <pc:sldMk cId="2077388190" sldId="933"/>
        </pc:sldMkLst>
        <pc:spChg chg="mod">
          <ac:chgData name="Liu Wenqi" userId="e72448e5a518e0d1" providerId="LiveId" clId="{202461E2-BFA0-42EB-B3DC-8ABDADEC109A}" dt="2020-04-16T16:02:48.769" v="1996"/>
          <ac:spMkLst>
            <pc:docMk/>
            <pc:sldMk cId="2077388190" sldId="933"/>
            <ac:spMk id="2" creationId="{38E56D15-143D-4F8F-9874-3FFD528C2E97}"/>
          </ac:spMkLst>
        </pc:spChg>
        <pc:spChg chg="mod">
          <ac:chgData name="Liu Wenqi" userId="e72448e5a518e0d1" providerId="LiveId" clId="{202461E2-BFA0-42EB-B3DC-8ABDADEC109A}" dt="2020-04-16T16:02:16.328" v="1993" actId="1076"/>
          <ac:spMkLst>
            <pc:docMk/>
            <pc:sldMk cId="2077388190" sldId="933"/>
            <ac:spMk id="41" creationId="{1D2F4A18-4F66-407E-B414-524DB31649E1}"/>
          </ac:spMkLst>
        </pc:spChg>
        <pc:spChg chg="mod">
          <ac:chgData name="Liu Wenqi" userId="e72448e5a518e0d1" providerId="LiveId" clId="{202461E2-BFA0-42EB-B3DC-8ABDADEC109A}" dt="2020-04-16T16:02:16.328" v="1993" actId="1076"/>
          <ac:spMkLst>
            <pc:docMk/>
            <pc:sldMk cId="2077388190" sldId="933"/>
            <ac:spMk id="42" creationId="{DBD9FF9F-0705-403D-A0E8-0451F2AE126C}"/>
          </ac:spMkLst>
        </pc:spChg>
        <pc:spChg chg="mod">
          <ac:chgData name="Liu Wenqi" userId="e72448e5a518e0d1" providerId="LiveId" clId="{202461E2-BFA0-42EB-B3DC-8ABDADEC109A}" dt="2020-04-16T16:02:16.328" v="1993" actId="1076"/>
          <ac:spMkLst>
            <pc:docMk/>
            <pc:sldMk cId="2077388190" sldId="933"/>
            <ac:spMk id="44" creationId="{E1568498-52C0-4ACC-9095-A237FEFBFA9B}"/>
          </ac:spMkLst>
        </pc:spChg>
        <pc:spChg chg="mod">
          <ac:chgData name="Liu Wenqi" userId="e72448e5a518e0d1" providerId="LiveId" clId="{202461E2-BFA0-42EB-B3DC-8ABDADEC109A}" dt="2020-04-16T16:02:16.328" v="1993" actId="1076"/>
          <ac:spMkLst>
            <pc:docMk/>
            <pc:sldMk cId="2077388190" sldId="933"/>
            <ac:spMk id="45" creationId="{8A26272B-78FA-4BF6-961D-A206B2DD2E87}"/>
          </ac:spMkLst>
        </pc:spChg>
        <pc:spChg chg="mod">
          <ac:chgData name="Liu Wenqi" userId="e72448e5a518e0d1" providerId="LiveId" clId="{202461E2-BFA0-42EB-B3DC-8ABDADEC109A}" dt="2020-04-16T16:02:16.328" v="1993" actId="1076"/>
          <ac:spMkLst>
            <pc:docMk/>
            <pc:sldMk cId="2077388190" sldId="933"/>
            <ac:spMk id="46" creationId="{ACABD7E1-3E89-4D74-8AC9-EED19B489A11}"/>
          </ac:spMkLst>
        </pc:spChg>
        <pc:spChg chg="mod">
          <ac:chgData name="Liu Wenqi" userId="e72448e5a518e0d1" providerId="LiveId" clId="{202461E2-BFA0-42EB-B3DC-8ABDADEC109A}" dt="2020-04-16T16:02:16.328" v="1993" actId="1076"/>
          <ac:spMkLst>
            <pc:docMk/>
            <pc:sldMk cId="2077388190" sldId="933"/>
            <ac:spMk id="47" creationId="{0AE9FB3D-F813-45D1-AEB1-438A33E17F1D}"/>
          </ac:spMkLst>
        </pc:spChg>
        <pc:spChg chg="mod">
          <ac:chgData name="Liu Wenqi" userId="e72448e5a518e0d1" providerId="LiveId" clId="{202461E2-BFA0-42EB-B3DC-8ABDADEC109A}" dt="2020-04-16T16:02:16.328" v="1993" actId="1076"/>
          <ac:spMkLst>
            <pc:docMk/>
            <pc:sldMk cId="2077388190" sldId="933"/>
            <ac:spMk id="48" creationId="{BE35280E-CF44-4889-A8F1-7A01ADC5ED71}"/>
          </ac:spMkLst>
        </pc:spChg>
        <pc:spChg chg="mod">
          <ac:chgData name="Liu Wenqi" userId="e72448e5a518e0d1" providerId="LiveId" clId="{202461E2-BFA0-42EB-B3DC-8ABDADEC109A}" dt="2020-04-16T16:02:16.328" v="1993" actId="1076"/>
          <ac:spMkLst>
            <pc:docMk/>
            <pc:sldMk cId="2077388190" sldId="933"/>
            <ac:spMk id="50" creationId="{12F0D1AA-51BE-454A-ACA4-4D95C41D8D0A}"/>
          </ac:spMkLst>
        </pc:spChg>
        <pc:spChg chg="mod">
          <ac:chgData name="Liu Wenqi" userId="e72448e5a518e0d1" providerId="LiveId" clId="{202461E2-BFA0-42EB-B3DC-8ABDADEC109A}" dt="2020-04-16T16:02:16.328" v="1993" actId="1076"/>
          <ac:spMkLst>
            <pc:docMk/>
            <pc:sldMk cId="2077388190" sldId="933"/>
            <ac:spMk id="51" creationId="{5467412B-A554-4C02-8847-7FEFFCAFC024}"/>
          </ac:spMkLst>
        </pc:spChg>
        <pc:spChg chg="mod">
          <ac:chgData name="Liu Wenqi" userId="e72448e5a518e0d1" providerId="LiveId" clId="{202461E2-BFA0-42EB-B3DC-8ABDADEC109A}" dt="2020-04-16T16:02:16.328" v="1993" actId="1076"/>
          <ac:spMkLst>
            <pc:docMk/>
            <pc:sldMk cId="2077388190" sldId="933"/>
            <ac:spMk id="62" creationId="{32452704-5498-49A2-9D3C-B37F22E89FA8}"/>
          </ac:spMkLst>
        </pc:spChg>
        <pc:spChg chg="mod">
          <ac:chgData name="Liu Wenqi" userId="e72448e5a518e0d1" providerId="LiveId" clId="{202461E2-BFA0-42EB-B3DC-8ABDADEC109A}" dt="2020-04-16T16:02:16.328" v="1993" actId="1076"/>
          <ac:spMkLst>
            <pc:docMk/>
            <pc:sldMk cId="2077388190" sldId="933"/>
            <ac:spMk id="63" creationId="{AAD4AA5C-A1AE-477D-BCFE-3FC9FBF4061E}"/>
          </ac:spMkLst>
        </pc:spChg>
        <pc:spChg chg="mod">
          <ac:chgData name="Liu Wenqi" userId="e72448e5a518e0d1" providerId="LiveId" clId="{202461E2-BFA0-42EB-B3DC-8ABDADEC109A}" dt="2020-04-16T16:02:16.328" v="1993" actId="1076"/>
          <ac:spMkLst>
            <pc:docMk/>
            <pc:sldMk cId="2077388190" sldId="933"/>
            <ac:spMk id="64" creationId="{7C65655F-E0F0-4BE3-8DBC-76021B41C8E4}"/>
          </ac:spMkLst>
        </pc:spChg>
        <pc:grpChg chg="mod">
          <ac:chgData name="Liu Wenqi" userId="e72448e5a518e0d1" providerId="LiveId" clId="{202461E2-BFA0-42EB-B3DC-8ABDADEC109A}" dt="2020-04-16T16:02:16.328" v="1993" actId="1076"/>
          <ac:grpSpMkLst>
            <pc:docMk/>
            <pc:sldMk cId="2077388190" sldId="933"/>
            <ac:grpSpMk id="52" creationId="{D4B6EA1D-147A-47F3-9313-BA6BE5091D13}"/>
          </ac:grpSpMkLst>
        </pc:grpChg>
        <pc:grpChg chg="mod">
          <ac:chgData name="Liu Wenqi" userId="e72448e5a518e0d1" providerId="LiveId" clId="{202461E2-BFA0-42EB-B3DC-8ABDADEC109A}" dt="2020-04-16T16:02:22.128" v="1994" actId="1076"/>
          <ac:grpSpMkLst>
            <pc:docMk/>
            <pc:sldMk cId="2077388190" sldId="933"/>
            <ac:grpSpMk id="65" creationId="{122BF787-C8DC-454B-8459-72CAB2522286}"/>
          </ac:grpSpMkLst>
        </pc:grpChg>
        <pc:graphicFrameChg chg="mod">
          <ac:chgData name="Liu Wenqi" userId="e72448e5a518e0d1" providerId="LiveId" clId="{202461E2-BFA0-42EB-B3DC-8ABDADEC109A}" dt="2020-04-16T16:02:16.328" v="1993" actId="1076"/>
          <ac:graphicFrameMkLst>
            <pc:docMk/>
            <pc:sldMk cId="2077388190" sldId="933"/>
            <ac:graphicFrameMk id="35" creationId="{3FF8BEF5-18DF-464A-924B-31DAE88A1C43}"/>
          </ac:graphicFrameMkLst>
        </pc:graphicFrameChg>
        <pc:graphicFrameChg chg="mod">
          <ac:chgData name="Liu Wenqi" userId="e72448e5a518e0d1" providerId="LiveId" clId="{202461E2-BFA0-42EB-B3DC-8ABDADEC109A}" dt="2020-04-16T16:02:16.328" v="1993" actId="1076"/>
          <ac:graphicFrameMkLst>
            <pc:docMk/>
            <pc:sldMk cId="2077388190" sldId="933"/>
            <ac:graphicFrameMk id="36" creationId="{D53F766F-B589-4F33-83C3-D7F1F1F3A1AC}"/>
          </ac:graphicFrameMkLst>
        </pc:graphicFrameChg>
        <pc:graphicFrameChg chg="mod">
          <ac:chgData name="Liu Wenqi" userId="e72448e5a518e0d1" providerId="LiveId" clId="{202461E2-BFA0-42EB-B3DC-8ABDADEC109A}" dt="2020-04-16T16:02:16.328" v="1993" actId="1076"/>
          <ac:graphicFrameMkLst>
            <pc:docMk/>
            <pc:sldMk cId="2077388190" sldId="933"/>
            <ac:graphicFrameMk id="37" creationId="{2785AD19-33AE-4630-91D7-56604CF8FD1F}"/>
          </ac:graphicFrameMkLst>
        </pc:graphicFrameChg>
        <pc:graphicFrameChg chg="mod">
          <ac:chgData name="Liu Wenqi" userId="e72448e5a518e0d1" providerId="LiveId" clId="{202461E2-BFA0-42EB-B3DC-8ABDADEC109A}" dt="2020-04-16T16:02:16.328" v="1993" actId="1076"/>
          <ac:graphicFrameMkLst>
            <pc:docMk/>
            <pc:sldMk cId="2077388190" sldId="933"/>
            <ac:graphicFrameMk id="38" creationId="{6AB13F6D-3B33-427A-A0EA-7C0577B67E21}"/>
          </ac:graphicFrameMkLst>
        </pc:graphicFrameChg>
        <pc:graphicFrameChg chg="mod">
          <ac:chgData name="Liu Wenqi" userId="e72448e5a518e0d1" providerId="LiveId" clId="{202461E2-BFA0-42EB-B3DC-8ABDADEC109A}" dt="2020-04-16T16:02:16.328" v="1993" actId="1076"/>
          <ac:graphicFrameMkLst>
            <pc:docMk/>
            <pc:sldMk cId="2077388190" sldId="933"/>
            <ac:graphicFrameMk id="39" creationId="{B2368474-E6F6-4713-AD63-003DAD0F4C44}"/>
          </ac:graphicFrameMkLst>
        </pc:graphicFrameChg>
        <pc:graphicFrameChg chg="mod">
          <ac:chgData name="Liu Wenqi" userId="e72448e5a518e0d1" providerId="LiveId" clId="{202461E2-BFA0-42EB-B3DC-8ABDADEC109A}" dt="2020-04-16T16:02:16.328" v="1993" actId="1076"/>
          <ac:graphicFrameMkLst>
            <pc:docMk/>
            <pc:sldMk cId="2077388190" sldId="933"/>
            <ac:graphicFrameMk id="40" creationId="{338402CD-3F00-4B1F-ACBA-B4F46C004B14}"/>
          </ac:graphicFrameMkLst>
        </pc:graphicFrameChg>
        <pc:picChg chg="mod">
          <ac:chgData name="Liu Wenqi" userId="e72448e5a518e0d1" providerId="LiveId" clId="{202461E2-BFA0-42EB-B3DC-8ABDADEC109A}" dt="2020-04-16T16:02:16.328" v="1993" actId="1076"/>
          <ac:picMkLst>
            <pc:docMk/>
            <pc:sldMk cId="2077388190" sldId="933"/>
            <ac:picMk id="49" creationId="{71E1135E-5934-4F3A-9AA7-5B9E1E06DCB0}"/>
          </ac:picMkLst>
        </pc:picChg>
      </pc:sldChg>
      <pc:sldChg chg="add del">
        <pc:chgData name="Liu Wenqi" userId="e72448e5a518e0d1" providerId="LiveId" clId="{202461E2-BFA0-42EB-B3DC-8ABDADEC109A}" dt="2020-04-16T14:56:30.916" v="1573" actId="2696"/>
        <pc:sldMkLst>
          <pc:docMk/>
          <pc:sldMk cId="2429264590" sldId="934"/>
        </pc:sldMkLst>
      </pc:sldChg>
      <pc:sldChg chg="addSp delSp modSp add modAnim modNotesTx">
        <pc:chgData name="Liu Wenqi" userId="e72448e5a518e0d1" providerId="LiveId" clId="{202461E2-BFA0-42EB-B3DC-8ABDADEC109A}" dt="2020-04-17T19:03:12.638" v="4956" actId="1037"/>
        <pc:sldMkLst>
          <pc:docMk/>
          <pc:sldMk cId="3021281487" sldId="934"/>
        </pc:sldMkLst>
        <pc:spChg chg="mod">
          <ac:chgData name="Liu Wenqi" userId="e72448e5a518e0d1" providerId="LiveId" clId="{202461E2-BFA0-42EB-B3DC-8ABDADEC109A}" dt="2020-04-16T17:02:21.956" v="2647"/>
          <ac:spMkLst>
            <pc:docMk/>
            <pc:sldMk cId="3021281487" sldId="934"/>
            <ac:spMk id="2" creationId="{5E8D4AD0-00B5-4FE4-8B2E-7E10321032E4}"/>
          </ac:spMkLst>
        </pc:spChg>
        <pc:spChg chg="del">
          <ac:chgData name="Liu Wenqi" userId="e72448e5a518e0d1" providerId="LiveId" clId="{202461E2-BFA0-42EB-B3DC-8ABDADEC109A}" dt="2020-04-16T16:30:57.639" v="2303" actId="478"/>
          <ac:spMkLst>
            <pc:docMk/>
            <pc:sldMk cId="3021281487" sldId="934"/>
            <ac:spMk id="20" creationId="{65236620-DDAD-4995-A53D-40F30787FB95}"/>
          </ac:spMkLst>
        </pc:spChg>
        <pc:spChg chg="del">
          <ac:chgData name="Liu Wenqi" userId="e72448e5a518e0d1" providerId="LiveId" clId="{202461E2-BFA0-42EB-B3DC-8ABDADEC109A}" dt="2020-04-16T16:30:57.639" v="2303" actId="478"/>
          <ac:spMkLst>
            <pc:docMk/>
            <pc:sldMk cId="3021281487" sldId="934"/>
            <ac:spMk id="21" creationId="{F8613D40-8935-4E11-9D2A-2DB8E592DA0E}"/>
          </ac:spMkLst>
        </pc:spChg>
        <pc:spChg chg="del">
          <ac:chgData name="Liu Wenqi" userId="e72448e5a518e0d1" providerId="LiveId" clId="{202461E2-BFA0-42EB-B3DC-8ABDADEC109A}" dt="2020-04-16T16:31:02.228" v="2306" actId="478"/>
          <ac:spMkLst>
            <pc:docMk/>
            <pc:sldMk cId="3021281487" sldId="934"/>
            <ac:spMk id="22" creationId="{F68781FF-B9DF-48C9-BC23-FE7DEB79CEAC}"/>
          </ac:spMkLst>
        </pc:spChg>
        <pc:spChg chg="del">
          <ac:chgData name="Liu Wenqi" userId="e72448e5a518e0d1" providerId="LiveId" clId="{202461E2-BFA0-42EB-B3DC-8ABDADEC109A}" dt="2020-04-16T16:31:02.228" v="2306" actId="478"/>
          <ac:spMkLst>
            <pc:docMk/>
            <pc:sldMk cId="3021281487" sldId="934"/>
            <ac:spMk id="23" creationId="{5DB940C5-E516-4334-A4BC-971D83CE752E}"/>
          </ac:spMkLst>
        </pc:spChg>
        <pc:spChg chg="del">
          <ac:chgData name="Liu Wenqi" userId="e72448e5a518e0d1" providerId="LiveId" clId="{202461E2-BFA0-42EB-B3DC-8ABDADEC109A}" dt="2020-04-16T16:30:57.639" v="2303" actId="478"/>
          <ac:spMkLst>
            <pc:docMk/>
            <pc:sldMk cId="3021281487" sldId="934"/>
            <ac:spMk id="24" creationId="{02179393-EDCF-44D0-B103-827198514794}"/>
          </ac:spMkLst>
        </pc:spChg>
        <pc:spChg chg="del">
          <ac:chgData name="Liu Wenqi" userId="e72448e5a518e0d1" providerId="LiveId" clId="{202461E2-BFA0-42EB-B3DC-8ABDADEC109A}" dt="2020-04-16T16:30:57.639" v="2303" actId="478"/>
          <ac:spMkLst>
            <pc:docMk/>
            <pc:sldMk cId="3021281487" sldId="934"/>
            <ac:spMk id="25" creationId="{77128B23-F198-4D08-BDCE-7F342E4B4F5B}"/>
          </ac:spMkLst>
        </pc:spChg>
        <pc:spChg chg="add mod">
          <ac:chgData name="Liu Wenqi" userId="e72448e5a518e0d1" providerId="LiveId" clId="{202461E2-BFA0-42EB-B3DC-8ABDADEC109A}" dt="2020-04-16T16:31:52.914" v="2318" actId="1076"/>
          <ac:spMkLst>
            <pc:docMk/>
            <pc:sldMk cId="3021281487" sldId="934"/>
            <ac:spMk id="29" creationId="{65FF280E-70DD-44CB-B1F0-35FAC5B93207}"/>
          </ac:spMkLst>
        </pc:spChg>
        <pc:spChg chg="add mod">
          <ac:chgData name="Liu Wenqi" userId="e72448e5a518e0d1" providerId="LiveId" clId="{202461E2-BFA0-42EB-B3DC-8ABDADEC109A}" dt="2020-04-17T19:03:12.638" v="4956" actId="1037"/>
          <ac:spMkLst>
            <pc:docMk/>
            <pc:sldMk cId="3021281487" sldId="934"/>
            <ac:spMk id="31" creationId="{00E92CF4-6A05-4FE2-9663-C9D84565D3A4}"/>
          </ac:spMkLst>
        </pc:spChg>
        <pc:picChg chg="del">
          <ac:chgData name="Liu Wenqi" userId="e72448e5a518e0d1" providerId="LiveId" clId="{202461E2-BFA0-42EB-B3DC-8ABDADEC109A}" dt="2020-04-16T16:30:18.222" v="2293" actId="478"/>
          <ac:picMkLst>
            <pc:docMk/>
            <pc:sldMk cId="3021281487" sldId="934"/>
            <ac:picMk id="8" creationId="{5E4F74BC-39D8-447F-9438-C163B1A63A6D}"/>
          </ac:picMkLst>
        </pc:picChg>
        <pc:picChg chg="del">
          <ac:chgData name="Liu Wenqi" userId="e72448e5a518e0d1" providerId="LiveId" clId="{202461E2-BFA0-42EB-B3DC-8ABDADEC109A}" dt="2020-04-16T16:30:18.222" v="2293" actId="478"/>
          <ac:picMkLst>
            <pc:docMk/>
            <pc:sldMk cId="3021281487" sldId="934"/>
            <ac:picMk id="9" creationId="{CDB205DB-FC4B-40FC-9C93-3144A1BC7FEE}"/>
          </ac:picMkLst>
        </pc:picChg>
        <pc:picChg chg="del">
          <ac:chgData name="Liu Wenqi" userId="e72448e5a518e0d1" providerId="LiveId" clId="{202461E2-BFA0-42EB-B3DC-8ABDADEC109A}" dt="2020-04-16T16:30:18.222" v="2293" actId="478"/>
          <ac:picMkLst>
            <pc:docMk/>
            <pc:sldMk cId="3021281487" sldId="934"/>
            <ac:picMk id="11" creationId="{ADD9DE3B-8B1C-4F26-A201-F3392E8F4690}"/>
          </ac:picMkLst>
        </pc:picChg>
        <pc:picChg chg="del">
          <ac:chgData name="Liu Wenqi" userId="e72448e5a518e0d1" providerId="LiveId" clId="{202461E2-BFA0-42EB-B3DC-8ABDADEC109A}" dt="2020-04-16T16:30:18.222" v="2293" actId="478"/>
          <ac:picMkLst>
            <pc:docMk/>
            <pc:sldMk cId="3021281487" sldId="934"/>
            <ac:picMk id="12" creationId="{4A7BF14C-F2F1-43C8-943B-14D710C00C69}"/>
          </ac:picMkLst>
        </pc:picChg>
        <pc:picChg chg="del">
          <ac:chgData name="Liu Wenqi" userId="e72448e5a518e0d1" providerId="LiveId" clId="{202461E2-BFA0-42EB-B3DC-8ABDADEC109A}" dt="2020-04-16T16:30:18.222" v="2293" actId="478"/>
          <ac:picMkLst>
            <pc:docMk/>
            <pc:sldMk cId="3021281487" sldId="934"/>
            <ac:picMk id="13" creationId="{33E29D3D-7062-4FC0-AB64-60981CB71019}"/>
          </ac:picMkLst>
        </pc:picChg>
        <pc:picChg chg="del">
          <ac:chgData name="Liu Wenqi" userId="e72448e5a518e0d1" providerId="LiveId" clId="{202461E2-BFA0-42EB-B3DC-8ABDADEC109A}" dt="2020-04-16T16:30:18.222" v="2293" actId="478"/>
          <ac:picMkLst>
            <pc:docMk/>
            <pc:sldMk cId="3021281487" sldId="934"/>
            <ac:picMk id="17" creationId="{06BAA28E-0E54-4462-B38C-6857191A3C03}"/>
          </ac:picMkLst>
        </pc:picChg>
        <pc:picChg chg="add mod">
          <ac:chgData name="Liu Wenqi" userId="e72448e5a518e0d1" providerId="LiveId" clId="{202461E2-BFA0-42EB-B3DC-8ABDADEC109A}" dt="2020-04-16T16:31:42.090" v="2316" actId="1076"/>
          <ac:picMkLst>
            <pc:docMk/>
            <pc:sldMk cId="3021281487" sldId="934"/>
            <ac:picMk id="26" creationId="{202BC56A-55D1-47E4-946B-AD3696E43F0C}"/>
          </ac:picMkLst>
        </pc:picChg>
        <pc:picChg chg="add mod">
          <ac:chgData name="Liu Wenqi" userId="e72448e5a518e0d1" providerId="LiveId" clId="{202461E2-BFA0-42EB-B3DC-8ABDADEC109A}" dt="2020-04-16T16:31:48.011" v="2317" actId="1076"/>
          <ac:picMkLst>
            <pc:docMk/>
            <pc:sldMk cId="3021281487" sldId="934"/>
            <ac:picMk id="27" creationId="{12D06657-2817-4EAA-A288-40A48D69E8FD}"/>
          </ac:picMkLst>
        </pc:picChg>
        <pc:picChg chg="add mod">
          <ac:chgData name="Liu Wenqi" userId="e72448e5a518e0d1" providerId="LiveId" clId="{202461E2-BFA0-42EB-B3DC-8ABDADEC109A}" dt="2020-04-16T16:31:39.979" v="2315" actId="1076"/>
          <ac:picMkLst>
            <pc:docMk/>
            <pc:sldMk cId="3021281487" sldId="934"/>
            <ac:picMk id="28" creationId="{DB8FFBE7-D0F1-49A7-B7A7-2C6D74249B3D}"/>
          </ac:picMkLst>
        </pc:picChg>
        <pc:picChg chg="add mod">
          <ac:chgData name="Liu Wenqi" userId="e72448e5a518e0d1" providerId="LiveId" clId="{202461E2-BFA0-42EB-B3DC-8ABDADEC109A}" dt="2020-04-17T19:02:54.762" v="4943" actId="1076"/>
          <ac:picMkLst>
            <pc:docMk/>
            <pc:sldMk cId="3021281487" sldId="934"/>
            <ac:picMk id="30" creationId="{41A8F2EF-B9BB-44A1-8CD1-8631E97C36D2}"/>
          </ac:picMkLst>
        </pc:picChg>
      </pc:sldChg>
      <pc:sldChg chg="addSp delSp modSp add modAnim modNotesTx">
        <pc:chgData name="Liu Wenqi" userId="e72448e5a518e0d1" providerId="LiveId" clId="{202461E2-BFA0-42EB-B3DC-8ABDADEC109A}" dt="2020-04-17T19:09:13.976" v="4962" actId="6549"/>
        <pc:sldMkLst>
          <pc:docMk/>
          <pc:sldMk cId="962421306" sldId="935"/>
        </pc:sldMkLst>
        <pc:spChg chg="mod">
          <ac:chgData name="Liu Wenqi" userId="e72448e5a518e0d1" providerId="LiveId" clId="{202461E2-BFA0-42EB-B3DC-8ABDADEC109A}" dt="2020-04-16T17:02:25.840" v="2648"/>
          <ac:spMkLst>
            <pc:docMk/>
            <pc:sldMk cId="962421306" sldId="935"/>
            <ac:spMk id="2" creationId="{5E8D4AD0-00B5-4FE4-8B2E-7E10321032E4}"/>
          </ac:spMkLst>
        </pc:spChg>
        <pc:spChg chg="add mod">
          <ac:chgData name="Liu Wenqi" userId="e72448e5a518e0d1" providerId="LiveId" clId="{202461E2-BFA0-42EB-B3DC-8ABDADEC109A}" dt="2020-04-16T17:06:16.356" v="2682" actId="1036"/>
          <ac:spMkLst>
            <pc:docMk/>
            <pc:sldMk cId="962421306" sldId="935"/>
            <ac:spMk id="16" creationId="{FC604766-00B3-406C-8A4A-5D975E9B495D}"/>
          </ac:spMkLst>
        </pc:spChg>
        <pc:spChg chg="add del mod">
          <ac:chgData name="Liu Wenqi" userId="e72448e5a518e0d1" providerId="LiveId" clId="{202461E2-BFA0-42EB-B3DC-8ABDADEC109A}" dt="2020-04-16T16:35:49.718" v="2356" actId="478"/>
          <ac:spMkLst>
            <pc:docMk/>
            <pc:sldMk cId="962421306" sldId="935"/>
            <ac:spMk id="17" creationId="{6C6A1A36-37F5-44B9-BD02-BD72271C30D1}"/>
          </ac:spMkLst>
        </pc:spChg>
        <pc:spChg chg="add del mod">
          <ac:chgData name="Liu Wenqi" userId="e72448e5a518e0d1" providerId="LiveId" clId="{202461E2-BFA0-42EB-B3DC-8ABDADEC109A}" dt="2020-04-16T16:35:49.718" v="2356" actId="478"/>
          <ac:spMkLst>
            <pc:docMk/>
            <pc:sldMk cId="962421306" sldId="935"/>
            <ac:spMk id="20" creationId="{CC2F1D54-57DD-487E-B6AC-1029A4428ECB}"/>
          </ac:spMkLst>
        </pc:spChg>
        <pc:spChg chg="add del">
          <ac:chgData name="Liu Wenqi" userId="e72448e5a518e0d1" providerId="LiveId" clId="{202461E2-BFA0-42EB-B3DC-8ABDADEC109A}" dt="2020-04-16T16:36:51.453" v="2377" actId="478"/>
          <ac:spMkLst>
            <pc:docMk/>
            <pc:sldMk cId="962421306" sldId="935"/>
            <ac:spMk id="21" creationId="{41B07A50-7774-4467-BBF8-3D3E212BD9CC}"/>
          </ac:spMkLst>
        </pc:spChg>
        <pc:spChg chg="add del">
          <ac:chgData name="Liu Wenqi" userId="e72448e5a518e0d1" providerId="LiveId" clId="{202461E2-BFA0-42EB-B3DC-8ABDADEC109A}" dt="2020-04-16T16:36:51.453" v="2377" actId="478"/>
          <ac:spMkLst>
            <pc:docMk/>
            <pc:sldMk cId="962421306" sldId="935"/>
            <ac:spMk id="22" creationId="{8EEA38A5-EF31-407B-8EDB-4BC0E4493CC3}"/>
          </ac:spMkLst>
        </pc:spChg>
        <pc:spChg chg="add mod">
          <ac:chgData name="Liu Wenqi" userId="e72448e5a518e0d1" providerId="LiveId" clId="{202461E2-BFA0-42EB-B3DC-8ABDADEC109A}" dt="2020-04-17T09:59:37.123" v="2688" actId="14100"/>
          <ac:spMkLst>
            <pc:docMk/>
            <pc:sldMk cId="962421306" sldId="935"/>
            <ac:spMk id="23" creationId="{D362489A-BE42-4AAB-AE38-B7DBD0376D34}"/>
          </ac:spMkLst>
        </pc:spChg>
        <pc:spChg chg="add mod">
          <ac:chgData name="Liu Wenqi" userId="e72448e5a518e0d1" providerId="LiveId" clId="{202461E2-BFA0-42EB-B3DC-8ABDADEC109A}" dt="2020-04-16T17:06:26.750" v="2684" actId="1036"/>
          <ac:spMkLst>
            <pc:docMk/>
            <pc:sldMk cId="962421306" sldId="935"/>
            <ac:spMk id="24" creationId="{8BE02EA9-0E2A-455A-8C8B-0140991862B1}"/>
          </ac:spMkLst>
        </pc:spChg>
        <pc:spChg chg="add mod">
          <ac:chgData name="Liu Wenqi" userId="e72448e5a518e0d1" providerId="LiveId" clId="{202461E2-BFA0-42EB-B3DC-8ABDADEC109A}" dt="2020-04-16T17:06:18.583" v="2683" actId="1036"/>
          <ac:spMkLst>
            <pc:docMk/>
            <pc:sldMk cId="962421306" sldId="935"/>
            <ac:spMk id="25" creationId="{7EA6986C-A723-4A3C-B607-942FE3E3A342}"/>
          </ac:spMkLst>
        </pc:spChg>
        <pc:spChg chg="del">
          <ac:chgData name="Liu Wenqi" userId="e72448e5a518e0d1" providerId="LiveId" clId="{202461E2-BFA0-42EB-B3DC-8ABDADEC109A}" dt="2020-04-16T16:33:11.911" v="2322" actId="478"/>
          <ac:spMkLst>
            <pc:docMk/>
            <pc:sldMk cId="962421306" sldId="935"/>
            <ac:spMk id="29" creationId="{65FF280E-70DD-44CB-B1F0-35FAC5B93207}"/>
          </ac:spMkLst>
        </pc:spChg>
        <pc:spChg chg="add mod">
          <ac:chgData name="Liu Wenqi" userId="e72448e5a518e0d1" providerId="LiveId" clId="{202461E2-BFA0-42EB-B3DC-8ABDADEC109A}" dt="2020-04-16T16:37:18.791" v="2389" actId="1037"/>
          <ac:spMkLst>
            <pc:docMk/>
            <pc:sldMk cId="962421306" sldId="935"/>
            <ac:spMk id="30" creationId="{8E8E3AF0-55EA-4799-BFC8-E9BAB1DA6A64}"/>
          </ac:spMkLst>
        </pc:spChg>
        <pc:spChg chg="add mod">
          <ac:chgData name="Liu Wenqi" userId="e72448e5a518e0d1" providerId="LiveId" clId="{202461E2-BFA0-42EB-B3DC-8ABDADEC109A}" dt="2020-04-16T16:37:01.546" v="2381" actId="14100"/>
          <ac:spMkLst>
            <pc:docMk/>
            <pc:sldMk cId="962421306" sldId="935"/>
            <ac:spMk id="31" creationId="{9A1EC78F-F944-4D63-8A74-615E1929FBF1}"/>
          </ac:spMkLst>
        </pc:spChg>
        <pc:spChg chg="add mod">
          <ac:chgData name="Liu Wenqi" userId="e72448e5a518e0d1" providerId="LiveId" clId="{202461E2-BFA0-42EB-B3DC-8ABDADEC109A}" dt="2020-04-16T16:38:10.083" v="2400" actId="1076"/>
          <ac:spMkLst>
            <pc:docMk/>
            <pc:sldMk cId="962421306" sldId="935"/>
            <ac:spMk id="32" creationId="{62CB25D3-D373-4D5C-858A-E4B9D8908A70}"/>
          </ac:spMkLst>
        </pc:spChg>
        <pc:spChg chg="add mod">
          <ac:chgData name="Liu Wenqi" userId="e72448e5a518e0d1" providerId="LiveId" clId="{202461E2-BFA0-42EB-B3DC-8ABDADEC109A}" dt="2020-04-16T16:38:01.751" v="2398" actId="1076"/>
          <ac:spMkLst>
            <pc:docMk/>
            <pc:sldMk cId="962421306" sldId="935"/>
            <ac:spMk id="33" creationId="{39570362-58C0-4FD7-B2ED-86FBFFD4BCBB}"/>
          </ac:spMkLst>
        </pc:spChg>
        <pc:picChg chg="add mod">
          <ac:chgData name="Liu Wenqi" userId="e72448e5a518e0d1" providerId="LiveId" clId="{202461E2-BFA0-42EB-B3DC-8ABDADEC109A}" dt="2020-04-16T16:35:00.164" v="2344" actId="1036"/>
          <ac:picMkLst>
            <pc:docMk/>
            <pc:sldMk cId="962421306" sldId="935"/>
            <ac:picMk id="10" creationId="{02A7E10D-07A0-4C99-BB46-933DDA861B1A}"/>
          </ac:picMkLst>
        </pc:picChg>
        <pc:picChg chg="add mod">
          <ac:chgData name="Liu Wenqi" userId="e72448e5a518e0d1" providerId="LiveId" clId="{202461E2-BFA0-42EB-B3DC-8ABDADEC109A}" dt="2020-04-16T16:34:52.637" v="2341" actId="1035"/>
          <ac:picMkLst>
            <pc:docMk/>
            <pc:sldMk cId="962421306" sldId="935"/>
            <ac:picMk id="11" creationId="{FE33544E-8F61-4D1C-AC72-751FBA528756}"/>
          </ac:picMkLst>
        </pc:picChg>
        <pc:picChg chg="add mod">
          <ac:chgData name="Liu Wenqi" userId="e72448e5a518e0d1" providerId="LiveId" clId="{202461E2-BFA0-42EB-B3DC-8ABDADEC109A}" dt="2020-04-16T16:34:52.637" v="2341" actId="1035"/>
          <ac:picMkLst>
            <pc:docMk/>
            <pc:sldMk cId="962421306" sldId="935"/>
            <ac:picMk id="12" creationId="{FC8EAB79-F72F-40B0-A3D4-0F2279EF03A8}"/>
          </ac:picMkLst>
        </pc:picChg>
        <pc:picChg chg="add mod">
          <ac:chgData name="Liu Wenqi" userId="e72448e5a518e0d1" providerId="LiveId" clId="{202461E2-BFA0-42EB-B3DC-8ABDADEC109A}" dt="2020-04-16T16:35:00.164" v="2344" actId="1036"/>
          <ac:picMkLst>
            <pc:docMk/>
            <pc:sldMk cId="962421306" sldId="935"/>
            <ac:picMk id="13" creationId="{9528129B-6FD9-43B4-A546-F4BDF4DB9B8E}"/>
          </ac:picMkLst>
        </pc:picChg>
        <pc:picChg chg="add mod">
          <ac:chgData name="Liu Wenqi" userId="e72448e5a518e0d1" providerId="LiveId" clId="{202461E2-BFA0-42EB-B3DC-8ABDADEC109A}" dt="2020-04-16T16:35:00.164" v="2344" actId="1036"/>
          <ac:picMkLst>
            <pc:docMk/>
            <pc:sldMk cId="962421306" sldId="935"/>
            <ac:picMk id="14" creationId="{22ADC4A4-A560-46C7-8A81-D3EFC425F708}"/>
          </ac:picMkLst>
        </pc:picChg>
        <pc:picChg chg="add mod">
          <ac:chgData name="Liu Wenqi" userId="e72448e5a518e0d1" providerId="LiveId" clId="{202461E2-BFA0-42EB-B3DC-8ABDADEC109A}" dt="2020-04-16T16:34:52.637" v="2341" actId="1035"/>
          <ac:picMkLst>
            <pc:docMk/>
            <pc:sldMk cId="962421306" sldId="935"/>
            <ac:picMk id="15" creationId="{E6399EB3-E3AB-4AED-A593-C61710AB7D2A}"/>
          </ac:picMkLst>
        </pc:picChg>
        <pc:picChg chg="del">
          <ac:chgData name="Liu Wenqi" userId="e72448e5a518e0d1" providerId="LiveId" clId="{202461E2-BFA0-42EB-B3DC-8ABDADEC109A}" dt="2020-04-16T16:33:09.341" v="2321" actId="478"/>
          <ac:picMkLst>
            <pc:docMk/>
            <pc:sldMk cId="962421306" sldId="935"/>
            <ac:picMk id="26" creationId="{202BC56A-55D1-47E4-946B-AD3696E43F0C}"/>
          </ac:picMkLst>
        </pc:picChg>
        <pc:picChg chg="del">
          <ac:chgData name="Liu Wenqi" userId="e72448e5a518e0d1" providerId="LiveId" clId="{202461E2-BFA0-42EB-B3DC-8ABDADEC109A}" dt="2020-04-16T16:33:09.341" v="2321" actId="478"/>
          <ac:picMkLst>
            <pc:docMk/>
            <pc:sldMk cId="962421306" sldId="935"/>
            <ac:picMk id="27" creationId="{12D06657-2817-4EAA-A288-40A48D69E8FD}"/>
          </ac:picMkLst>
        </pc:picChg>
        <pc:picChg chg="del">
          <ac:chgData name="Liu Wenqi" userId="e72448e5a518e0d1" providerId="LiveId" clId="{202461E2-BFA0-42EB-B3DC-8ABDADEC109A}" dt="2020-04-16T16:33:09.341" v="2321" actId="478"/>
          <ac:picMkLst>
            <pc:docMk/>
            <pc:sldMk cId="962421306" sldId="935"/>
            <ac:picMk id="28" creationId="{DB8FFBE7-D0F1-49A7-B7A7-2C6D74249B3D}"/>
          </ac:picMkLst>
        </pc:picChg>
      </pc:sldChg>
      <pc:sldChg chg="add del">
        <pc:chgData name="Liu Wenqi" userId="e72448e5a518e0d1" providerId="LiveId" clId="{202461E2-BFA0-42EB-B3DC-8ABDADEC109A}" dt="2020-04-16T14:49:23.574" v="1496"/>
        <pc:sldMkLst>
          <pc:docMk/>
          <pc:sldMk cId="1562074507" sldId="935"/>
        </pc:sldMkLst>
      </pc:sldChg>
      <pc:sldChg chg="add del">
        <pc:chgData name="Liu Wenqi" userId="e72448e5a518e0d1" providerId="LiveId" clId="{202461E2-BFA0-42EB-B3DC-8ABDADEC109A}" dt="2020-04-17T18:54:45.875" v="4936" actId="2696"/>
        <pc:sldMkLst>
          <pc:docMk/>
          <pc:sldMk cId="1193212285" sldId="936"/>
        </pc:sldMkLst>
      </pc:sldChg>
      <pc:sldChg chg="add del">
        <pc:chgData name="Liu Wenqi" userId="e72448e5a518e0d1" providerId="LiveId" clId="{202461E2-BFA0-42EB-B3DC-8ABDADEC109A}" dt="2020-04-17T15:26:17.221" v="4735" actId="2696"/>
        <pc:sldMkLst>
          <pc:docMk/>
          <pc:sldMk cId="1367767114" sldId="936"/>
        </pc:sldMkLst>
      </pc:sldChg>
      <pc:sldChg chg="add">
        <pc:chgData name="Liu Wenqi" userId="e72448e5a518e0d1" providerId="LiveId" clId="{202461E2-BFA0-42EB-B3DC-8ABDADEC109A}" dt="2020-04-17T18:54:51.028" v="4938"/>
        <pc:sldMkLst>
          <pc:docMk/>
          <pc:sldMk cId="2477101903" sldId="936"/>
        </pc:sldMkLst>
      </pc:sldChg>
      <pc:sldChg chg="add del">
        <pc:chgData name="Liu Wenqi" userId="e72448e5a518e0d1" providerId="LiveId" clId="{202461E2-BFA0-42EB-B3DC-8ABDADEC109A}" dt="2020-04-16T16:37:51.219" v="2395"/>
        <pc:sldMkLst>
          <pc:docMk/>
          <pc:sldMk cId="3431690149" sldId="936"/>
        </pc:sldMkLst>
      </pc:sldChg>
      <pc:sldChg chg="add del">
        <pc:chgData name="Liu Wenqi" userId="e72448e5a518e0d1" providerId="LiveId" clId="{202461E2-BFA0-42EB-B3DC-8ABDADEC109A}" dt="2020-04-17T18:54:45.936" v="4937" actId="2696"/>
        <pc:sldMkLst>
          <pc:docMk/>
          <pc:sldMk cId="32514673" sldId="937"/>
        </pc:sldMkLst>
      </pc:sldChg>
      <pc:sldChg chg="add">
        <pc:chgData name="Liu Wenqi" userId="e72448e5a518e0d1" providerId="LiveId" clId="{202461E2-BFA0-42EB-B3DC-8ABDADEC109A}" dt="2020-04-17T18:54:51.028" v="4938"/>
        <pc:sldMkLst>
          <pc:docMk/>
          <pc:sldMk cId="3692969971" sldId="937"/>
        </pc:sldMkLst>
      </pc:sldChg>
      <pc:sldChg chg="del">
        <pc:chgData name="Liu Wenqi" userId="e72448e5a518e0d1" providerId="LiveId" clId="{202461E2-BFA0-42EB-B3DC-8ABDADEC109A}" dt="2020-04-15T17:36:31.538" v="93" actId="2696"/>
        <pc:sldMkLst>
          <pc:docMk/>
          <pc:sldMk cId="3795594082" sldId="937"/>
        </pc:sldMkLst>
      </pc:sldChg>
      <pc:sldChg chg="add del">
        <pc:chgData name="Liu Wenqi" userId="e72448e5a518e0d1" providerId="LiveId" clId="{202461E2-BFA0-42EB-B3DC-8ABDADEC109A}" dt="2020-04-17T18:53:58.179" v="4927"/>
        <pc:sldMkLst>
          <pc:docMk/>
          <pc:sldMk cId="2164948526" sldId="938"/>
        </pc:sldMkLst>
      </pc:sldChg>
      <pc:sldChg chg="add del">
        <pc:chgData name="Liu Wenqi" userId="e72448e5a518e0d1" providerId="LiveId" clId="{202461E2-BFA0-42EB-B3DC-8ABDADEC109A}" dt="2020-04-17T18:53:58.179" v="4927"/>
        <pc:sldMkLst>
          <pc:docMk/>
          <pc:sldMk cId="131116436" sldId="939"/>
        </pc:sldMkLst>
      </pc:sldChg>
      <pc:sldMasterChg chg="modSp">
        <pc:chgData name="Liu Wenqi" userId="e72448e5a518e0d1" providerId="LiveId" clId="{202461E2-BFA0-42EB-B3DC-8ABDADEC109A}" dt="2020-04-15T17:15:37.420" v="40"/>
        <pc:sldMasterMkLst>
          <pc:docMk/>
          <pc:sldMasterMk cId="3038685260" sldId="2147483811"/>
        </pc:sldMasterMkLst>
        <pc:spChg chg="mod">
          <ac:chgData name="Liu Wenqi" userId="e72448e5a518e0d1" providerId="LiveId" clId="{202461E2-BFA0-42EB-B3DC-8ABDADEC109A}" dt="2020-04-15T17:15:37.420" v="40"/>
          <ac:spMkLst>
            <pc:docMk/>
            <pc:sldMasterMk cId="3038685260" sldId="2147483811"/>
            <ac:spMk id="15" creationId="{00000000-0000-0000-0000-000000000000}"/>
          </ac:spMkLst>
        </pc:spChg>
        <pc:spChg chg="mod">
          <ac:chgData name="Liu Wenqi" userId="e72448e5a518e0d1" providerId="LiveId" clId="{202461E2-BFA0-42EB-B3DC-8ABDADEC109A}" dt="2020-04-15T17:15:23.098" v="37" actId="20577"/>
          <ac:spMkLst>
            <pc:docMk/>
            <pc:sldMasterMk cId="3038685260" sldId="2147483811"/>
            <ac:spMk id="18" creationId="{00000000-0000-0000-0000-000000000000}"/>
          </ac:spMkLst>
        </pc:spChg>
      </pc:sldMasterChg>
    </pc:docChg>
  </pc:docChgLst>
  <pc:docChgLst>
    <pc:chgData name="y 姚" userId="5374489df7b6303e" providerId="Windows Live" clId="Web-{7F446EEA-D819-4EC7-897A-63B3E96CC7FA}"/>
    <pc:docChg chg="modSld">
      <pc:chgData name="y 姚" userId="5374489df7b6303e" providerId="Windows Live" clId="Web-{7F446EEA-D819-4EC7-897A-63B3E96CC7FA}" dt="2019-06-24T15:27:21.054" v="3" actId="1076"/>
      <pc:docMkLst>
        <pc:docMk/>
      </pc:docMkLst>
      <pc:sldChg chg="modSp">
        <pc:chgData name="y 姚" userId="5374489df7b6303e" providerId="Windows Live" clId="Web-{7F446EEA-D819-4EC7-897A-63B3E96CC7FA}" dt="2019-06-24T15:27:21.054" v="3" actId="1076"/>
        <pc:sldMkLst>
          <pc:docMk/>
          <pc:sldMk cId="2609451905" sldId="890"/>
        </pc:sldMkLst>
        <pc:grpChg chg="mod">
          <ac:chgData name="y 姚" userId="5374489df7b6303e" providerId="Windows Live" clId="Web-{7F446EEA-D819-4EC7-897A-63B3E96CC7FA}" dt="2019-06-24T15:27:21.054" v="3" actId="1076"/>
          <ac:grpSpMkLst>
            <pc:docMk/>
            <pc:sldMk cId="2609451905" sldId="890"/>
            <ac:grpSpMk id="5" creationId="{00000000-0000-0000-0000-000000000000}"/>
          </ac:grpSpMkLst>
        </pc:grpChg>
      </pc:sldChg>
    </pc:docChg>
  </pc:docChgLst>
  <pc:docChgLst>
    <pc:chgData name="Nguyen Binh" userId="S::binh.nguyen@aalto.fi::acf7f2a7-1119-454a-99ee-b7b1d8425230" providerId="AD" clId="Web-{4089D6EF-A488-4570-8CFD-ACB53459BAEC}"/>
    <pc:docChg chg="modSld">
      <pc:chgData name="Nguyen Binh" userId="S::binh.nguyen@aalto.fi::acf7f2a7-1119-454a-99ee-b7b1d8425230" providerId="AD" clId="Web-{4089D6EF-A488-4570-8CFD-ACB53459BAEC}" dt="2024-01-09T08:48:16.955" v="22"/>
      <pc:docMkLst>
        <pc:docMk/>
      </pc:docMkLst>
      <pc:sldChg chg="addSp modSp">
        <pc:chgData name="Nguyen Binh" userId="S::binh.nguyen@aalto.fi::acf7f2a7-1119-454a-99ee-b7b1d8425230" providerId="AD" clId="Web-{4089D6EF-A488-4570-8CFD-ACB53459BAEC}" dt="2024-01-09T08:48:16.955" v="22"/>
        <pc:sldMkLst>
          <pc:docMk/>
          <pc:sldMk cId="3766410417" sldId="1397"/>
        </pc:sldMkLst>
        <pc:grpChg chg="add">
          <ac:chgData name="Nguyen Binh" userId="S::binh.nguyen@aalto.fi::acf7f2a7-1119-454a-99ee-b7b1d8425230" providerId="AD" clId="Web-{4089D6EF-A488-4570-8CFD-ACB53459BAEC}" dt="2024-01-09T08:48:13.252" v="21"/>
          <ac:grpSpMkLst>
            <pc:docMk/>
            <pc:sldMk cId="3766410417" sldId="1397"/>
            <ac:grpSpMk id="7" creationId="{23F2F94F-AE43-7444-1F05-5363569E8FBB}"/>
          </ac:grpSpMkLst>
        </pc:grpChg>
        <pc:grpChg chg="add">
          <ac:chgData name="Nguyen Binh" userId="S::binh.nguyen@aalto.fi::acf7f2a7-1119-454a-99ee-b7b1d8425230" providerId="AD" clId="Web-{4089D6EF-A488-4570-8CFD-ACB53459BAEC}" dt="2024-01-09T08:48:16.955" v="22"/>
          <ac:grpSpMkLst>
            <pc:docMk/>
            <pc:sldMk cId="3766410417" sldId="1397"/>
            <ac:grpSpMk id="8" creationId="{286DEBBA-214B-FB44-69C2-C510C97204B4}"/>
          </ac:grpSpMkLst>
        </pc:grpChg>
        <pc:picChg chg="add mod modCrop">
          <ac:chgData name="Nguyen Binh" userId="S::binh.nguyen@aalto.fi::acf7f2a7-1119-454a-99ee-b7b1d8425230" providerId="AD" clId="Web-{4089D6EF-A488-4570-8CFD-ACB53459BAEC}" dt="2024-01-09T08:47:48.470" v="13"/>
          <ac:picMkLst>
            <pc:docMk/>
            <pc:sldMk cId="3766410417" sldId="1397"/>
            <ac:picMk id="2" creationId="{61099763-89A7-37BB-EA60-0F122B1BF62B}"/>
          </ac:picMkLst>
        </pc:picChg>
        <pc:picChg chg="add mod modCrop">
          <ac:chgData name="Nguyen Binh" userId="S::binh.nguyen@aalto.fi::acf7f2a7-1119-454a-99ee-b7b1d8425230" providerId="AD" clId="Web-{4089D6EF-A488-4570-8CFD-ACB53459BAEC}" dt="2024-01-09T08:47:36.423" v="9"/>
          <ac:picMkLst>
            <pc:docMk/>
            <pc:sldMk cId="3766410417" sldId="1397"/>
            <ac:picMk id="4" creationId="{B4ED908B-9A7F-DC8A-CF55-C27C50E4B6F3}"/>
          </ac:picMkLst>
        </pc:picChg>
        <pc:picChg chg="add mod">
          <ac:chgData name="Nguyen Binh" userId="S::binh.nguyen@aalto.fi::acf7f2a7-1119-454a-99ee-b7b1d8425230" providerId="AD" clId="Web-{4089D6EF-A488-4570-8CFD-ACB53459BAEC}" dt="2024-01-09T08:48:04.643" v="18" actId="1076"/>
          <ac:picMkLst>
            <pc:docMk/>
            <pc:sldMk cId="3766410417" sldId="1397"/>
            <ac:picMk id="5" creationId="{16D8B85F-22EB-BA97-0A57-620195B3E1BF}"/>
          </ac:picMkLst>
        </pc:picChg>
        <pc:picChg chg="add mod">
          <ac:chgData name="Nguyen Binh" userId="S::binh.nguyen@aalto.fi::acf7f2a7-1119-454a-99ee-b7b1d8425230" providerId="AD" clId="Web-{4089D6EF-A488-4570-8CFD-ACB53459BAEC}" dt="2024-01-09T08:48:08.346" v="20" actId="1076"/>
          <ac:picMkLst>
            <pc:docMk/>
            <pc:sldMk cId="3766410417" sldId="1397"/>
            <ac:picMk id="6" creationId="{FF789328-5CF8-EF00-B7D7-7A9DB6396104}"/>
          </ac:picMkLst>
        </pc:picChg>
      </pc:sldChg>
    </pc:docChg>
  </pc:docChgLst>
  <pc:docChgLst>
    <pc:chgData name="Shah Riddhi" userId="S::riddhi.shah@aalto.fi::af1bf038-12b5-4bf5-ad71-25d6a40bccfd" providerId="AD" clId="Web-{EC759E8A-57BD-4BF6-9706-F3C8F5DD952A}"/>
    <pc:docChg chg="modSld">
      <pc:chgData name="Shah Riddhi" userId="S::riddhi.shah@aalto.fi::af1bf038-12b5-4bf5-ad71-25d6a40bccfd" providerId="AD" clId="Web-{EC759E8A-57BD-4BF6-9706-F3C8F5DD952A}" dt="2023-12-26T11:49:36.259" v="32" actId="20577"/>
      <pc:docMkLst>
        <pc:docMk/>
      </pc:docMkLst>
      <pc:sldChg chg="modSp">
        <pc:chgData name="Shah Riddhi" userId="S::riddhi.shah@aalto.fi::af1bf038-12b5-4bf5-ad71-25d6a40bccfd" providerId="AD" clId="Web-{EC759E8A-57BD-4BF6-9706-F3C8F5DD952A}" dt="2023-12-26T11:49:36.259" v="32" actId="20577"/>
        <pc:sldMkLst>
          <pc:docMk/>
          <pc:sldMk cId="0" sldId="258"/>
        </pc:sldMkLst>
        <pc:spChg chg="mod">
          <ac:chgData name="Shah Riddhi" userId="S::riddhi.shah@aalto.fi::af1bf038-12b5-4bf5-ad71-25d6a40bccfd" providerId="AD" clId="Web-{EC759E8A-57BD-4BF6-9706-F3C8F5DD952A}" dt="2023-12-26T11:49:36.259" v="32" actId="20577"/>
          <ac:spMkLst>
            <pc:docMk/>
            <pc:sldMk cId="0" sldId="258"/>
            <ac:spMk id="3" creationId="{00000000-0000-0000-0000-000000000000}"/>
          </ac:spMkLst>
        </pc:spChg>
      </pc:sldChg>
    </pc:docChg>
  </pc:docChgLst>
  <pc:docChgLst>
    <pc:chgData name="Shah Riddhi" userId="af1bf038-12b5-4bf5-ad71-25d6a40bccfd" providerId="ADAL" clId="{BDF93A92-A790-4F99-A5D8-98605B51D5C8}"/>
    <pc:docChg chg="custSel addSld delSld modSld modMainMaster">
      <pc:chgData name="Shah Riddhi" userId="af1bf038-12b5-4bf5-ad71-25d6a40bccfd" providerId="ADAL" clId="{BDF93A92-A790-4F99-A5D8-98605B51D5C8}" dt="2023-12-26T11:44:23.025" v="151" actId="680"/>
      <pc:docMkLst>
        <pc:docMk/>
      </pc:docMkLst>
      <pc:sldChg chg="delSp modSp mod">
        <pc:chgData name="Shah Riddhi" userId="af1bf038-12b5-4bf5-ad71-25d6a40bccfd" providerId="ADAL" clId="{BDF93A92-A790-4F99-A5D8-98605B51D5C8}" dt="2023-12-26T11:44:19.522" v="150" actId="20577"/>
        <pc:sldMkLst>
          <pc:docMk/>
          <pc:sldMk cId="0" sldId="258"/>
        </pc:sldMkLst>
        <pc:spChg chg="mod">
          <ac:chgData name="Shah Riddhi" userId="af1bf038-12b5-4bf5-ad71-25d6a40bccfd" providerId="ADAL" clId="{BDF93A92-A790-4F99-A5D8-98605B51D5C8}" dt="2023-12-26T11:44:19.522" v="150" actId="20577"/>
          <ac:spMkLst>
            <pc:docMk/>
            <pc:sldMk cId="0" sldId="258"/>
            <ac:spMk id="2" creationId="{00000000-0000-0000-0000-000000000000}"/>
          </ac:spMkLst>
        </pc:spChg>
        <pc:spChg chg="del mod">
          <ac:chgData name="Shah Riddhi" userId="af1bf038-12b5-4bf5-ad71-25d6a40bccfd" providerId="ADAL" clId="{BDF93A92-A790-4F99-A5D8-98605B51D5C8}" dt="2023-12-26T11:42:54.919" v="16" actId="478"/>
          <ac:spMkLst>
            <pc:docMk/>
            <pc:sldMk cId="0" sldId="258"/>
            <ac:spMk id="7" creationId="{00000000-0000-0000-0000-000000000000}"/>
          </ac:spMkLst>
        </pc:spChg>
        <pc:picChg chg="del">
          <ac:chgData name="Shah Riddhi" userId="af1bf038-12b5-4bf5-ad71-25d6a40bccfd" providerId="ADAL" clId="{BDF93A92-A790-4F99-A5D8-98605B51D5C8}" dt="2023-12-26T11:42:52.931" v="13" actId="478"/>
          <ac:picMkLst>
            <pc:docMk/>
            <pc:sldMk cId="0" sldId="258"/>
            <ac:picMk id="4" creationId="{00000000-0000-0000-0000-000000000000}"/>
          </ac:picMkLst>
        </pc:picChg>
        <pc:picChg chg="del">
          <ac:chgData name="Shah Riddhi" userId="af1bf038-12b5-4bf5-ad71-25d6a40bccfd" providerId="ADAL" clId="{BDF93A92-A790-4F99-A5D8-98605B51D5C8}" dt="2023-12-26T11:42:53.450" v="14" actId="478"/>
          <ac:picMkLst>
            <pc:docMk/>
            <pc:sldMk cId="0" sldId="258"/>
            <ac:picMk id="5" creationId="{00000000-0000-0000-0000-000000000000}"/>
          </ac:picMkLst>
        </pc:picChg>
      </pc:sldChg>
      <pc:sldChg chg="delSp mod">
        <pc:chgData name="Shah Riddhi" userId="af1bf038-12b5-4bf5-ad71-25d6a40bccfd" providerId="ADAL" clId="{BDF93A92-A790-4F99-A5D8-98605B51D5C8}" dt="2023-12-26T11:42:37.025" v="0" actId="478"/>
        <pc:sldMkLst>
          <pc:docMk/>
          <pc:sldMk cId="423727490" sldId="820"/>
        </pc:sldMkLst>
        <pc:picChg chg="del">
          <ac:chgData name="Shah Riddhi" userId="af1bf038-12b5-4bf5-ad71-25d6a40bccfd" providerId="ADAL" clId="{BDF93A92-A790-4F99-A5D8-98605B51D5C8}" dt="2023-12-26T11:42:37.025" v="0" actId="478"/>
          <ac:picMkLst>
            <pc:docMk/>
            <pc:sldMk cId="423727490" sldId="820"/>
            <ac:picMk id="6" creationId="{00000000-0000-0000-0000-000000000000}"/>
          </ac:picMkLst>
        </pc:picChg>
        <pc:picChg chg="del">
          <ac:chgData name="Shah Riddhi" userId="af1bf038-12b5-4bf5-ad71-25d6a40bccfd" providerId="ADAL" clId="{BDF93A92-A790-4F99-A5D8-98605B51D5C8}" dt="2023-12-26T11:42:37.025" v="0" actId="478"/>
          <ac:picMkLst>
            <pc:docMk/>
            <pc:sldMk cId="423727490" sldId="820"/>
            <ac:picMk id="7" creationId="{00000000-0000-0000-0000-000000000000}"/>
          </ac:picMkLst>
        </pc:picChg>
        <pc:picChg chg="del">
          <ac:chgData name="Shah Riddhi" userId="af1bf038-12b5-4bf5-ad71-25d6a40bccfd" providerId="ADAL" clId="{BDF93A92-A790-4F99-A5D8-98605B51D5C8}" dt="2023-12-26T11:42:37.025" v="0" actId="478"/>
          <ac:picMkLst>
            <pc:docMk/>
            <pc:sldMk cId="423727490" sldId="820"/>
            <ac:picMk id="25" creationId="{36AB7F9B-2FF0-4992-8E1C-357F0BD8ED9D}"/>
          </ac:picMkLst>
        </pc:picChg>
        <pc:picChg chg="del">
          <ac:chgData name="Shah Riddhi" userId="af1bf038-12b5-4bf5-ad71-25d6a40bccfd" providerId="ADAL" clId="{BDF93A92-A790-4F99-A5D8-98605B51D5C8}" dt="2023-12-26T11:42:37.025" v="0" actId="478"/>
          <ac:picMkLst>
            <pc:docMk/>
            <pc:sldMk cId="423727490" sldId="820"/>
            <ac:picMk id="26" creationId="{00000000-0000-0000-0000-000000000000}"/>
          </ac:picMkLst>
        </pc:picChg>
      </pc:sldChg>
      <pc:sldChg chg="new">
        <pc:chgData name="Shah Riddhi" userId="af1bf038-12b5-4bf5-ad71-25d6a40bccfd" providerId="ADAL" clId="{BDF93A92-A790-4F99-A5D8-98605B51D5C8}" dt="2023-12-26T11:44:23.025" v="151" actId="680"/>
        <pc:sldMkLst>
          <pc:docMk/>
          <pc:sldMk cId="2156242455" sldId="929"/>
        </pc:sldMkLst>
      </pc:sldChg>
      <pc:sldChg chg="del">
        <pc:chgData name="Shah Riddhi" userId="af1bf038-12b5-4bf5-ad71-25d6a40bccfd" providerId="ADAL" clId="{BDF93A92-A790-4F99-A5D8-98605B51D5C8}" dt="2023-12-26T11:42:41.971" v="1" actId="47"/>
        <pc:sldMkLst>
          <pc:docMk/>
          <pc:sldMk cId="650454193" sldId="947"/>
        </pc:sldMkLst>
      </pc:sldChg>
      <pc:sldChg chg="del">
        <pc:chgData name="Shah Riddhi" userId="af1bf038-12b5-4bf5-ad71-25d6a40bccfd" providerId="ADAL" clId="{BDF93A92-A790-4F99-A5D8-98605B51D5C8}" dt="2023-12-26T11:42:41.971" v="1" actId="47"/>
        <pc:sldMkLst>
          <pc:docMk/>
          <pc:sldMk cId="222699061" sldId="950"/>
        </pc:sldMkLst>
      </pc:sldChg>
      <pc:sldChg chg="del">
        <pc:chgData name="Shah Riddhi" userId="af1bf038-12b5-4bf5-ad71-25d6a40bccfd" providerId="ADAL" clId="{BDF93A92-A790-4F99-A5D8-98605B51D5C8}" dt="2023-12-26T11:42:41.971" v="1" actId="47"/>
        <pc:sldMkLst>
          <pc:docMk/>
          <pc:sldMk cId="2722622645" sldId="954"/>
        </pc:sldMkLst>
      </pc:sldChg>
      <pc:sldChg chg="del">
        <pc:chgData name="Shah Riddhi" userId="af1bf038-12b5-4bf5-ad71-25d6a40bccfd" providerId="ADAL" clId="{BDF93A92-A790-4F99-A5D8-98605B51D5C8}" dt="2023-12-26T11:42:41.971" v="1" actId="47"/>
        <pc:sldMkLst>
          <pc:docMk/>
          <pc:sldMk cId="3832418962" sldId="955"/>
        </pc:sldMkLst>
      </pc:sldChg>
      <pc:sldChg chg="del">
        <pc:chgData name="Shah Riddhi" userId="af1bf038-12b5-4bf5-ad71-25d6a40bccfd" providerId="ADAL" clId="{BDF93A92-A790-4F99-A5D8-98605B51D5C8}" dt="2023-12-26T11:42:41.971" v="1" actId="47"/>
        <pc:sldMkLst>
          <pc:docMk/>
          <pc:sldMk cId="3163961442" sldId="957"/>
        </pc:sldMkLst>
      </pc:sldChg>
      <pc:sldChg chg="del">
        <pc:chgData name="Shah Riddhi" userId="af1bf038-12b5-4bf5-ad71-25d6a40bccfd" providerId="ADAL" clId="{BDF93A92-A790-4F99-A5D8-98605B51D5C8}" dt="2023-12-26T11:42:41.971" v="1" actId="47"/>
        <pc:sldMkLst>
          <pc:docMk/>
          <pc:sldMk cId="1681374882" sldId="959"/>
        </pc:sldMkLst>
      </pc:sldChg>
      <pc:sldChg chg="del">
        <pc:chgData name="Shah Riddhi" userId="af1bf038-12b5-4bf5-ad71-25d6a40bccfd" providerId="ADAL" clId="{BDF93A92-A790-4F99-A5D8-98605B51D5C8}" dt="2023-12-26T11:42:41.971" v="1" actId="47"/>
        <pc:sldMkLst>
          <pc:docMk/>
          <pc:sldMk cId="607620026" sldId="960"/>
        </pc:sldMkLst>
      </pc:sldChg>
      <pc:sldChg chg="del">
        <pc:chgData name="Shah Riddhi" userId="af1bf038-12b5-4bf5-ad71-25d6a40bccfd" providerId="ADAL" clId="{BDF93A92-A790-4F99-A5D8-98605B51D5C8}" dt="2023-12-26T11:42:41.971" v="1" actId="47"/>
        <pc:sldMkLst>
          <pc:docMk/>
          <pc:sldMk cId="1498224939" sldId="961"/>
        </pc:sldMkLst>
      </pc:sldChg>
      <pc:sldChg chg="del">
        <pc:chgData name="Shah Riddhi" userId="af1bf038-12b5-4bf5-ad71-25d6a40bccfd" providerId="ADAL" clId="{BDF93A92-A790-4F99-A5D8-98605B51D5C8}" dt="2023-12-26T11:42:41.971" v="1" actId="47"/>
        <pc:sldMkLst>
          <pc:docMk/>
          <pc:sldMk cId="1683743785" sldId="963"/>
        </pc:sldMkLst>
      </pc:sldChg>
      <pc:sldChg chg="del">
        <pc:chgData name="Shah Riddhi" userId="af1bf038-12b5-4bf5-ad71-25d6a40bccfd" providerId="ADAL" clId="{BDF93A92-A790-4F99-A5D8-98605B51D5C8}" dt="2023-12-26T11:42:41.971" v="1" actId="47"/>
        <pc:sldMkLst>
          <pc:docMk/>
          <pc:sldMk cId="1814900141" sldId="964"/>
        </pc:sldMkLst>
      </pc:sldChg>
      <pc:sldChg chg="del">
        <pc:chgData name="Shah Riddhi" userId="af1bf038-12b5-4bf5-ad71-25d6a40bccfd" providerId="ADAL" clId="{BDF93A92-A790-4F99-A5D8-98605B51D5C8}" dt="2023-12-26T11:42:41.971" v="1" actId="47"/>
        <pc:sldMkLst>
          <pc:docMk/>
          <pc:sldMk cId="738568369" sldId="965"/>
        </pc:sldMkLst>
      </pc:sldChg>
      <pc:sldChg chg="del">
        <pc:chgData name="Shah Riddhi" userId="af1bf038-12b5-4bf5-ad71-25d6a40bccfd" providerId="ADAL" clId="{BDF93A92-A790-4F99-A5D8-98605B51D5C8}" dt="2023-12-26T11:42:41.971" v="1" actId="47"/>
        <pc:sldMkLst>
          <pc:docMk/>
          <pc:sldMk cId="513911097" sldId="967"/>
        </pc:sldMkLst>
      </pc:sldChg>
      <pc:sldChg chg="del">
        <pc:chgData name="Shah Riddhi" userId="af1bf038-12b5-4bf5-ad71-25d6a40bccfd" providerId="ADAL" clId="{BDF93A92-A790-4F99-A5D8-98605B51D5C8}" dt="2023-12-26T11:42:41.971" v="1" actId="47"/>
        <pc:sldMkLst>
          <pc:docMk/>
          <pc:sldMk cId="519271584" sldId="970"/>
        </pc:sldMkLst>
      </pc:sldChg>
      <pc:sldChg chg="del">
        <pc:chgData name="Shah Riddhi" userId="af1bf038-12b5-4bf5-ad71-25d6a40bccfd" providerId="ADAL" clId="{BDF93A92-A790-4F99-A5D8-98605B51D5C8}" dt="2023-12-26T11:42:41.971" v="1" actId="47"/>
        <pc:sldMkLst>
          <pc:docMk/>
          <pc:sldMk cId="2339924509" sldId="971"/>
        </pc:sldMkLst>
      </pc:sldChg>
      <pc:sldChg chg="del">
        <pc:chgData name="Shah Riddhi" userId="af1bf038-12b5-4bf5-ad71-25d6a40bccfd" providerId="ADAL" clId="{BDF93A92-A790-4F99-A5D8-98605B51D5C8}" dt="2023-12-26T11:42:41.971" v="1" actId="47"/>
        <pc:sldMkLst>
          <pc:docMk/>
          <pc:sldMk cId="1351892384" sldId="974"/>
        </pc:sldMkLst>
      </pc:sldChg>
      <pc:sldMasterChg chg="modSp mod">
        <pc:chgData name="Shah Riddhi" userId="af1bf038-12b5-4bf5-ad71-25d6a40bccfd" providerId="ADAL" clId="{BDF93A92-A790-4F99-A5D8-98605B51D5C8}" dt="2023-12-26T11:43:56.624" v="130" actId="20577"/>
        <pc:sldMasterMkLst>
          <pc:docMk/>
          <pc:sldMasterMk cId="3038685260" sldId="2147483811"/>
        </pc:sldMasterMkLst>
        <pc:spChg chg="mod">
          <ac:chgData name="Shah Riddhi" userId="af1bf038-12b5-4bf5-ad71-25d6a40bccfd" providerId="ADAL" clId="{BDF93A92-A790-4F99-A5D8-98605B51D5C8}" dt="2023-12-26T11:43:56.624" v="130" actId="20577"/>
          <ac:spMkLst>
            <pc:docMk/>
            <pc:sldMasterMk cId="3038685260" sldId="2147483811"/>
            <ac:spMk id="15" creationId="{00000000-0000-0000-0000-000000000000}"/>
          </ac:spMkLst>
        </pc:spChg>
        <pc:spChg chg="mod">
          <ac:chgData name="Shah Riddhi" userId="af1bf038-12b5-4bf5-ad71-25d6a40bccfd" providerId="ADAL" clId="{BDF93A92-A790-4F99-A5D8-98605B51D5C8}" dt="2023-12-26T11:43:17.661" v="37" actId="20577"/>
          <ac:spMkLst>
            <pc:docMk/>
            <pc:sldMasterMk cId="3038685260" sldId="2147483811"/>
            <ac:spMk id="18" creationId="{00000000-0000-0000-0000-000000000000}"/>
          </ac:spMkLst>
        </pc:spChg>
      </pc:sldMasterChg>
    </pc:docChg>
  </pc:docChgLst>
  <pc:docChgLst>
    <pc:chgData name="Nguyen Binh" userId="acf7f2a7-1119-454a-99ee-b7b1d8425230" providerId="ADAL" clId="{7FD78911-8912-44B3-88DB-3AE6D0E7E32E}"/>
    <pc:docChg chg="modSld">
      <pc:chgData name="Nguyen Binh" userId="acf7f2a7-1119-454a-99ee-b7b1d8425230" providerId="ADAL" clId="{7FD78911-8912-44B3-88DB-3AE6D0E7E32E}" dt="2025-01-29T16:33:48.313" v="0" actId="1076"/>
      <pc:docMkLst>
        <pc:docMk/>
      </pc:docMkLst>
      <pc:sldChg chg="modSp mod">
        <pc:chgData name="Nguyen Binh" userId="acf7f2a7-1119-454a-99ee-b7b1d8425230" providerId="ADAL" clId="{7FD78911-8912-44B3-88DB-3AE6D0E7E32E}" dt="2025-01-29T16:33:48.313" v="0" actId="1076"/>
        <pc:sldMkLst>
          <pc:docMk/>
          <pc:sldMk cId="921972916" sldId="1373"/>
        </pc:sldMkLst>
        <pc:picChg chg="mod">
          <ac:chgData name="Nguyen Binh" userId="acf7f2a7-1119-454a-99ee-b7b1d8425230" providerId="ADAL" clId="{7FD78911-8912-44B3-88DB-3AE6D0E7E32E}" dt="2025-01-29T16:33:48.313" v="0" actId="1076"/>
          <ac:picMkLst>
            <pc:docMk/>
            <pc:sldMk cId="921972916" sldId="1373"/>
            <ac:picMk id="7" creationId="{96078EB4-4842-6C72-F95B-C23FD1698F43}"/>
          </ac:picMkLst>
        </pc:picChg>
      </pc:sldChg>
    </pc:docChg>
  </pc:docChgLst>
  <pc:docChgLst>
    <pc:chgData name="Junhe Lian" userId="c48a0666b18b4901" providerId="LiveId" clId="{15CC2D3B-8736-41D2-BBD4-409E7465B4C6}"/>
    <pc:docChg chg="custSel modSld modMainMaster">
      <pc:chgData name="Junhe Lian" userId="c48a0666b18b4901" providerId="LiveId" clId="{15CC2D3B-8736-41D2-BBD4-409E7465B4C6}" dt="2021-04-07T08:31:20.032" v="49" actId="1076"/>
      <pc:docMkLst>
        <pc:docMk/>
      </pc:docMkLst>
      <pc:sldChg chg="addSp delSp modSp mod modTransition modAnim">
        <pc:chgData name="Junhe Lian" userId="c48a0666b18b4901" providerId="LiveId" clId="{15CC2D3B-8736-41D2-BBD4-409E7465B4C6}" dt="2021-04-07T08:31:20.032" v="49" actId="1076"/>
        <pc:sldMkLst>
          <pc:docMk/>
          <pc:sldMk cId="0" sldId="258"/>
        </pc:sldMkLst>
        <pc:spChg chg="mod">
          <ac:chgData name="Junhe Lian" userId="c48a0666b18b4901" providerId="LiveId" clId="{15CC2D3B-8736-41D2-BBD4-409E7465B4C6}" dt="2021-04-07T08:29:52.929" v="41" actId="1076"/>
          <ac:spMkLst>
            <pc:docMk/>
            <pc:sldMk cId="0" sldId="258"/>
            <ac:spMk id="2" creationId="{00000000-0000-0000-0000-000000000000}"/>
          </ac:spMkLst>
        </pc:spChg>
        <pc:spChg chg="mod">
          <ac:chgData name="Junhe Lian" userId="c48a0666b18b4901" providerId="LiveId" clId="{15CC2D3B-8736-41D2-BBD4-409E7465B4C6}" dt="2021-04-07T08:29:52.929" v="41" actId="1076"/>
          <ac:spMkLst>
            <pc:docMk/>
            <pc:sldMk cId="0" sldId="258"/>
            <ac:spMk id="3" creationId="{00000000-0000-0000-0000-000000000000}"/>
          </ac:spMkLst>
        </pc:spChg>
        <pc:spChg chg="mod">
          <ac:chgData name="Junhe Lian" userId="c48a0666b18b4901" providerId="LiveId" clId="{15CC2D3B-8736-41D2-BBD4-409E7465B4C6}" dt="2021-04-07T08:31:20.032" v="49" actId="1076"/>
          <ac:spMkLst>
            <pc:docMk/>
            <pc:sldMk cId="0" sldId="258"/>
            <ac:spMk id="7" creationId="{00000000-0000-0000-0000-000000000000}"/>
          </ac:spMkLst>
        </pc:spChg>
        <pc:picChg chg="mod">
          <ac:chgData name="Junhe Lian" userId="c48a0666b18b4901" providerId="LiveId" clId="{15CC2D3B-8736-41D2-BBD4-409E7465B4C6}" dt="2021-04-07T08:31:03.173" v="46" actId="1076"/>
          <ac:picMkLst>
            <pc:docMk/>
            <pc:sldMk cId="0" sldId="258"/>
            <ac:picMk id="4" creationId="{00000000-0000-0000-0000-000000000000}"/>
          </ac:picMkLst>
        </pc:picChg>
        <pc:picChg chg="mod">
          <ac:chgData name="Junhe Lian" userId="c48a0666b18b4901" providerId="LiveId" clId="{15CC2D3B-8736-41D2-BBD4-409E7465B4C6}" dt="2021-04-07T08:31:20.032" v="49" actId="1076"/>
          <ac:picMkLst>
            <pc:docMk/>
            <pc:sldMk cId="0" sldId="258"/>
            <ac:picMk id="5" creationId="{00000000-0000-0000-0000-000000000000}"/>
          </ac:picMkLst>
        </pc:picChg>
        <pc:picChg chg="del">
          <ac:chgData name="Junhe Lian" userId="c48a0666b18b4901" providerId="LiveId" clId="{15CC2D3B-8736-41D2-BBD4-409E7465B4C6}" dt="2021-04-07T08:26:33.288" v="1"/>
          <ac:picMkLst>
            <pc:docMk/>
            <pc:sldMk cId="0" sldId="258"/>
            <ac:picMk id="6" creationId="{00000000-0000-0000-0000-000000000000}"/>
          </ac:picMkLst>
        </pc:picChg>
        <pc:picChg chg="add mod">
          <ac:chgData name="Junhe Lian" userId="c48a0666b18b4901" providerId="LiveId" clId="{15CC2D3B-8736-41D2-BBD4-409E7465B4C6}" dt="2021-04-07T08:30:59.391" v="45" actId="1076"/>
          <ac:picMkLst>
            <pc:docMk/>
            <pc:sldMk cId="0" sldId="258"/>
            <ac:picMk id="8" creationId="{D1635BAA-1237-43C1-8EFD-855D1E42F402}"/>
          </ac:picMkLst>
        </pc:picChg>
      </pc:sldChg>
      <pc:sldChg chg="delSp modTransition modAnim">
        <pc:chgData name="Junhe Lian" userId="c48a0666b18b4901" providerId="LiveId" clId="{15CC2D3B-8736-41D2-BBD4-409E7465B4C6}" dt="2021-04-07T08:26:33.288" v="1"/>
        <pc:sldMkLst>
          <pc:docMk/>
          <pc:sldMk cId="423727490" sldId="820"/>
        </pc:sldMkLst>
        <pc:picChg chg="del">
          <ac:chgData name="Junhe Lian" userId="c48a0666b18b4901" providerId="LiveId" clId="{15CC2D3B-8736-41D2-BBD4-409E7465B4C6}" dt="2021-04-07T08:26:33.288" v="1"/>
          <ac:picMkLst>
            <pc:docMk/>
            <pc:sldMk cId="423727490" sldId="820"/>
            <ac:picMk id="8" creationId="{00000000-0000-0000-0000-000000000000}"/>
          </ac:picMkLst>
        </pc:picChg>
      </pc:sldChg>
      <pc:sldChg chg="delSp modTransition modAnim">
        <pc:chgData name="Junhe Lian" userId="c48a0666b18b4901" providerId="LiveId" clId="{15CC2D3B-8736-41D2-BBD4-409E7465B4C6}" dt="2021-04-07T08:26:33.288" v="1"/>
        <pc:sldMkLst>
          <pc:docMk/>
          <pc:sldMk cId="763966358" sldId="928"/>
        </pc:sldMkLst>
        <pc:picChg chg="del">
          <ac:chgData name="Junhe Lian" userId="c48a0666b18b4901" providerId="LiveId" clId="{15CC2D3B-8736-41D2-BBD4-409E7465B4C6}" dt="2021-04-07T08:26:33.288" v="1"/>
          <ac:picMkLst>
            <pc:docMk/>
            <pc:sldMk cId="763966358" sldId="928"/>
            <ac:picMk id="10" creationId="{00000000-0000-0000-0000-000000000000}"/>
          </ac:picMkLst>
        </pc:picChg>
      </pc:sldChg>
      <pc:sldChg chg="delSp modTransition modAnim">
        <pc:chgData name="Junhe Lian" userId="c48a0666b18b4901" providerId="LiveId" clId="{15CC2D3B-8736-41D2-BBD4-409E7465B4C6}" dt="2021-04-07T08:26:33.288" v="1"/>
        <pc:sldMkLst>
          <pc:docMk/>
          <pc:sldMk cId="650454193" sldId="947"/>
        </pc:sldMkLst>
        <pc:picChg chg="del">
          <ac:chgData name="Junhe Lian" userId="c48a0666b18b4901" providerId="LiveId" clId="{15CC2D3B-8736-41D2-BBD4-409E7465B4C6}" dt="2021-04-07T08:26:33.288" v="1"/>
          <ac:picMkLst>
            <pc:docMk/>
            <pc:sldMk cId="650454193" sldId="947"/>
            <ac:picMk id="11" creationId="{00000000-0000-0000-0000-000000000000}"/>
          </ac:picMkLst>
        </pc:picChg>
      </pc:sldChg>
      <pc:sldChg chg="delSp modTransition modAnim">
        <pc:chgData name="Junhe Lian" userId="c48a0666b18b4901" providerId="LiveId" clId="{15CC2D3B-8736-41D2-BBD4-409E7465B4C6}" dt="2021-04-07T08:26:33.288" v="1"/>
        <pc:sldMkLst>
          <pc:docMk/>
          <pc:sldMk cId="222699061" sldId="950"/>
        </pc:sldMkLst>
        <pc:picChg chg="del">
          <ac:chgData name="Junhe Lian" userId="c48a0666b18b4901" providerId="LiveId" clId="{15CC2D3B-8736-41D2-BBD4-409E7465B4C6}" dt="2021-04-07T08:26:33.288" v="1"/>
          <ac:picMkLst>
            <pc:docMk/>
            <pc:sldMk cId="222699061" sldId="950"/>
            <ac:picMk id="12" creationId="{00000000-0000-0000-0000-000000000000}"/>
          </ac:picMkLst>
        </pc:picChg>
      </pc:sldChg>
      <pc:sldChg chg="delSp modTransition modAnim">
        <pc:chgData name="Junhe Lian" userId="c48a0666b18b4901" providerId="LiveId" clId="{15CC2D3B-8736-41D2-BBD4-409E7465B4C6}" dt="2021-04-07T08:26:33.288" v="1"/>
        <pc:sldMkLst>
          <pc:docMk/>
          <pc:sldMk cId="2722622645" sldId="954"/>
        </pc:sldMkLst>
        <pc:picChg chg="del">
          <ac:chgData name="Junhe Lian" userId="c48a0666b18b4901" providerId="LiveId" clId="{15CC2D3B-8736-41D2-BBD4-409E7465B4C6}" dt="2021-04-07T08:26:33.288" v="1"/>
          <ac:picMkLst>
            <pc:docMk/>
            <pc:sldMk cId="2722622645" sldId="954"/>
            <ac:picMk id="7" creationId="{00000000-0000-0000-0000-000000000000}"/>
          </ac:picMkLst>
        </pc:picChg>
      </pc:sldChg>
      <pc:sldChg chg="delSp modTransition modAnim">
        <pc:chgData name="Junhe Lian" userId="c48a0666b18b4901" providerId="LiveId" clId="{15CC2D3B-8736-41D2-BBD4-409E7465B4C6}" dt="2021-04-07T08:26:33.288" v="1"/>
        <pc:sldMkLst>
          <pc:docMk/>
          <pc:sldMk cId="3832418962" sldId="955"/>
        </pc:sldMkLst>
        <pc:picChg chg="del">
          <ac:chgData name="Junhe Lian" userId="c48a0666b18b4901" providerId="LiveId" clId="{15CC2D3B-8736-41D2-BBD4-409E7465B4C6}" dt="2021-04-07T08:26:33.288" v="1"/>
          <ac:picMkLst>
            <pc:docMk/>
            <pc:sldMk cId="3832418962" sldId="955"/>
            <ac:picMk id="16" creationId="{00000000-0000-0000-0000-000000000000}"/>
          </ac:picMkLst>
        </pc:picChg>
      </pc:sldChg>
      <pc:sldChg chg="delSp modTransition modAnim">
        <pc:chgData name="Junhe Lian" userId="c48a0666b18b4901" providerId="LiveId" clId="{15CC2D3B-8736-41D2-BBD4-409E7465B4C6}" dt="2021-04-07T08:26:33.288" v="1"/>
        <pc:sldMkLst>
          <pc:docMk/>
          <pc:sldMk cId="3163961442" sldId="957"/>
        </pc:sldMkLst>
        <pc:picChg chg="del">
          <ac:chgData name="Junhe Lian" userId="c48a0666b18b4901" providerId="LiveId" clId="{15CC2D3B-8736-41D2-BBD4-409E7465B4C6}" dt="2021-04-07T08:26:33.288" v="1"/>
          <ac:picMkLst>
            <pc:docMk/>
            <pc:sldMk cId="3163961442" sldId="957"/>
            <ac:picMk id="39" creationId="{00000000-0000-0000-0000-000000000000}"/>
          </ac:picMkLst>
        </pc:picChg>
      </pc:sldChg>
      <pc:sldChg chg="delSp modTransition modAnim">
        <pc:chgData name="Junhe Lian" userId="c48a0666b18b4901" providerId="LiveId" clId="{15CC2D3B-8736-41D2-BBD4-409E7465B4C6}" dt="2021-04-07T08:26:33.288" v="1"/>
        <pc:sldMkLst>
          <pc:docMk/>
          <pc:sldMk cId="1681374882" sldId="959"/>
        </pc:sldMkLst>
        <pc:picChg chg="del">
          <ac:chgData name="Junhe Lian" userId="c48a0666b18b4901" providerId="LiveId" clId="{15CC2D3B-8736-41D2-BBD4-409E7465B4C6}" dt="2021-04-07T08:26:33.288" v="1"/>
          <ac:picMkLst>
            <pc:docMk/>
            <pc:sldMk cId="1681374882" sldId="959"/>
            <ac:picMk id="16" creationId="{00000000-0000-0000-0000-000000000000}"/>
          </ac:picMkLst>
        </pc:picChg>
      </pc:sldChg>
      <pc:sldChg chg="delSp modTransition modAnim">
        <pc:chgData name="Junhe Lian" userId="c48a0666b18b4901" providerId="LiveId" clId="{15CC2D3B-8736-41D2-BBD4-409E7465B4C6}" dt="2021-04-07T08:26:33.288" v="1"/>
        <pc:sldMkLst>
          <pc:docMk/>
          <pc:sldMk cId="607620026" sldId="960"/>
        </pc:sldMkLst>
        <pc:picChg chg="del">
          <ac:chgData name="Junhe Lian" userId="c48a0666b18b4901" providerId="LiveId" clId="{15CC2D3B-8736-41D2-BBD4-409E7465B4C6}" dt="2021-04-07T08:26:33.288" v="1"/>
          <ac:picMkLst>
            <pc:docMk/>
            <pc:sldMk cId="607620026" sldId="960"/>
            <ac:picMk id="17" creationId="{00000000-0000-0000-0000-000000000000}"/>
          </ac:picMkLst>
        </pc:picChg>
      </pc:sldChg>
      <pc:sldChg chg="delSp modTransition modAnim">
        <pc:chgData name="Junhe Lian" userId="c48a0666b18b4901" providerId="LiveId" clId="{15CC2D3B-8736-41D2-BBD4-409E7465B4C6}" dt="2021-04-07T08:26:33.288" v="1"/>
        <pc:sldMkLst>
          <pc:docMk/>
          <pc:sldMk cId="1498224939" sldId="961"/>
        </pc:sldMkLst>
        <pc:picChg chg="del">
          <ac:chgData name="Junhe Lian" userId="c48a0666b18b4901" providerId="LiveId" clId="{15CC2D3B-8736-41D2-BBD4-409E7465B4C6}" dt="2021-04-07T08:26:33.288" v="1"/>
          <ac:picMkLst>
            <pc:docMk/>
            <pc:sldMk cId="1498224939" sldId="961"/>
            <ac:picMk id="8" creationId="{00000000-0000-0000-0000-000000000000}"/>
          </ac:picMkLst>
        </pc:picChg>
      </pc:sldChg>
      <pc:sldChg chg="delSp modTransition modAnim">
        <pc:chgData name="Junhe Lian" userId="c48a0666b18b4901" providerId="LiveId" clId="{15CC2D3B-8736-41D2-BBD4-409E7465B4C6}" dt="2021-04-07T08:26:33.288" v="1"/>
        <pc:sldMkLst>
          <pc:docMk/>
          <pc:sldMk cId="1683743785" sldId="963"/>
        </pc:sldMkLst>
        <pc:picChg chg="del">
          <ac:chgData name="Junhe Lian" userId="c48a0666b18b4901" providerId="LiveId" clId="{15CC2D3B-8736-41D2-BBD4-409E7465B4C6}" dt="2021-04-07T08:26:33.288" v="1"/>
          <ac:picMkLst>
            <pc:docMk/>
            <pc:sldMk cId="1683743785" sldId="963"/>
            <ac:picMk id="14" creationId="{00000000-0000-0000-0000-000000000000}"/>
          </ac:picMkLst>
        </pc:picChg>
      </pc:sldChg>
      <pc:sldChg chg="delSp modTransition modAnim">
        <pc:chgData name="Junhe Lian" userId="c48a0666b18b4901" providerId="LiveId" clId="{15CC2D3B-8736-41D2-BBD4-409E7465B4C6}" dt="2021-04-07T08:26:33.288" v="1"/>
        <pc:sldMkLst>
          <pc:docMk/>
          <pc:sldMk cId="1814900141" sldId="964"/>
        </pc:sldMkLst>
        <pc:picChg chg="del">
          <ac:chgData name="Junhe Lian" userId="c48a0666b18b4901" providerId="LiveId" clId="{15CC2D3B-8736-41D2-BBD4-409E7465B4C6}" dt="2021-04-07T08:26:33.288" v="1"/>
          <ac:picMkLst>
            <pc:docMk/>
            <pc:sldMk cId="1814900141" sldId="964"/>
            <ac:picMk id="12" creationId="{00000000-0000-0000-0000-000000000000}"/>
          </ac:picMkLst>
        </pc:picChg>
      </pc:sldChg>
      <pc:sldChg chg="delSp modTransition modAnim">
        <pc:chgData name="Junhe Lian" userId="c48a0666b18b4901" providerId="LiveId" clId="{15CC2D3B-8736-41D2-BBD4-409E7465B4C6}" dt="2021-04-07T08:26:33.288" v="1"/>
        <pc:sldMkLst>
          <pc:docMk/>
          <pc:sldMk cId="738568369" sldId="965"/>
        </pc:sldMkLst>
        <pc:picChg chg="del">
          <ac:chgData name="Junhe Lian" userId="c48a0666b18b4901" providerId="LiveId" clId="{15CC2D3B-8736-41D2-BBD4-409E7465B4C6}" dt="2021-04-07T08:26:33.288" v="1"/>
          <ac:picMkLst>
            <pc:docMk/>
            <pc:sldMk cId="738568369" sldId="965"/>
            <ac:picMk id="15" creationId="{00000000-0000-0000-0000-000000000000}"/>
          </ac:picMkLst>
        </pc:picChg>
      </pc:sldChg>
      <pc:sldChg chg="delSp modTransition modAnim">
        <pc:chgData name="Junhe Lian" userId="c48a0666b18b4901" providerId="LiveId" clId="{15CC2D3B-8736-41D2-BBD4-409E7465B4C6}" dt="2021-04-07T08:26:33.288" v="1"/>
        <pc:sldMkLst>
          <pc:docMk/>
          <pc:sldMk cId="513911097" sldId="967"/>
        </pc:sldMkLst>
        <pc:picChg chg="del">
          <ac:chgData name="Junhe Lian" userId="c48a0666b18b4901" providerId="LiveId" clId="{15CC2D3B-8736-41D2-BBD4-409E7465B4C6}" dt="2021-04-07T08:26:33.288" v="1"/>
          <ac:picMkLst>
            <pc:docMk/>
            <pc:sldMk cId="513911097" sldId="967"/>
            <ac:picMk id="12" creationId="{00000000-0000-0000-0000-000000000000}"/>
          </ac:picMkLst>
        </pc:picChg>
      </pc:sldChg>
      <pc:sldChg chg="delSp modTransition modAnim">
        <pc:chgData name="Junhe Lian" userId="c48a0666b18b4901" providerId="LiveId" clId="{15CC2D3B-8736-41D2-BBD4-409E7465B4C6}" dt="2021-04-07T08:26:33.288" v="1"/>
        <pc:sldMkLst>
          <pc:docMk/>
          <pc:sldMk cId="519271584" sldId="970"/>
        </pc:sldMkLst>
        <pc:picChg chg="del">
          <ac:chgData name="Junhe Lian" userId="c48a0666b18b4901" providerId="LiveId" clId="{15CC2D3B-8736-41D2-BBD4-409E7465B4C6}" dt="2021-04-07T08:26:33.288" v="1"/>
          <ac:picMkLst>
            <pc:docMk/>
            <pc:sldMk cId="519271584" sldId="970"/>
            <ac:picMk id="6" creationId="{00000000-0000-0000-0000-000000000000}"/>
          </ac:picMkLst>
        </pc:picChg>
      </pc:sldChg>
      <pc:sldChg chg="delSp modTransition modAnim">
        <pc:chgData name="Junhe Lian" userId="c48a0666b18b4901" providerId="LiveId" clId="{15CC2D3B-8736-41D2-BBD4-409E7465B4C6}" dt="2021-04-07T08:26:33.288" v="1"/>
        <pc:sldMkLst>
          <pc:docMk/>
          <pc:sldMk cId="2339924509" sldId="971"/>
        </pc:sldMkLst>
        <pc:picChg chg="del">
          <ac:chgData name="Junhe Lian" userId="c48a0666b18b4901" providerId="LiveId" clId="{15CC2D3B-8736-41D2-BBD4-409E7465B4C6}" dt="2021-04-07T08:26:33.288" v="1"/>
          <ac:picMkLst>
            <pc:docMk/>
            <pc:sldMk cId="2339924509" sldId="971"/>
            <ac:picMk id="13" creationId="{00000000-0000-0000-0000-000000000000}"/>
          </ac:picMkLst>
        </pc:picChg>
      </pc:sldChg>
      <pc:sldChg chg="delSp modTransition modAnim">
        <pc:chgData name="Junhe Lian" userId="c48a0666b18b4901" providerId="LiveId" clId="{15CC2D3B-8736-41D2-BBD4-409E7465B4C6}" dt="2021-04-07T08:26:33.288" v="1"/>
        <pc:sldMkLst>
          <pc:docMk/>
          <pc:sldMk cId="1351892384" sldId="974"/>
        </pc:sldMkLst>
        <pc:picChg chg="del">
          <ac:chgData name="Junhe Lian" userId="c48a0666b18b4901" providerId="LiveId" clId="{15CC2D3B-8736-41D2-BBD4-409E7465B4C6}" dt="2021-04-07T08:26:33.288" v="1"/>
          <ac:picMkLst>
            <pc:docMk/>
            <pc:sldMk cId="1351892384" sldId="974"/>
            <ac:picMk id="34" creationId="{00000000-0000-0000-0000-000000000000}"/>
          </ac:picMkLst>
        </pc:picChg>
      </pc:sldChg>
      <pc:sldMasterChg chg="modSldLayout">
        <pc:chgData name="Junhe Lian" userId="c48a0666b18b4901" providerId="LiveId" clId="{15CC2D3B-8736-41D2-BBD4-409E7465B4C6}" dt="2021-04-07T08:30:48.150" v="42" actId="21"/>
        <pc:sldMasterMkLst>
          <pc:docMk/>
          <pc:sldMasterMk cId="3038685260" sldId="2147483811"/>
        </pc:sldMasterMkLst>
        <pc:sldLayoutChg chg="delSp mod">
          <pc:chgData name="Junhe Lian" userId="c48a0666b18b4901" providerId="LiveId" clId="{15CC2D3B-8736-41D2-BBD4-409E7465B4C6}" dt="2021-04-07T08:30:48.150" v="42" actId="21"/>
          <pc:sldLayoutMkLst>
            <pc:docMk/>
            <pc:sldMasterMk cId="3038685260" sldId="2147483811"/>
            <pc:sldLayoutMk cId="3955564911" sldId="2147483828"/>
          </pc:sldLayoutMkLst>
          <pc:picChg chg="del">
            <ac:chgData name="Junhe Lian" userId="c48a0666b18b4901" providerId="LiveId" clId="{15CC2D3B-8736-41D2-BBD4-409E7465B4C6}" dt="2021-04-07T08:30:48.150" v="42" actId="21"/>
            <ac:picMkLst>
              <pc:docMk/>
              <pc:sldMasterMk cId="3038685260" sldId="2147483811"/>
              <pc:sldLayoutMk cId="3955564911" sldId="2147483828"/>
              <ac:picMk id="7" creationId="{00000000-0000-0000-0000-000000000000}"/>
            </ac:picMkLst>
          </pc:picChg>
        </pc:sldLayoutChg>
      </pc:sldMasterChg>
    </pc:docChg>
  </pc:docChgLst>
  <pc:docChgLst>
    <pc:chgData name="Liu Wenqi" userId="2b203a23-c21d-4944-b27b-e23734d1ab9a" providerId="ADAL" clId="{4CCDED4A-FFA6-4BC6-9E12-677C4B040C3E}"/>
    <pc:docChg chg="undo custSel modSld modMainMaster">
      <pc:chgData name="Liu Wenqi" userId="2b203a23-c21d-4944-b27b-e23734d1ab9a" providerId="ADAL" clId="{4CCDED4A-FFA6-4BC6-9E12-677C4B040C3E}" dt="2021-10-20T16:01:47.267" v="15" actId="6549"/>
      <pc:docMkLst>
        <pc:docMk/>
      </pc:docMkLst>
      <pc:sldChg chg="delSp modSp mod modClrScheme chgLayout">
        <pc:chgData name="Liu Wenqi" userId="2b203a23-c21d-4944-b27b-e23734d1ab9a" providerId="ADAL" clId="{4CCDED4A-FFA6-4BC6-9E12-677C4B040C3E}" dt="2021-10-20T16:01:47.267" v="15" actId="6549"/>
        <pc:sldMkLst>
          <pc:docMk/>
          <pc:sldMk cId="763966358" sldId="928"/>
        </pc:sldMkLst>
        <pc:spChg chg="mod ord">
          <ac:chgData name="Liu Wenqi" userId="2b203a23-c21d-4944-b27b-e23734d1ab9a" providerId="ADAL" clId="{4CCDED4A-FFA6-4BC6-9E12-677C4B040C3E}" dt="2021-10-20T16:01:47.267" v="15" actId="6549"/>
          <ac:spMkLst>
            <pc:docMk/>
            <pc:sldMk cId="763966358" sldId="928"/>
            <ac:spMk id="4" creationId="{00000000-0000-0000-0000-000000000000}"/>
          </ac:spMkLst>
        </pc:spChg>
        <pc:picChg chg="del">
          <ac:chgData name="Liu Wenqi" userId="2b203a23-c21d-4944-b27b-e23734d1ab9a" providerId="ADAL" clId="{4CCDED4A-FFA6-4BC6-9E12-677C4B040C3E}" dt="2021-10-20T15:59:15.690" v="2" actId="478"/>
          <ac:picMkLst>
            <pc:docMk/>
            <pc:sldMk cId="763966358" sldId="928"/>
            <ac:picMk id="6" creationId="{00000000-0000-0000-0000-000000000000}"/>
          </ac:picMkLst>
        </pc:picChg>
        <pc:picChg chg="del">
          <ac:chgData name="Liu Wenqi" userId="2b203a23-c21d-4944-b27b-e23734d1ab9a" providerId="ADAL" clId="{4CCDED4A-FFA6-4BC6-9E12-677C4B040C3E}" dt="2021-10-20T15:59:15.690" v="2" actId="478"/>
          <ac:picMkLst>
            <pc:docMk/>
            <pc:sldMk cId="763966358" sldId="928"/>
            <ac:picMk id="1026" creationId="{00000000-0000-0000-0000-000000000000}"/>
          </ac:picMkLst>
        </pc:picChg>
        <pc:picChg chg="del">
          <ac:chgData name="Liu Wenqi" userId="2b203a23-c21d-4944-b27b-e23734d1ab9a" providerId="ADAL" clId="{4CCDED4A-FFA6-4BC6-9E12-677C4B040C3E}" dt="2021-10-20T15:59:15.690" v="2" actId="478"/>
          <ac:picMkLst>
            <pc:docMk/>
            <pc:sldMk cId="763966358" sldId="928"/>
            <ac:picMk id="1030" creationId="{00000000-0000-0000-0000-000000000000}"/>
          </ac:picMkLst>
        </pc:picChg>
      </pc:sldChg>
      <pc:sldMasterChg chg="modSp mod">
        <pc:chgData name="Liu Wenqi" userId="2b203a23-c21d-4944-b27b-e23734d1ab9a" providerId="ADAL" clId="{4CCDED4A-FFA6-4BC6-9E12-677C4B040C3E}" dt="2021-10-20T15:56:59.861" v="1" actId="1076"/>
        <pc:sldMasterMkLst>
          <pc:docMk/>
          <pc:sldMasterMk cId="3038685260" sldId="2147483811"/>
        </pc:sldMasterMkLst>
        <pc:spChg chg="mod">
          <ac:chgData name="Liu Wenqi" userId="2b203a23-c21d-4944-b27b-e23734d1ab9a" providerId="ADAL" clId="{4CCDED4A-FFA6-4BC6-9E12-677C4B040C3E}" dt="2021-10-20T15:56:59.861" v="1" actId="1076"/>
          <ac:spMkLst>
            <pc:docMk/>
            <pc:sldMasterMk cId="3038685260" sldId="2147483811"/>
            <ac:spMk id="15" creationId="{00000000-0000-0000-0000-000000000000}"/>
          </ac:spMkLst>
        </pc:spChg>
      </pc:sldMasterChg>
    </pc:docChg>
  </pc:docChgLst>
  <pc:docChgLst>
    <pc:chgData name="Junhe Lian" userId="c48a0666b18b4901" providerId="LiveId" clId="{9A5208AA-6067-4CCD-B581-C44B6327508D}"/>
    <pc:docChg chg="modSld modMainMaster">
      <pc:chgData name="Junhe Lian" userId="c48a0666b18b4901" providerId="LiveId" clId="{9A5208AA-6067-4CCD-B581-C44B6327508D}" dt="2020-10-16T08:55:31.666" v="39" actId="1038"/>
      <pc:docMkLst>
        <pc:docMk/>
      </pc:docMkLst>
      <pc:sldChg chg="modSp">
        <pc:chgData name="Junhe Lian" userId="c48a0666b18b4901" providerId="LiveId" clId="{9A5208AA-6067-4CCD-B581-C44B6327508D}" dt="2020-10-16T08:55:31.666" v="39" actId="1038"/>
        <pc:sldMkLst>
          <pc:docMk/>
          <pc:sldMk cId="0" sldId="258"/>
        </pc:sldMkLst>
        <pc:spChg chg="mod">
          <ac:chgData name="Junhe Lian" userId="c48a0666b18b4901" providerId="LiveId" clId="{9A5208AA-6067-4CCD-B581-C44B6327508D}" dt="2020-10-16T08:55:31.666" v="39" actId="1038"/>
          <ac:spMkLst>
            <pc:docMk/>
            <pc:sldMk cId="0" sldId="258"/>
            <ac:spMk id="3" creationId="{00000000-0000-0000-0000-000000000000}"/>
          </ac:spMkLst>
        </pc:spChg>
      </pc:sldChg>
      <pc:sldMasterChg chg="modSldLayout">
        <pc:chgData name="Junhe Lian" userId="c48a0666b18b4901" providerId="LiveId" clId="{9A5208AA-6067-4CCD-B581-C44B6327508D}" dt="2020-10-08T11:38:51.733" v="37" actId="1076"/>
        <pc:sldMasterMkLst>
          <pc:docMk/>
          <pc:sldMasterMk cId="3038685260" sldId="2147483811"/>
        </pc:sldMasterMkLst>
        <pc:sldLayoutChg chg="addSp delSp modSp">
          <pc:chgData name="Junhe Lian" userId="c48a0666b18b4901" providerId="LiveId" clId="{9A5208AA-6067-4CCD-B581-C44B6327508D}" dt="2020-10-08T11:38:51.733" v="37" actId="1076"/>
          <pc:sldLayoutMkLst>
            <pc:docMk/>
            <pc:sldMasterMk cId="3038685260" sldId="2147483811"/>
            <pc:sldLayoutMk cId="2787172087" sldId="2147483830"/>
          </pc:sldLayoutMkLst>
          <pc:grpChg chg="add del mod">
            <ac:chgData name="Junhe Lian" userId="c48a0666b18b4901" providerId="LiveId" clId="{9A5208AA-6067-4CCD-B581-C44B6327508D}" dt="2020-10-08T11:38:45.917" v="35" actId="478"/>
            <ac:grpSpMkLst>
              <pc:docMk/>
              <pc:sldMasterMk cId="3038685260" sldId="2147483811"/>
              <pc:sldLayoutMk cId="2787172087" sldId="2147483830"/>
              <ac:grpSpMk id="10" creationId="{7CCBD056-6ECE-4BB5-A80C-C7E44C41F9D9}"/>
            </ac:grpSpMkLst>
          </pc:grpChg>
          <pc:picChg chg="add mod">
            <ac:chgData name="Junhe Lian" userId="c48a0666b18b4901" providerId="LiveId" clId="{9A5208AA-6067-4CCD-B581-C44B6327508D}" dt="2020-10-08T10:55:19.996" v="34" actId="1076"/>
            <ac:picMkLst>
              <pc:docMk/>
              <pc:sldMasterMk cId="3038685260" sldId="2147483811"/>
              <pc:sldLayoutMk cId="2787172087" sldId="2147483830"/>
              <ac:picMk id="13" creationId="{981FCDCF-DD0C-4E28-91B5-6A8074C3ECB1}"/>
            </ac:picMkLst>
          </pc:picChg>
          <pc:picChg chg="add mod">
            <ac:chgData name="Junhe Lian" userId="c48a0666b18b4901" providerId="LiveId" clId="{9A5208AA-6067-4CCD-B581-C44B6327508D}" dt="2020-10-08T11:38:51.733" v="37" actId="1076"/>
            <ac:picMkLst>
              <pc:docMk/>
              <pc:sldMasterMk cId="3038685260" sldId="2147483811"/>
              <pc:sldLayoutMk cId="2787172087" sldId="2147483830"/>
              <ac:picMk id="14" creationId="{2712313F-E56E-4AEB-8C41-345FCE24D812}"/>
            </ac:picMkLst>
          </pc:picChg>
        </pc:sldLayoutChg>
      </pc:sldMasterChg>
    </pc:docChg>
  </pc:docChgLst>
  <pc:docChgLst>
    <pc:chgData name="Nguyen Binh" userId="acf7f2a7-1119-454a-99ee-b7b1d8425230" providerId="ADAL" clId="{92CE8170-67F4-4A2A-99A7-FFD434749E5A}"/>
    <pc:docChg chg="custSel addSld modSld">
      <pc:chgData name="Nguyen Binh" userId="acf7f2a7-1119-454a-99ee-b7b1d8425230" providerId="ADAL" clId="{92CE8170-67F4-4A2A-99A7-FFD434749E5A}" dt="2024-01-09T08:25:13.990" v="519" actId="478"/>
      <pc:docMkLst>
        <pc:docMk/>
      </pc:docMkLst>
      <pc:sldChg chg="modSp mod">
        <pc:chgData name="Nguyen Binh" userId="acf7f2a7-1119-454a-99ee-b7b1d8425230" providerId="ADAL" clId="{92CE8170-67F4-4A2A-99A7-FFD434749E5A}" dt="2024-01-09T07:53:26.062" v="224" actId="20577"/>
        <pc:sldMkLst>
          <pc:docMk/>
          <pc:sldMk cId="0" sldId="258"/>
        </pc:sldMkLst>
        <pc:spChg chg="mod">
          <ac:chgData name="Nguyen Binh" userId="acf7f2a7-1119-454a-99ee-b7b1d8425230" providerId="ADAL" clId="{92CE8170-67F4-4A2A-99A7-FFD434749E5A}" dt="2024-01-09T07:53:26.062" v="224" actId="20577"/>
          <ac:spMkLst>
            <pc:docMk/>
            <pc:sldMk cId="0" sldId="258"/>
            <ac:spMk id="3" creationId="{00000000-0000-0000-0000-000000000000}"/>
          </ac:spMkLst>
        </pc:spChg>
      </pc:sldChg>
      <pc:sldChg chg="addSp delSp modSp mod">
        <pc:chgData name="Nguyen Binh" userId="acf7f2a7-1119-454a-99ee-b7b1d8425230" providerId="ADAL" clId="{92CE8170-67F4-4A2A-99A7-FFD434749E5A}" dt="2024-01-09T08:24:55.063" v="506" actId="1076"/>
        <pc:sldMkLst>
          <pc:docMk/>
          <pc:sldMk cId="921972916" sldId="1373"/>
        </pc:sldMkLst>
        <pc:spChg chg="mod">
          <ac:chgData name="Nguyen Binh" userId="acf7f2a7-1119-454a-99ee-b7b1d8425230" providerId="ADAL" clId="{92CE8170-67F4-4A2A-99A7-FFD434749E5A}" dt="2024-01-09T08:24:55.063" v="506" actId="1076"/>
          <ac:spMkLst>
            <pc:docMk/>
            <pc:sldMk cId="921972916" sldId="1373"/>
            <ac:spMk id="2" creationId="{70E9A4FC-5B67-D54E-6A93-34CC607FE215}"/>
          </ac:spMkLst>
        </pc:spChg>
        <pc:spChg chg="mod">
          <ac:chgData name="Nguyen Binh" userId="acf7f2a7-1119-454a-99ee-b7b1d8425230" providerId="ADAL" clId="{92CE8170-67F4-4A2A-99A7-FFD434749E5A}" dt="2024-01-09T08:22:11.657" v="332" actId="20577"/>
          <ac:spMkLst>
            <pc:docMk/>
            <pc:sldMk cId="921972916" sldId="1373"/>
            <ac:spMk id="3" creationId="{027A5BF5-2AB1-74D4-C666-9ABB40D4A64B}"/>
          </ac:spMkLst>
        </pc:spChg>
        <pc:spChg chg="del mod">
          <ac:chgData name="Nguyen Binh" userId="acf7f2a7-1119-454a-99ee-b7b1d8425230" providerId="ADAL" clId="{92CE8170-67F4-4A2A-99A7-FFD434749E5A}" dt="2024-01-09T08:22:47.090" v="417"/>
          <ac:spMkLst>
            <pc:docMk/>
            <pc:sldMk cId="921972916" sldId="1373"/>
            <ac:spMk id="5" creationId="{1CDECCCA-A3CF-D207-7240-368B2E05FC0F}"/>
          </ac:spMkLst>
        </pc:spChg>
        <pc:picChg chg="add mod">
          <ac:chgData name="Nguyen Binh" userId="acf7f2a7-1119-454a-99ee-b7b1d8425230" providerId="ADAL" clId="{92CE8170-67F4-4A2A-99A7-FFD434749E5A}" dt="2024-01-09T07:56:29.978" v="242" actId="14100"/>
          <ac:picMkLst>
            <pc:docMk/>
            <pc:sldMk cId="921972916" sldId="1373"/>
            <ac:picMk id="4" creationId="{854F82E4-4BB4-8AC6-5B2D-820F8A032AC9}"/>
          </ac:picMkLst>
        </pc:picChg>
        <pc:picChg chg="add mod">
          <ac:chgData name="Nguyen Binh" userId="acf7f2a7-1119-454a-99ee-b7b1d8425230" providerId="ADAL" clId="{92CE8170-67F4-4A2A-99A7-FFD434749E5A}" dt="2024-01-09T07:56:32.082" v="243" actId="1076"/>
          <ac:picMkLst>
            <pc:docMk/>
            <pc:sldMk cId="921972916" sldId="1373"/>
            <ac:picMk id="6" creationId="{DEC81665-0AD2-9155-A596-FEAC38FC1041}"/>
          </ac:picMkLst>
        </pc:picChg>
        <pc:picChg chg="add mod">
          <ac:chgData name="Nguyen Binh" userId="acf7f2a7-1119-454a-99ee-b7b1d8425230" providerId="ADAL" clId="{92CE8170-67F4-4A2A-99A7-FFD434749E5A}" dt="2024-01-09T08:24:47.612" v="503" actId="14100"/>
          <ac:picMkLst>
            <pc:docMk/>
            <pc:sldMk cId="921972916" sldId="1373"/>
            <ac:picMk id="7" creationId="{96078EB4-4842-6C72-F95B-C23FD1698F43}"/>
          </ac:picMkLst>
        </pc:picChg>
      </pc:sldChg>
      <pc:sldChg chg="modSp mod">
        <pc:chgData name="Nguyen Binh" userId="acf7f2a7-1119-454a-99ee-b7b1d8425230" providerId="ADAL" clId="{92CE8170-67F4-4A2A-99A7-FFD434749E5A}" dt="2024-01-09T07:54:43.867" v="230" actId="113"/>
        <pc:sldMkLst>
          <pc:docMk/>
          <pc:sldMk cId="2652293245" sldId="1376"/>
        </pc:sldMkLst>
        <pc:spChg chg="mod">
          <ac:chgData name="Nguyen Binh" userId="acf7f2a7-1119-454a-99ee-b7b1d8425230" providerId="ADAL" clId="{92CE8170-67F4-4A2A-99A7-FFD434749E5A}" dt="2024-01-09T07:54:43.867" v="230" actId="113"/>
          <ac:spMkLst>
            <pc:docMk/>
            <pc:sldMk cId="2652293245" sldId="1376"/>
            <ac:spMk id="2" creationId="{4DECFC59-D945-E2D5-1A53-1DD264E367E0}"/>
          </ac:spMkLst>
        </pc:spChg>
      </pc:sldChg>
      <pc:sldChg chg="modSp modAnim">
        <pc:chgData name="Nguyen Binh" userId="acf7f2a7-1119-454a-99ee-b7b1d8425230" providerId="ADAL" clId="{92CE8170-67F4-4A2A-99A7-FFD434749E5A}" dt="2024-01-09T07:53:00.871" v="217" actId="20577"/>
        <pc:sldMkLst>
          <pc:docMk/>
          <pc:sldMk cId="95033168" sldId="1393"/>
        </pc:sldMkLst>
        <pc:spChg chg="mod">
          <ac:chgData name="Nguyen Binh" userId="acf7f2a7-1119-454a-99ee-b7b1d8425230" providerId="ADAL" clId="{92CE8170-67F4-4A2A-99A7-FFD434749E5A}" dt="2024-01-09T07:53:00.871" v="217" actId="20577"/>
          <ac:spMkLst>
            <pc:docMk/>
            <pc:sldMk cId="95033168" sldId="1393"/>
            <ac:spMk id="2" creationId="{B3FD34C0-37C3-07E8-445F-4626AAC38DBF}"/>
          </ac:spMkLst>
        </pc:spChg>
      </pc:sldChg>
      <pc:sldChg chg="addSp delSp modSp new mod">
        <pc:chgData name="Nguyen Binh" userId="acf7f2a7-1119-454a-99ee-b7b1d8425230" providerId="ADAL" clId="{92CE8170-67F4-4A2A-99A7-FFD434749E5A}" dt="2024-01-09T08:10:13.084" v="299" actId="14100"/>
        <pc:sldMkLst>
          <pc:docMk/>
          <pc:sldMk cId="4115618481" sldId="1396"/>
        </pc:sldMkLst>
        <pc:spChg chg="del">
          <ac:chgData name="Nguyen Binh" userId="acf7f2a7-1119-454a-99ee-b7b1d8425230" providerId="ADAL" clId="{92CE8170-67F4-4A2A-99A7-FFD434749E5A}" dt="2024-01-09T08:08:12.868" v="245" actId="478"/>
          <ac:spMkLst>
            <pc:docMk/>
            <pc:sldMk cId="4115618481" sldId="1396"/>
            <ac:spMk id="2" creationId="{FE6576FB-93DA-5451-C438-A4706C39459A}"/>
          </ac:spMkLst>
        </pc:spChg>
        <pc:spChg chg="mod">
          <ac:chgData name="Nguyen Binh" userId="acf7f2a7-1119-454a-99ee-b7b1d8425230" providerId="ADAL" clId="{92CE8170-67F4-4A2A-99A7-FFD434749E5A}" dt="2024-01-09T08:09:28.381" v="282" actId="20577"/>
          <ac:spMkLst>
            <pc:docMk/>
            <pc:sldMk cId="4115618481" sldId="1396"/>
            <ac:spMk id="3" creationId="{63D66B05-A733-09FE-1290-44687BE40649}"/>
          </ac:spMkLst>
        </pc:spChg>
        <pc:picChg chg="add del mod">
          <ac:chgData name="Nguyen Binh" userId="acf7f2a7-1119-454a-99ee-b7b1d8425230" providerId="ADAL" clId="{92CE8170-67F4-4A2A-99A7-FFD434749E5A}" dt="2024-01-09T08:08:45.662" v="251" actId="478"/>
          <ac:picMkLst>
            <pc:docMk/>
            <pc:sldMk cId="4115618481" sldId="1396"/>
            <ac:picMk id="4" creationId="{A5F80755-5B18-AD2B-AC7B-F41B42ABBDEC}"/>
          </ac:picMkLst>
        </pc:picChg>
        <pc:picChg chg="add mod">
          <ac:chgData name="Nguyen Binh" userId="acf7f2a7-1119-454a-99ee-b7b1d8425230" providerId="ADAL" clId="{92CE8170-67F4-4A2A-99A7-FFD434749E5A}" dt="2024-01-09T08:09:53.752" v="291" actId="1076"/>
          <ac:picMkLst>
            <pc:docMk/>
            <pc:sldMk cId="4115618481" sldId="1396"/>
            <ac:picMk id="5" creationId="{6805A996-0C52-A407-3346-BCAD92F13F52}"/>
          </ac:picMkLst>
        </pc:picChg>
        <pc:picChg chg="add mod">
          <ac:chgData name="Nguyen Binh" userId="acf7f2a7-1119-454a-99ee-b7b1d8425230" providerId="ADAL" clId="{92CE8170-67F4-4A2A-99A7-FFD434749E5A}" dt="2024-01-09T08:09:59.679" v="294" actId="14100"/>
          <ac:picMkLst>
            <pc:docMk/>
            <pc:sldMk cId="4115618481" sldId="1396"/>
            <ac:picMk id="6" creationId="{1BFD5F80-FC6E-A8B5-6975-460C05715D4B}"/>
          </ac:picMkLst>
        </pc:picChg>
        <pc:picChg chg="add mod">
          <ac:chgData name="Nguyen Binh" userId="acf7f2a7-1119-454a-99ee-b7b1d8425230" providerId="ADAL" clId="{92CE8170-67F4-4A2A-99A7-FFD434749E5A}" dt="2024-01-09T08:09:53.752" v="291" actId="1076"/>
          <ac:picMkLst>
            <pc:docMk/>
            <pc:sldMk cId="4115618481" sldId="1396"/>
            <ac:picMk id="7" creationId="{EF7C9A15-C156-8F36-7762-2F63C609B9E8}"/>
          </ac:picMkLst>
        </pc:picChg>
        <pc:picChg chg="add mod">
          <ac:chgData name="Nguyen Binh" userId="acf7f2a7-1119-454a-99ee-b7b1d8425230" providerId="ADAL" clId="{92CE8170-67F4-4A2A-99A7-FFD434749E5A}" dt="2024-01-09T08:10:13.084" v="299" actId="14100"/>
          <ac:picMkLst>
            <pc:docMk/>
            <pc:sldMk cId="4115618481" sldId="1396"/>
            <ac:picMk id="8" creationId="{9AE978CA-0C78-72C2-ACBF-796CAA90914B}"/>
          </ac:picMkLst>
        </pc:picChg>
      </pc:sldChg>
      <pc:sldChg chg="delSp modSp new mod">
        <pc:chgData name="Nguyen Binh" userId="acf7f2a7-1119-454a-99ee-b7b1d8425230" providerId="ADAL" clId="{92CE8170-67F4-4A2A-99A7-FFD434749E5A}" dt="2024-01-09T08:25:13.990" v="519" actId="478"/>
        <pc:sldMkLst>
          <pc:docMk/>
          <pc:sldMk cId="3766410417" sldId="1397"/>
        </pc:sldMkLst>
        <pc:spChg chg="del">
          <ac:chgData name="Nguyen Binh" userId="acf7f2a7-1119-454a-99ee-b7b1d8425230" providerId="ADAL" clId="{92CE8170-67F4-4A2A-99A7-FFD434749E5A}" dt="2024-01-09T08:25:13.990" v="519" actId="478"/>
          <ac:spMkLst>
            <pc:docMk/>
            <pc:sldMk cId="3766410417" sldId="1397"/>
            <ac:spMk id="2" creationId="{2E40DEB9-986C-2A1F-F310-077ADF65DD0E}"/>
          </ac:spMkLst>
        </pc:spChg>
        <pc:spChg chg="mod">
          <ac:chgData name="Nguyen Binh" userId="acf7f2a7-1119-454a-99ee-b7b1d8425230" providerId="ADAL" clId="{92CE8170-67F4-4A2A-99A7-FFD434749E5A}" dt="2024-01-09T08:25:11.997" v="518" actId="20577"/>
          <ac:spMkLst>
            <pc:docMk/>
            <pc:sldMk cId="3766410417" sldId="1397"/>
            <ac:spMk id="3" creationId="{E523ADB8-DE46-2F23-8489-B445AB0F9E39}"/>
          </ac:spMkLst>
        </pc:spChg>
      </pc:sldChg>
    </pc:docChg>
  </pc:docChgLst>
  <pc:docChgLst>
    <pc:chgData clId="Web-{910DF628-C561-B6D7-E877-E8206EDC5EC6}"/>
    <pc:docChg chg="modSld">
      <pc:chgData name="" userId="" providerId="" clId="Web-{910DF628-C561-B6D7-E877-E8206EDC5EC6}" dt="2023-07-24T06:02:58.612" v="0"/>
      <pc:docMkLst>
        <pc:docMk/>
      </pc:docMkLst>
      <pc:sldChg chg="addSp">
        <pc:chgData name="" userId="" providerId="" clId="Web-{910DF628-C561-B6D7-E877-E8206EDC5EC6}" dt="2023-07-24T06:02:58.612" v="0"/>
        <pc:sldMkLst>
          <pc:docMk/>
          <pc:sldMk cId="423727490" sldId="820"/>
        </pc:sldMkLst>
        <pc:spChg chg="add">
          <ac:chgData name="" userId="" providerId="" clId="Web-{910DF628-C561-B6D7-E877-E8206EDC5EC6}" dt="2023-07-24T06:02:58.612" v="0"/>
          <ac:spMkLst>
            <pc:docMk/>
            <pc:sldMk cId="423727490" sldId="820"/>
            <ac:spMk id="4" creationId="{ABB542B5-E1FF-379E-99A2-5B497EDD9E5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90CD5-BF24-4583-8120-DAAA98AEC9A4}" type="doc">
      <dgm:prSet loTypeId="urn:microsoft.com/office/officeart/2005/8/layout/process1" loCatId="process" qsTypeId="urn:microsoft.com/office/officeart/2005/8/quickstyle/simple1" qsCatId="simple" csTypeId="urn:microsoft.com/office/officeart/2005/8/colors/accent0_1" csCatId="mainScheme" phldr="1"/>
      <dgm:spPr/>
    </dgm:pt>
    <dgm:pt modelId="{32F1EB49-E47F-432A-9BD9-ADE2F5281EEB}">
      <dgm:prSet phldrT="[Text]"/>
      <dgm:spPr>
        <a:ln>
          <a:solidFill>
            <a:schemeClr val="accent6"/>
          </a:solidFill>
        </a:ln>
      </dgm:spPr>
      <dgm:t>
        <a:bodyPr/>
        <a:lstStyle/>
        <a:p>
          <a:pPr algn="l"/>
          <a:r>
            <a:rPr lang="en-US" b="1"/>
            <a:t>INPUTS</a:t>
          </a:r>
        </a:p>
        <a:p>
          <a:pPr algn="l"/>
          <a:r>
            <a:rPr lang="en-FI"/>
            <a:t>(1) strain (initial value: 2e-08</a:t>
          </a:r>
          <a:r>
            <a:rPr lang="en-US"/>
            <a:t>, can be taken as 0.0</a:t>
          </a:r>
          <a:r>
            <a:rPr lang="en-FI"/>
            <a:t>)</a:t>
          </a:r>
        </a:p>
        <a:p>
          <a:pPr algn="l"/>
          <a:r>
            <a:rPr lang="en-FI"/>
            <a:t>(2) strain rate (initial value: 0.1)</a:t>
          </a:r>
        </a:p>
        <a:p>
          <a:pPr algn="l"/>
          <a:r>
            <a:rPr lang="en-FI"/>
            <a:t>(3) initial temperature (K) (initial value: 293 K)</a:t>
          </a:r>
          <a:endParaRPr lang="en-IN"/>
        </a:p>
      </dgm:t>
    </dgm:pt>
    <dgm:pt modelId="{3E0401E6-1C55-425D-8C6F-047F0416EB5D}" type="parTrans" cxnId="{51AFE172-8DAB-4D5F-8181-EA91E402E8C6}">
      <dgm:prSet/>
      <dgm:spPr/>
      <dgm:t>
        <a:bodyPr/>
        <a:lstStyle/>
        <a:p>
          <a:endParaRPr lang="en-IN"/>
        </a:p>
      </dgm:t>
    </dgm:pt>
    <dgm:pt modelId="{4C6D85AF-648C-4388-A402-2EE250D92208}" type="sibTrans" cxnId="{51AFE172-8DAB-4D5F-8181-EA91E402E8C6}">
      <dgm:prSet>
        <dgm:style>
          <a:lnRef idx="1">
            <a:schemeClr val="accent6"/>
          </a:lnRef>
          <a:fillRef idx="2">
            <a:schemeClr val="accent6"/>
          </a:fillRef>
          <a:effectRef idx="1">
            <a:schemeClr val="accent6"/>
          </a:effectRef>
          <a:fontRef idx="minor">
            <a:schemeClr val="dk1"/>
          </a:fontRef>
        </dgm:style>
      </dgm:prSet>
      <dgm:spPr>
        <a:ln/>
      </dgm:spPr>
      <dgm:t>
        <a:bodyPr/>
        <a:lstStyle/>
        <a:p>
          <a:endParaRPr lang="en-IN"/>
        </a:p>
      </dgm:t>
    </dgm:pt>
    <dgm:pt modelId="{EC57C6A6-A4AF-49A8-A0F3-E4E9E24B6F8C}">
      <dgm:prSet phldrT="[Text]"/>
      <dgm:spPr>
        <a:ln>
          <a:solidFill>
            <a:schemeClr val="accent6"/>
          </a:solidFill>
        </a:ln>
      </dgm:spPr>
      <dgm:t>
        <a:bodyPr/>
        <a:lstStyle/>
        <a:p>
          <a:pPr algn="l"/>
          <a:r>
            <a:rPr lang="en-US" b="1">
              <a:solidFill>
                <a:schemeClr val="tx1"/>
              </a:solidFill>
            </a:rPr>
            <a:t>OUTPUTS</a:t>
          </a:r>
        </a:p>
        <a:p>
          <a:pPr algn="l"/>
          <a:r>
            <a:rPr lang="en-FI">
              <a:solidFill>
                <a:schemeClr val="tx1"/>
              </a:solidFill>
            </a:rPr>
            <a:t>(1) stress (MPa) </a:t>
          </a:r>
        </a:p>
        <a:p>
          <a:pPr algn="l"/>
          <a:r>
            <a:rPr lang="en-FI">
              <a:solidFill>
                <a:schemeClr val="tx1"/>
              </a:solidFill>
            </a:rPr>
            <a:t>(2) delta temperature (K) </a:t>
          </a:r>
          <a:endParaRPr lang="en-IN">
            <a:solidFill>
              <a:schemeClr val="tx1"/>
            </a:solidFill>
          </a:endParaRPr>
        </a:p>
      </dgm:t>
    </dgm:pt>
    <dgm:pt modelId="{0A3D7E01-5C43-4B33-B9FB-31B1C5CA2DD6}" type="parTrans" cxnId="{30406821-C51E-4D26-95F0-2907C54042CE}">
      <dgm:prSet/>
      <dgm:spPr/>
      <dgm:t>
        <a:bodyPr/>
        <a:lstStyle/>
        <a:p>
          <a:endParaRPr lang="en-IN"/>
        </a:p>
      </dgm:t>
    </dgm:pt>
    <dgm:pt modelId="{5A482581-9AFE-4836-B745-037044F567A5}" type="sibTrans" cxnId="{30406821-C51E-4D26-95F0-2907C54042CE}">
      <dgm:prSet/>
      <dgm:spPr/>
      <dgm:t>
        <a:bodyPr/>
        <a:lstStyle/>
        <a:p>
          <a:endParaRPr lang="en-IN"/>
        </a:p>
      </dgm:t>
    </dgm:pt>
    <dgm:pt modelId="{620D9308-0525-42F2-BFEF-B8E5CD398B2E}">
      <dgm:prSet phldrT="[Text]" custT="1"/>
      <dgm:spPr>
        <a:ln>
          <a:noFill/>
        </a:ln>
      </dgm:spPr>
      <dgm:t>
        <a:bodyPr/>
        <a:lstStyle/>
        <a:p>
          <a:r>
            <a:rPr lang="en-US" sz="2000" b="1"/>
            <a:t>Machine Learning Model </a:t>
          </a:r>
          <a:endParaRPr lang="en-IN" sz="2000" b="1"/>
        </a:p>
      </dgm:t>
    </dgm:pt>
    <dgm:pt modelId="{631FEE88-6D47-42C5-88B4-C30E7E024371}" type="sibTrans" cxnId="{43BE35F3-7D13-447E-9E76-049AA7368CC3}">
      <dgm:prSet>
        <dgm:style>
          <a:lnRef idx="1">
            <a:schemeClr val="accent6"/>
          </a:lnRef>
          <a:fillRef idx="2">
            <a:schemeClr val="accent6"/>
          </a:fillRef>
          <a:effectRef idx="1">
            <a:schemeClr val="accent6"/>
          </a:effectRef>
          <a:fontRef idx="minor">
            <a:schemeClr val="dk1"/>
          </a:fontRef>
        </dgm:style>
      </dgm:prSet>
      <dgm:spPr/>
      <dgm:t>
        <a:bodyPr/>
        <a:lstStyle/>
        <a:p>
          <a:endParaRPr lang="en-IN"/>
        </a:p>
      </dgm:t>
    </dgm:pt>
    <dgm:pt modelId="{B1BA3868-63B8-4547-84A0-4EAD392FF534}" type="parTrans" cxnId="{43BE35F3-7D13-447E-9E76-049AA7368CC3}">
      <dgm:prSet/>
      <dgm:spPr/>
      <dgm:t>
        <a:bodyPr/>
        <a:lstStyle/>
        <a:p>
          <a:endParaRPr lang="en-IN"/>
        </a:p>
      </dgm:t>
    </dgm:pt>
    <dgm:pt modelId="{DF182146-E4C0-4680-B43C-D6FCCB8F6521}" type="pres">
      <dgm:prSet presAssocID="{91490CD5-BF24-4583-8120-DAAA98AEC9A4}" presName="Name0" presStyleCnt="0">
        <dgm:presLayoutVars>
          <dgm:dir/>
          <dgm:resizeHandles val="exact"/>
        </dgm:presLayoutVars>
      </dgm:prSet>
      <dgm:spPr/>
    </dgm:pt>
    <dgm:pt modelId="{78F47B45-3A0E-4BC5-9A77-84FF4FAF7EDB}" type="pres">
      <dgm:prSet presAssocID="{32F1EB49-E47F-432A-9BD9-ADE2F5281EEB}" presName="node" presStyleLbl="node1" presStyleIdx="0" presStyleCnt="3" custScaleX="108382">
        <dgm:presLayoutVars>
          <dgm:bulletEnabled val="1"/>
        </dgm:presLayoutVars>
      </dgm:prSet>
      <dgm:spPr/>
    </dgm:pt>
    <dgm:pt modelId="{4F4F7A22-628E-4358-91F4-FAD94A3E7DE6}" type="pres">
      <dgm:prSet presAssocID="{4C6D85AF-648C-4388-A402-2EE250D92208}" presName="sibTrans" presStyleLbl="sibTrans2D1" presStyleIdx="0" presStyleCnt="2"/>
      <dgm:spPr/>
    </dgm:pt>
    <dgm:pt modelId="{DEC835F0-E325-4CFC-8A62-60C6175BAE8B}" type="pres">
      <dgm:prSet presAssocID="{4C6D85AF-648C-4388-A402-2EE250D92208}" presName="connectorText" presStyleLbl="sibTrans2D1" presStyleIdx="0" presStyleCnt="2"/>
      <dgm:spPr/>
    </dgm:pt>
    <dgm:pt modelId="{1F5C7885-9154-4437-BC5E-9EF14C2FE449}" type="pres">
      <dgm:prSet presAssocID="{620D9308-0525-42F2-BFEF-B8E5CD398B2E}" presName="node" presStyleLbl="node1" presStyleIdx="1" presStyleCnt="3">
        <dgm:presLayoutVars>
          <dgm:bulletEnabled val="1"/>
        </dgm:presLayoutVars>
      </dgm:prSet>
      <dgm:spPr/>
    </dgm:pt>
    <dgm:pt modelId="{57203D30-1ABE-4B3C-8759-E05ABA2DC4D8}" type="pres">
      <dgm:prSet presAssocID="{631FEE88-6D47-42C5-88B4-C30E7E024371}" presName="sibTrans" presStyleLbl="sibTrans2D1" presStyleIdx="1" presStyleCnt="2"/>
      <dgm:spPr/>
    </dgm:pt>
    <dgm:pt modelId="{94089412-E32A-458F-AD63-DF69495CA8BC}" type="pres">
      <dgm:prSet presAssocID="{631FEE88-6D47-42C5-88B4-C30E7E024371}" presName="connectorText" presStyleLbl="sibTrans2D1" presStyleIdx="1" presStyleCnt="2"/>
      <dgm:spPr/>
    </dgm:pt>
    <dgm:pt modelId="{19FD87A3-C7D5-4EAA-BB2D-CB60584879BF}" type="pres">
      <dgm:prSet presAssocID="{EC57C6A6-A4AF-49A8-A0F3-E4E9E24B6F8C}" presName="node" presStyleLbl="node1" presStyleIdx="2" presStyleCnt="3">
        <dgm:presLayoutVars>
          <dgm:bulletEnabled val="1"/>
        </dgm:presLayoutVars>
      </dgm:prSet>
      <dgm:spPr/>
    </dgm:pt>
  </dgm:ptLst>
  <dgm:cxnLst>
    <dgm:cxn modelId="{30406821-C51E-4D26-95F0-2907C54042CE}" srcId="{91490CD5-BF24-4583-8120-DAAA98AEC9A4}" destId="{EC57C6A6-A4AF-49A8-A0F3-E4E9E24B6F8C}" srcOrd="2" destOrd="0" parTransId="{0A3D7E01-5C43-4B33-B9FB-31B1C5CA2DD6}" sibTransId="{5A482581-9AFE-4836-B745-037044F567A5}"/>
    <dgm:cxn modelId="{4319393E-4B8C-46F4-B59D-A55931881C76}" type="presOf" srcId="{4C6D85AF-648C-4388-A402-2EE250D92208}" destId="{DEC835F0-E325-4CFC-8A62-60C6175BAE8B}" srcOrd="1" destOrd="0" presId="urn:microsoft.com/office/officeart/2005/8/layout/process1"/>
    <dgm:cxn modelId="{1F97726B-7C9D-4E7F-B553-CB310C0CEEE2}" type="presOf" srcId="{631FEE88-6D47-42C5-88B4-C30E7E024371}" destId="{57203D30-1ABE-4B3C-8759-E05ABA2DC4D8}" srcOrd="0" destOrd="0" presId="urn:microsoft.com/office/officeart/2005/8/layout/process1"/>
    <dgm:cxn modelId="{51AFE172-8DAB-4D5F-8181-EA91E402E8C6}" srcId="{91490CD5-BF24-4583-8120-DAAA98AEC9A4}" destId="{32F1EB49-E47F-432A-9BD9-ADE2F5281EEB}" srcOrd="0" destOrd="0" parTransId="{3E0401E6-1C55-425D-8C6F-047F0416EB5D}" sibTransId="{4C6D85AF-648C-4388-A402-2EE250D92208}"/>
    <dgm:cxn modelId="{7B160A53-7242-4D19-9888-5B802E4A7941}" type="presOf" srcId="{32F1EB49-E47F-432A-9BD9-ADE2F5281EEB}" destId="{78F47B45-3A0E-4BC5-9A77-84FF4FAF7EDB}" srcOrd="0" destOrd="0" presId="urn:microsoft.com/office/officeart/2005/8/layout/process1"/>
    <dgm:cxn modelId="{23695B74-7CB2-4957-8A77-6015FCA19A9D}" type="presOf" srcId="{EC57C6A6-A4AF-49A8-A0F3-E4E9E24B6F8C}" destId="{19FD87A3-C7D5-4EAA-BB2D-CB60584879BF}" srcOrd="0" destOrd="0" presId="urn:microsoft.com/office/officeart/2005/8/layout/process1"/>
    <dgm:cxn modelId="{0805B08A-D550-4CB1-A21C-3E3EEAFF6134}" type="presOf" srcId="{4C6D85AF-648C-4388-A402-2EE250D92208}" destId="{4F4F7A22-628E-4358-91F4-FAD94A3E7DE6}" srcOrd="0" destOrd="0" presId="urn:microsoft.com/office/officeart/2005/8/layout/process1"/>
    <dgm:cxn modelId="{F69619DA-CAFF-44D1-8B27-76A3663ECFBA}" type="presOf" srcId="{91490CD5-BF24-4583-8120-DAAA98AEC9A4}" destId="{DF182146-E4C0-4680-B43C-D6FCCB8F6521}" srcOrd="0" destOrd="0" presId="urn:microsoft.com/office/officeart/2005/8/layout/process1"/>
    <dgm:cxn modelId="{43BE35F3-7D13-447E-9E76-049AA7368CC3}" srcId="{91490CD5-BF24-4583-8120-DAAA98AEC9A4}" destId="{620D9308-0525-42F2-BFEF-B8E5CD398B2E}" srcOrd="1" destOrd="0" parTransId="{B1BA3868-63B8-4547-84A0-4EAD392FF534}" sibTransId="{631FEE88-6D47-42C5-88B4-C30E7E024371}"/>
    <dgm:cxn modelId="{376294F5-B5D5-4307-BF88-E3E770297AE1}" type="presOf" srcId="{620D9308-0525-42F2-BFEF-B8E5CD398B2E}" destId="{1F5C7885-9154-4437-BC5E-9EF14C2FE449}" srcOrd="0" destOrd="0" presId="urn:microsoft.com/office/officeart/2005/8/layout/process1"/>
    <dgm:cxn modelId="{4A45B7FC-CDA0-4448-97BE-9C858FD6B7DE}" type="presOf" srcId="{631FEE88-6D47-42C5-88B4-C30E7E024371}" destId="{94089412-E32A-458F-AD63-DF69495CA8BC}" srcOrd="1" destOrd="0" presId="urn:microsoft.com/office/officeart/2005/8/layout/process1"/>
    <dgm:cxn modelId="{A4407BCB-04AF-49F8-81D4-3E3B69DE9720}" type="presParOf" srcId="{DF182146-E4C0-4680-B43C-D6FCCB8F6521}" destId="{78F47B45-3A0E-4BC5-9A77-84FF4FAF7EDB}" srcOrd="0" destOrd="0" presId="urn:microsoft.com/office/officeart/2005/8/layout/process1"/>
    <dgm:cxn modelId="{EA58DB67-1E39-464F-A512-E3C1F9F8DE28}" type="presParOf" srcId="{DF182146-E4C0-4680-B43C-D6FCCB8F6521}" destId="{4F4F7A22-628E-4358-91F4-FAD94A3E7DE6}" srcOrd="1" destOrd="0" presId="urn:microsoft.com/office/officeart/2005/8/layout/process1"/>
    <dgm:cxn modelId="{C992BE97-15B3-4C60-BB37-052FE3251B3F}" type="presParOf" srcId="{4F4F7A22-628E-4358-91F4-FAD94A3E7DE6}" destId="{DEC835F0-E325-4CFC-8A62-60C6175BAE8B}" srcOrd="0" destOrd="0" presId="urn:microsoft.com/office/officeart/2005/8/layout/process1"/>
    <dgm:cxn modelId="{D86C1C6E-A833-43CA-B861-C41D9D22D02F}" type="presParOf" srcId="{DF182146-E4C0-4680-B43C-D6FCCB8F6521}" destId="{1F5C7885-9154-4437-BC5E-9EF14C2FE449}" srcOrd="2" destOrd="0" presId="urn:microsoft.com/office/officeart/2005/8/layout/process1"/>
    <dgm:cxn modelId="{437BCE25-B3BB-4B59-973A-E13ABC720FA5}" type="presParOf" srcId="{DF182146-E4C0-4680-B43C-D6FCCB8F6521}" destId="{57203D30-1ABE-4B3C-8759-E05ABA2DC4D8}" srcOrd="3" destOrd="0" presId="urn:microsoft.com/office/officeart/2005/8/layout/process1"/>
    <dgm:cxn modelId="{74F727B6-40DE-4625-9649-85AE0F521222}" type="presParOf" srcId="{57203D30-1ABE-4B3C-8759-E05ABA2DC4D8}" destId="{94089412-E32A-458F-AD63-DF69495CA8BC}" srcOrd="0" destOrd="0" presId="urn:microsoft.com/office/officeart/2005/8/layout/process1"/>
    <dgm:cxn modelId="{FDA5AE74-D5B0-413C-94DC-F7FFA6B932BD}" type="presParOf" srcId="{DF182146-E4C0-4680-B43C-D6FCCB8F6521}" destId="{19FD87A3-C7D5-4EAA-BB2D-CB60584879B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8B0573-2912-4628-85AD-830E078306AD}"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en-FI"/>
        </a:p>
      </dgm:t>
    </dgm:pt>
    <dgm:pt modelId="{86DF5A1E-1EB0-4A50-9334-3D375ADAAD9B}">
      <dgm:prSet phldrT="[Text]" custT="1"/>
      <dgm:spPr/>
      <dgm:t>
        <a:bodyPr/>
        <a:lstStyle/>
        <a:p>
          <a:r>
            <a:rPr lang="en-US" sz="1400" b="0" i="0"/>
            <a:t>Step 1: Download </a:t>
          </a:r>
          <a:r>
            <a:rPr lang="en-US" sz="1400" b="0" i="0" err="1"/>
            <a:t>Tensorflow</a:t>
          </a:r>
          <a:r>
            <a:rPr lang="en-US" sz="1400" b="0" i="0"/>
            <a:t> C API (</a:t>
          </a:r>
          <a:r>
            <a:rPr lang="en-US" sz="1400" b="0" i="0" err="1"/>
            <a:t>c_api.h</a:t>
          </a:r>
          <a:r>
            <a:rPr lang="en-US" sz="1400" b="0" i="0"/>
            <a:t>) and related libraries. Then, install </a:t>
          </a:r>
          <a:r>
            <a:rPr lang="en-US" sz="1400" b="0" i="0" err="1"/>
            <a:t>fortran</a:t>
          </a:r>
          <a:r>
            <a:rPr lang="en-US" sz="1400" b="0" i="0"/>
            <a:t>-</a:t>
          </a:r>
          <a:r>
            <a:rPr lang="en-US" sz="1400" b="0" i="0" err="1"/>
            <a:t>tf</a:t>
          </a:r>
          <a:r>
            <a:rPr lang="en-US" sz="1400" b="0" i="0"/>
            <a:t>-lib on CSC.</a:t>
          </a:r>
          <a:endParaRPr lang="en-FI" sz="1400"/>
        </a:p>
      </dgm:t>
    </dgm:pt>
    <dgm:pt modelId="{164C0027-E794-4E70-A863-50786B169254}" type="parTrans" cxnId="{CBBDAAAF-52BB-4793-B2A0-82F9DF83F39B}">
      <dgm:prSet/>
      <dgm:spPr/>
      <dgm:t>
        <a:bodyPr/>
        <a:lstStyle/>
        <a:p>
          <a:endParaRPr lang="en-FI" sz="2400"/>
        </a:p>
      </dgm:t>
    </dgm:pt>
    <dgm:pt modelId="{9F49B68C-117D-4B1A-9FFB-6979E60297FA}" type="sibTrans" cxnId="{CBBDAAAF-52BB-4793-B2A0-82F9DF83F39B}">
      <dgm:prSet custT="1"/>
      <dgm:spPr/>
      <dgm:t>
        <a:bodyPr/>
        <a:lstStyle/>
        <a:p>
          <a:endParaRPr lang="en-FI" sz="1050"/>
        </a:p>
      </dgm:t>
    </dgm:pt>
    <dgm:pt modelId="{4763CE45-768F-477E-A8AA-0DC7A68274F3}">
      <dgm:prSet custT="1"/>
      <dgm:spPr/>
      <dgm:t>
        <a:bodyPr/>
        <a:lstStyle/>
        <a:p>
          <a:pPr>
            <a:buFont typeface="Arial" panose="020B0604020202020204" pitchFamily="34" charset="0"/>
            <a:buChar char="•"/>
          </a:pPr>
          <a:r>
            <a:rPr lang="en-US" sz="1400" b="0" i="0"/>
            <a:t>Step 2: Prepare Abaqus VUMAT subroutine dummy model (such as von-Mises stress model)</a:t>
          </a:r>
        </a:p>
      </dgm:t>
    </dgm:pt>
    <dgm:pt modelId="{07A4028A-CF9A-4BDE-84EC-059821E0E331}" type="parTrans" cxnId="{D145F852-A518-4F5B-89FB-C88CAB97E953}">
      <dgm:prSet/>
      <dgm:spPr/>
      <dgm:t>
        <a:bodyPr/>
        <a:lstStyle/>
        <a:p>
          <a:endParaRPr lang="en-FI" sz="2400"/>
        </a:p>
      </dgm:t>
    </dgm:pt>
    <dgm:pt modelId="{714B27C0-F3F5-4CE1-8C3B-831E0A6234B1}" type="sibTrans" cxnId="{D145F852-A518-4F5B-89FB-C88CAB97E953}">
      <dgm:prSet custT="1"/>
      <dgm:spPr/>
      <dgm:t>
        <a:bodyPr/>
        <a:lstStyle/>
        <a:p>
          <a:endParaRPr lang="en-FI" sz="1050"/>
        </a:p>
      </dgm:t>
    </dgm:pt>
    <dgm:pt modelId="{9B022EC2-7799-472F-A5EB-94394C4C8A62}">
      <dgm:prSet custT="1"/>
      <dgm:spPr/>
      <dgm:t>
        <a:bodyPr/>
        <a:lstStyle/>
        <a:p>
          <a:pPr>
            <a:buFont typeface="Arial" panose="020B0604020202020204" pitchFamily="34" charset="0"/>
            <a:buChar char="•"/>
          </a:pPr>
          <a:r>
            <a:rPr lang="en-US" sz="1400" b="0" i="0"/>
            <a:t>Step 3: Convert ML model to .pb format and use </a:t>
          </a:r>
          <a:r>
            <a:rPr lang="en-US" sz="1400" b="1" i="0" err="1"/>
            <a:t>process_model</a:t>
          </a:r>
          <a:r>
            <a:rPr lang="en-US" sz="1400" b="0" i="0"/>
            <a:t> to generate </a:t>
          </a:r>
          <a:r>
            <a:rPr lang="en-US" sz="1400" b="0" i="0" err="1"/>
            <a:t>ml_module</a:t>
          </a:r>
          <a:r>
            <a:rPr lang="en-US" sz="1400" b="0" i="0"/>
            <a:t> Fortran template</a:t>
          </a:r>
        </a:p>
      </dgm:t>
    </dgm:pt>
    <dgm:pt modelId="{C6C9C3DA-12AB-49A0-A012-F3CA1A2305BA}" type="parTrans" cxnId="{F0FB3775-4D07-4CA9-9FB1-B6BF1320D8A6}">
      <dgm:prSet/>
      <dgm:spPr/>
      <dgm:t>
        <a:bodyPr/>
        <a:lstStyle/>
        <a:p>
          <a:endParaRPr lang="en-FI" sz="2400"/>
        </a:p>
      </dgm:t>
    </dgm:pt>
    <dgm:pt modelId="{A27375FA-E2DD-4FA9-88D6-50D755616130}" type="sibTrans" cxnId="{F0FB3775-4D07-4CA9-9FB1-B6BF1320D8A6}">
      <dgm:prSet custT="1"/>
      <dgm:spPr/>
      <dgm:t>
        <a:bodyPr/>
        <a:lstStyle/>
        <a:p>
          <a:endParaRPr lang="en-FI" sz="1050"/>
        </a:p>
      </dgm:t>
    </dgm:pt>
    <dgm:pt modelId="{6FD08A6D-B60E-4770-9B1C-D0B0DAFB2934}">
      <dgm:prSet custT="1"/>
      <dgm:spPr/>
      <dgm:t>
        <a:bodyPr/>
        <a:lstStyle/>
        <a:p>
          <a:pPr>
            <a:buFont typeface="Arial" panose="020B0604020202020204" pitchFamily="34" charset="0"/>
            <a:buChar char="•"/>
          </a:pPr>
          <a:r>
            <a:rPr lang="en-US" sz="1400" b="0" i="0"/>
            <a:t>Step 4: Prepare environment file abaqus_v6.env for custom compilation and linkage</a:t>
          </a:r>
        </a:p>
      </dgm:t>
    </dgm:pt>
    <dgm:pt modelId="{FF1252E5-10FE-4543-B3E2-6C81F983C55B}" type="parTrans" cxnId="{8DC9D8D9-C894-450E-A195-248B01178618}">
      <dgm:prSet/>
      <dgm:spPr/>
      <dgm:t>
        <a:bodyPr/>
        <a:lstStyle/>
        <a:p>
          <a:endParaRPr lang="en-FI" sz="2400"/>
        </a:p>
      </dgm:t>
    </dgm:pt>
    <dgm:pt modelId="{34CE64F6-4FC5-4F83-97B1-FAB5B59F9A82}" type="sibTrans" cxnId="{8DC9D8D9-C894-450E-A195-248B01178618}">
      <dgm:prSet custT="1"/>
      <dgm:spPr/>
      <dgm:t>
        <a:bodyPr/>
        <a:lstStyle/>
        <a:p>
          <a:endParaRPr lang="en-FI" sz="1050"/>
        </a:p>
      </dgm:t>
    </dgm:pt>
    <dgm:pt modelId="{857E18E5-B356-4F25-BEA4-504B0A453503}">
      <dgm:prSet custT="1"/>
      <dgm:spPr/>
      <dgm:t>
        <a:bodyPr/>
        <a:lstStyle/>
        <a:p>
          <a:pPr>
            <a:buFont typeface="Arial" panose="020B0604020202020204" pitchFamily="34" charset="0"/>
            <a:buChar char="•"/>
          </a:pPr>
          <a:r>
            <a:rPr lang="en-US" sz="1400" b="0" i="0"/>
            <a:t>Step 5: Update Abaqus .</a:t>
          </a:r>
          <a:r>
            <a:rPr lang="en-US" sz="1400" b="0" i="0" err="1"/>
            <a:t>inp</a:t>
          </a:r>
          <a:r>
            <a:rPr lang="en-US" sz="1400" b="0" i="0"/>
            <a:t> file for the State dependent variables (SDV) and constants for the ML model</a:t>
          </a:r>
        </a:p>
      </dgm:t>
    </dgm:pt>
    <dgm:pt modelId="{90AC3F00-9183-442E-ADE1-0B3183376A69}" type="parTrans" cxnId="{9AD28D0D-E6B1-462D-B27E-E82471B7EAAD}">
      <dgm:prSet/>
      <dgm:spPr/>
      <dgm:t>
        <a:bodyPr/>
        <a:lstStyle/>
        <a:p>
          <a:endParaRPr lang="en-FI" sz="2400"/>
        </a:p>
      </dgm:t>
    </dgm:pt>
    <dgm:pt modelId="{0EB9878F-EF3C-477B-B8ED-562D893A57B5}" type="sibTrans" cxnId="{9AD28D0D-E6B1-462D-B27E-E82471B7EAAD}">
      <dgm:prSet custT="1"/>
      <dgm:spPr/>
      <dgm:t>
        <a:bodyPr/>
        <a:lstStyle/>
        <a:p>
          <a:endParaRPr lang="en-FI" sz="1050"/>
        </a:p>
      </dgm:t>
    </dgm:pt>
    <dgm:pt modelId="{39A55F37-33E9-46D8-91DD-429B0E009D18}">
      <dgm:prSet custT="1"/>
      <dgm:spPr/>
      <dgm:t>
        <a:bodyPr/>
        <a:lstStyle/>
        <a:p>
          <a:pPr>
            <a:buFont typeface="Arial" panose="020B0604020202020204" pitchFamily="34" charset="0"/>
            <a:buChar char="•"/>
          </a:pPr>
          <a:r>
            <a:rPr lang="en-US" sz="1400" b="0" i="0"/>
            <a:t>Step 6: Incorporate the ML model prediction into Fortran code using the </a:t>
          </a:r>
          <a:r>
            <a:rPr lang="en-US" sz="1400" b="0" i="0" err="1"/>
            <a:t>ml_module</a:t>
          </a:r>
          <a:r>
            <a:rPr lang="en-US" sz="1400" b="0" i="0"/>
            <a:t> and TF C API library</a:t>
          </a:r>
        </a:p>
      </dgm:t>
    </dgm:pt>
    <dgm:pt modelId="{365E122A-2B5B-4170-8AA0-3E98BD634273}" type="parTrans" cxnId="{EE4583C3-E804-4EBC-B6BC-6FC743543399}">
      <dgm:prSet/>
      <dgm:spPr/>
      <dgm:t>
        <a:bodyPr/>
        <a:lstStyle/>
        <a:p>
          <a:endParaRPr lang="en-FI" sz="2400"/>
        </a:p>
      </dgm:t>
    </dgm:pt>
    <dgm:pt modelId="{E055942B-5C21-4536-9D0E-F3E08650A841}" type="sibTrans" cxnId="{EE4583C3-E804-4EBC-B6BC-6FC743543399}">
      <dgm:prSet custT="1"/>
      <dgm:spPr/>
      <dgm:t>
        <a:bodyPr/>
        <a:lstStyle/>
        <a:p>
          <a:endParaRPr lang="en-FI" sz="1050"/>
        </a:p>
      </dgm:t>
    </dgm:pt>
    <dgm:pt modelId="{4BC97219-B267-4FE7-9E91-C5FCE6732775}">
      <dgm:prSet custT="1"/>
      <dgm:spPr/>
      <dgm:t>
        <a:bodyPr/>
        <a:lstStyle/>
        <a:p>
          <a:pPr>
            <a:buFont typeface="Arial" panose="020B0604020202020204" pitchFamily="34" charset="0"/>
            <a:buChar char="•"/>
          </a:pPr>
          <a:r>
            <a:rPr lang="en-US" sz="1400" b="0" i="0"/>
            <a:t>Step 7: Use VEXTERNALDB to ensure the ML model is initialized once and closed once for all VUMAT calls</a:t>
          </a:r>
        </a:p>
      </dgm:t>
    </dgm:pt>
    <dgm:pt modelId="{F3264C23-4EAE-4B53-B7D2-2D563D178FE1}" type="parTrans" cxnId="{4FAE1E50-017D-46B9-A760-EF8C51007592}">
      <dgm:prSet/>
      <dgm:spPr/>
      <dgm:t>
        <a:bodyPr/>
        <a:lstStyle/>
        <a:p>
          <a:endParaRPr lang="en-FI" sz="2400"/>
        </a:p>
      </dgm:t>
    </dgm:pt>
    <dgm:pt modelId="{99050A08-C184-4537-BB6C-3D1FCA7D9C51}" type="sibTrans" cxnId="{4FAE1E50-017D-46B9-A760-EF8C51007592}">
      <dgm:prSet/>
      <dgm:spPr/>
      <dgm:t>
        <a:bodyPr/>
        <a:lstStyle/>
        <a:p>
          <a:endParaRPr lang="en-FI" sz="2400"/>
        </a:p>
      </dgm:t>
    </dgm:pt>
    <dgm:pt modelId="{CC51956B-86B6-465A-AE21-ACC0660C351D}" type="pres">
      <dgm:prSet presAssocID="{7B8B0573-2912-4628-85AD-830E078306AD}" presName="Name0" presStyleCnt="0">
        <dgm:presLayoutVars>
          <dgm:dir/>
          <dgm:resizeHandles val="exact"/>
        </dgm:presLayoutVars>
      </dgm:prSet>
      <dgm:spPr/>
    </dgm:pt>
    <dgm:pt modelId="{A449E4F0-BC33-413E-9594-1A36A3B2A75A}" type="pres">
      <dgm:prSet presAssocID="{86DF5A1E-1EB0-4A50-9334-3D375ADAAD9B}" presName="node" presStyleLbl="node1" presStyleIdx="0" presStyleCnt="7">
        <dgm:presLayoutVars>
          <dgm:bulletEnabled val="1"/>
        </dgm:presLayoutVars>
      </dgm:prSet>
      <dgm:spPr/>
    </dgm:pt>
    <dgm:pt modelId="{D20B0DA4-AFAA-42F0-B2EB-EB2A0E731337}" type="pres">
      <dgm:prSet presAssocID="{9F49B68C-117D-4B1A-9FFB-6979E60297FA}" presName="sibTrans" presStyleLbl="sibTrans2D1" presStyleIdx="0" presStyleCnt="6"/>
      <dgm:spPr/>
    </dgm:pt>
    <dgm:pt modelId="{52EF273F-14E0-4F1F-B9C6-81D9EB73D199}" type="pres">
      <dgm:prSet presAssocID="{9F49B68C-117D-4B1A-9FFB-6979E60297FA}" presName="connectorText" presStyleLbl="sibTrans2D1" presStyleIdx="0" presStyleCnt="6"/>
      <dgm:spPr/>
    </dgm:pt>
    <dgm:pt modelId="{7A739C26-2320-4AC8-9ECD-AF7C62AD6254}" type="pres">
      <dgm:prSet presAssocID="{4763CE45-768F-477E-A8AA-0DC7A68274F3}" presName="node" presStyleLbl="node1" presStyleIdx="1" presStyleCnt="7">
        <dgm:presLayoutVars>
          <dgm:bulletEnabled val="1"/>
        </dgm:presLayoutVars>
      </dgm:prSet>
      <dgm:spPr/>
    </dgm:pt>
    <dgm:pt modelId="{A4CDCA0C-F84C-4BC0-9CB7-B9E70D9E74DC}" type="pres">
      <dgm:prSet presAssocID="{714B27C0-F3F5-4CE1-8C3B-831E0A6234B1}" presName="sibTrans" presStyleLbl="sibTrans2D1" presStyleIdx="1" presStyleCnt="6"/>
      <dgm:spPr/>
    </dgm:pt>
    <dgm:pt modelId="{9FBD86B8-1473-4D7F-B685-34BDBE97BCCD}" type="pres">
      <dgm:prSet presAssocID="{714B27C0-F3F5-4CE1-8C3B-831E0A6234B1}" presName="connectorText" presStyleLbl="sibTrans2D1" presStyleIdx="1" presStyleCnt="6"/>
      <dgm:spPr/>
    </dgm:pt>
    <dgm:pt modelId="{5F3B91B4-626B-410D-BC5C-14E06F09E1AE}" type="pres">
      <dgm:prSet presAssocID="{9B022EC2-7799-472F-A5EB-94394C4C8A62}" presName="node" presStyleLbl="node1" presStyleIdx="2" presStyleCnt="7">
        <dgm:presLayoutVars>
          <dgm:bulletEnabled val="1"/>
        </dgm:presLayoutVars>
      </dgm:prSet>
      <dgm:spPr/>
    </dgm:pt>
    <dgm:pt modelId="{2A132179-B41E-435B-8B97-A32C8237C039}" type="pres">
      <dgm:prSet presAssocID="{A27375FA-E2DD-4FA9-88D6-50D755616130}" presName="sibTrans" presStyleLbl="sibTrans2D1" presStyleIdx="2" presStyleCnt="6"/>
      <dgm:spPr/>
    </dgm:pt>
    <dgm:pt modelId="{878AE540-C8AB-4CAE-8BBC-AB3D980B6B4D}" type="pres">
      <dgm:prSet presAssocID="{A27375FA-E2DD-4FA9-88D6-50D755616130}" presName="connectorText" presStyleLbl="sibTrans2D1" presStyleIdx="2" presStyleCnt="6"/>
      <dgm:spPr/>
    </dgm:pt>
    <dgm:pt modelId="{179806A4-6099-47CB-B6F3-ADE1EBF249A4}" type="pres">
      <dgm:prSet presAssocID="{6FD08A6D-B60E-4770-9B1C-D0B0DAFB2934}" presName="node" presStyleLbl="node1" presStyleIdx="3" presStyleCnt="7">
        <dgm:presLayoutVars>
          <dgm:bulletEnabled val="1"/>
        </dgm:presLayoutVars>
      </dgm:prSet>
      <dgm:spPr/>
    </dgm:pt>
    <dgm:pt modelId="{99FE154E-AD63-41A1-A646-0D10CACEA20B}" type="pres">
      <dgm:prSet presAssocID="{34CE64F6-4FC5-4F83-97B1-FAB5B59F9A82}" presName="sibTrans" presStyleLbl="sibTrans2D1" presStyleIdx="3" presStyleCnt="6"/>
      <dgm:spPr/>
    </dgm:pt>
    <dgm:pt modelId="{5AE8C036-CB1E-445C-A7C5-BB9A82A2D95E}" type="pres">
      <dgm:prSet presAssocID="{34CE64F6-4FC5-4F83-97B1-FAB5B59F9A82}" presName="connectorText" presStyleLbl="sibTrans2D1" presStyleIdx="3" presStyleCnt="6"/>
      <dgm:spPr/>
    </dgm:pt>
    <dgm:pt modelId="{1F2AA03C-110E-430A-ABCA-590EE335B1A4}" type="pres">
      <dgm:prSet presAssocID="{857E18E5-B356-4F25-BEA4-504B0A453503}" presName="node" presStyleLbl="node1" presStyleIdx="4" presStyleCnt="7">
        <dgm:presLayoutVars>
          <dgm:bulletEnabled val="1"/>
        </dgm:presLayoutVars>
      </dgm:prSet>
      <dgm:spPr/>
    </dgm:pt>
    <dgm:pt modelId="{56A5DFAE-9A13-4D8C-88A8-39AB63CF33DE}" type="pres">
      <dgm:prSet presAssocID="{0EB9878F-EF3C-477B-B8ED-562D893A57B5}" presName="sibTrans" presStyleLbl="sibTrans2D1" presStyleIdx="4" presStyleCnt="6"/>
      <dgm:spPr/>
    </dgm:pt>
    <dgm:pt modelId="{C611A833-DABC-4293-B0BD-BD3838A64363}" type="pres">
      <dgm:prSet presAssocID="{0EB9878F-EF3C-477B-B8ED-562D893A57B5}" presName="connectorText" presStyleLbl="sibTrans2D1" presStyleIdx="4" presStyleCnt="6"/>
      <dgm:spPr/>
    </dgm:pt>
    <dgm:pt modelId="{A4FB7DFB-A8F7-4CEC-8C41-C0497DFFA571}" type="pres">
      <dgm:prSet presAssocID="{39A55F37-33E9-46D8-91DD-429B0E009D18}" presName="node" presStyleLbl="node1" presStyleIdx="5" presStyleCnt="7">
        <dgm:presLayoutVars>
          <dgm:bulletEnabled val="1"/>
        </dgm:presLayoutVars>
      </dgm:prSet>
      <dgm:spPr/>
    </dgm:pt>
    <dgm:pt modelId="{C2A7EF85-DA95-40F1-9ED6-CEEE3785A736}" type="pres">
      <dgm:prSet presAssocID="{E055942B-5C21-4536-9D0E-F3E08650A841}" presName="sibTrans" presStyleLbl="sibTrans2D1" presStyleIdx="5" presStyleCnt="6"/>
      <dgm:spPr/>
    </dgm:pt>
    <dgm:pt modelId="{1CD59AE1-9881-4B86-970F-4A8A98E289CE}" type="pres">
      <dgm:prSet presAssocID="{E055942B-5C21-4536-9D0E-F3E08650A841}" presName="connectorText" presStyleLbl="sibTrans2D1" presStyleIdx="5" presStyleCnt="6"/>
      <dgm:spPr/>
    </dgm:pt>
    <dgm:pt modelId="{8582C669-632E-40A6-B4F4-827D63DC6C16}" type="pres">
      <dgm:prSet presAssocID="{4BC97219-B267-4FE7-9E91-C5FCE6732775}" presName="node" presStyleLbl="node1" presStyleIdx="6" presStyleCnt="7">
        <dgm:presLayoutVars>
          <dgm:bulletEnabled val="1"/>
        </dgm:presLayoutVars>
      </dgm:prSet>
      <dgm:spPr/>
    </dgm:pt>
  </dgm:ptLst>
  <dgm:cxnLst>
    <dgm:cxn modelId="{FB9ABF04-C845-4ACA-9F2B-9A2EC8D17901}" type="presOf" srcId="{714B27C0-F3F5-4CE1-8C3B-831E0A6234B1}" destId="{A4CDCA0C-F84C-4BC0-9CB7-B9E70D9E74DC}" srcOrd="0" destOrd="0" presId="urn:microsoft.com/office/officeart/2005/8/layout/process1"/>
    <dgm:cxn modelId="{9AD28D0D-E6B1-462D-B27E-E82471B7EAAD}" srcId="{7B8B0573-2912-4628-85AD-830E078306AD}" destId="{857E18E5-B356-4F25-BEA4-504B0A453503}" srcOrd="4" destOrd="0" parTransId="{90AC3F00-9183-442E-ADE1-0B3183376A69}" sibTransId="{0EB9878F-EF3C-477B-B8ED-562D893A57B5}"/>
    <dgm:cxn modelId="{1823A80F-3E2E-4FA3-AC17-038BEA47F3E4}" type="presOf" srcId="{E055942B-5C21-4536-9D0E-F3E08650A841}" destId="{1CD59AE1-9881-4B86-970F-4A8A98E289CE}" srcOrd="1" destOrd="0" presId="urn:microsoft.com/office/officeart/2005/8/layout/process1"/>
    <dgm:cxn modelId="{6FF5F913-DAD1-46EC-A608-51CAE9D9CD50}" type="presOf" srcId="{7B8B0573-2912-4628-85AD-830E078306AD}" destId="{CC51956B-86B6-465A-AE21-ACC0660C351D}" srcOrd="0" destOrd="0" presId="urn:microsoft.com/office/officeart/2005/8/layout/process1"/>
    <dgm:cxn modelId="{AC4A941C-9B81-4C6F-99D4-706B49B68626}" type="presOf" srcId="{9B022EC2-7799-472F-A5EB-94394C4C8A62}" destId="{5F3B91B4-626B-410D-BC5C-14E06F09E1AE}" srcOrd="0" destOrd="0" presId="urn:microsoft.com/office/officeart/2005/8/layout/process1"/>
    <dgm:cxn modelId="{B39D5337-61AC-46E1-A11B-97348D40E6A3}" type="presOf" srcId="{9F49B68C-117D-4B1A-9FFB-6979E60297FA}" destId="{D20B0DA4-AFAA-42F0-B2EB-EB2A0E731337}" srcOrd="0" destOrd="0" presId="urn:microsoft.com/office/officeart/2005/8/layout/process1"/>
    <dgm:cxn modelId="{79EF3B3D-66BF-4507-AC50-E9D378D54AA0}" type="presOf" srcId="{4BC97219-B267-4FE7-9E91-C5FCE6732775}" destId="{8582C669-632E-40A6-B4F4-827D63DC6C16}" srcOrd="0" destOrd="0" presId="urn:microsoft.com/office/officeart/2005/8/layout/process1"/>
    <dgm:cxn modelId="{20FE8C3D-083C-40C1-8FAA-F0204A425F29}" type="presOf" srcId="{86DF5A1E-1EB0-4A50-9334-3D375ADAAD9B}" destId="{A449E4F0-BC33-413E-9594-1A36A3B2A75A}" srcOrd="0" destOrd="0" presId="urn:microsoft.com/office/officeart/2005/8/layout/process1"/>
    <dgm:cxn modelId="{B919A03F-F7E4-4EAC-AF10-362C3FD6637B}" type="presOf" srcId="{714B27C0-F3F5-4CE1-8C3B-831E0A6234B1}" destId="{9FBD86B8-1473-4D7F-B685-34BDBE97BCCD}" srcOrd="1" destOrd="0" presId="urn:microsoft.com/office/officeart/2005/8/layout/process1"/>
    <dgm:cxn modelId="{DBC8765D-80D7-4498-99F3-41BAF7622FE2}" type="presOf" srcId="{39A55F37-33E9-46D8-91DD-429B0E009D18}" destId="{A4FB7DFB-A8F7-4CEC-8C41-C0497DFFA571}" srcOrd="0" destOrd="0" presId="urn:microsoft.com/office/officeart/2005/8/layout/process1"/>
    <dgm:cxn modelId="{34641A41-BBF9-44B5-81A9-DCA9926BBFF0}" type="presOf" srcId="{A27375FA-E2DD-4FA9-88D6-50D755616130}" destId="{2A132179-B41E-435B-8B97-A32C8237C039}" srcOrd="0" destOrd="0" presId="urn:microsoft.com/office/officeart/2005/8/layout/process1"/>
    <dgm:cxn modelId="{0C671965-CF7B-41AB-AC73-865DE13CA288}" type="presOf" srcId="{0EB9878F-EF3C-477B-B8ED-562D893A57B5}" destId="{56A5DFAE-9A13-4D8C-88A8-39AB63CF33DE}" srcOrd="0" destOrd="0" presId="urn:microsoft.com/office/officeart/2005/8/layout/process1"/>
    <dgm:cxn modelId="{B2B7D168-F82F-43FE-BDFD-348084C3C56F}" type="presOf" srcId="{4763CE45-768F-477E-A8AA-0DC7A68274F3}" destId="{7A739C26-2320-4AC8-9ECD-AF7C62AD6254}" srcOrd="0" destOrd="0" presId="urn:microsoft.com/office/officeart/2005/8/layout/process1"/>
    <dgm:cxn modelId="{4FAE1E50-017D-46B9-A760-EF8C51007592}" srcId="{7B8B0573-2912-4628-85AD-830E078306AD}" destId="{4BC97219-B267-4FE7-9E91-C5FCE6732775}" srcOrd="6" destOrd="0" parTransId="{F3264C23-4EAE-4B53-B7D2-2D563D178FE1}" sibTransId="{99050A08-C184-4537-BB6C-3D1FCA7D9C51}"/>
    <dgm:cxn modelId="{D145F852-A518-4F5B-89FB-C88CAB97E953}" srcId="{7B8B0573-2912-4628-85AD-830E078306AD}" destId="{4763CE45-768F-477E-A8AA-0DC7A68274F3}" srcOrd="1" destOrd="0" parTransId="{07A4028A-CF9A-4BDE-84EC-059821E0E331}" sibTransId="{714B27C0-F3F5-4CE1-8C3B-831E0A6234B1}"/>
    <dgm:cxn modelId="{F0FB3775-4D07-4CA9-9FB1-B6BF1320D8A6}" srcId="{7B8B0573-2912-4628-85AD-830E078306AD}" destId="{9B022EC2-7799-472F-A5EB-94394C4C8A62}" srcOrd="2" destOrd="0" parTransId="{C6C9C3DA-12AB-49A0-A012-F3CA1A2305BA}" sibTransId="{A27375FA-E2DD-4FA9-88D6-50D755616130}"/>
    <dgm:cxn modelId="{2A291F79-4644-48C2-ABC3-A2CD283DBB7F}" type="presOf" srcId="{E055942B-5C21-4536-9D0E-F3E08650A841}" destId="{C2A7EF85-DA95-40F1-9ED6-CEEE3785A736}" srcOrd="0" destOrd="0" presId="urn:microsoft.com/office/officeart/2005/8/layout/process1"/>
    <dgm:cxn modelId="{A7F76987-52E1-4007-9E5D-B859F019E138}" type="presOf" srcId="{6FD08A6D-B60E-4770-9B1C-D0B0DAFB2934}" destId="{179806A4-6099-47CB-B6F3-ADE1EBF249A4}" srcOrd="0" destOrd="0" presId="urn:microsoft.com/office/officeart/2005/8/layout/process1"/>
    <dgm:cxn modelId="{479DE48A-D21E-4574-9311-25C17EE99CE2}" type="presOf" srcId="{A27375FA-E2DD-4FA9-88D6-50D755616130}" destId="{878AE540-C8AB-4CAE-8BBC-AB3D980B6B4D}" srcOrd="1" destOrd="0" presId="urn:microsoft.com/office/officeart/2005/8/layout/process1"/>
    <dgm:cxn modelId="{368BAC9C-ED04-4FCD-B15C-1EAB6DCE8DDE}" type="presOf" srcId="{9F49B68C-117D-4B1A-9FFB-6979E60297FA}" destId="{52EF273F-14E0-4F1F-B9C6-81D9EB73D199}" srcOrd="1" destOrd="0" presId="urn:microsoft.com/office/officeart/2005/8/layout/process1"/>
    <dgm:cxn modelId="{FF7F0CAC-74F4-42D1-8965-03E5B9FD41D7}" type="presOf" srcId="{0EB9878F-EF3C-477B-B8ED-562D893A57B5}" destId="{C611A833-DABC-4293-B0BD-BD3838A64363}" srcOrd="1" destOrd="0" presId="urn:microsoft.com/office/officeart/2005/8/layout/process1"/>
    <dgm:cxn modelId="{CBBDAAAF-52BB-4793-B2A0-82F9DF83F39B}" srcId="{7B8B0573-2912-4628-85AD-830E078306AD}" destId="{86DF5A1E-1EB0-4A50-9334-3D375ADAAD9B}" srcOrd="0" destOrd="0" parTransId="{164C0027-E794-4E70-A863-50786B169254}" sibTransId="{9F49B68C-117D-4B1A-9FFB-6979E60297FA}"/>
    <dgm:cxn modelId="{E0E870B2-3D1A-4C98-BA23-0F2C0251D109}" type="presOf" srcId="{34CE64F6-4FC5-4F83-97B1-FAB5B59F9A82}" destId="{99FE154E-AD63-41A1-A646-0D10CACEA20B}" srcOrd="0" destOrd="0" presId="urn:microsoft.com/office/officeart/2005/8/layout/process1"/>
    <dgm:cxn modelId="{EE4583C3-E804-4EBC-B6BC-6FC743543399}" srcId="{7B8B0573-2912-4628-85AD-830E078306AD}" destId="{39A55F37-33E9-46D8-91DD-429B0E009D18}" srcOrd="5" destOrd="0" parTransId="{365E122A-2B5B-4170-8AA0-3E98BD634273}" sibTransId="{E055942B-5C21-4536-9D0E-F3E08650A841}"/>
    <dgm:cxn modelId="{8DC9D8D9-C894-450E-A195-248B01178618}" srcId="{7B8B0573-2912-4628-85AD-830E078306AD}" destId="{6FD08A6D-B60E-4770-9B1C-D0B0DAFB2934}" srcOrd="3" destOrd="0" parTransId="{FF1252E5-10FE-4543-B3E2-6C81F983C55B}" sibTransId="{34CE64F6-4FC5-4F83-97B1-FAB5B59F9A82}"/>
    <dgm:cxn modelId="{2F1230EA-DDA4-486A-9285-670495A1E359}" type="presOf" srcId="{857E18E5-B356-4F25-BEA4-504B0A453503}" destId="{1F2AA03C-110E-430A-ABCA-590EE335B1A4}" srcOrd="0" destOrd="0" presId="urn:microsoft.com/office/officeart/2005/8/layout/process1"/>
    <dgm:cxn modelId="{FDB77AF1-AFF8-46F5-B086-1BD6233F7C90}" type="presOf" srcId="{34CE64F6-4FC5-4F83-97B1-FAB5B59F9A82}" destId="{5AE8C036-CB1E-445C-A7C5-BB9A82A2D95E}" srcOrd="1" destOrd="0" presId="urn:microsoft.com/office/officeart/2005/8/layout/process1"/>
    <dgm:cxn modelId="{07E6BAAC-9D2B-4CB6-BF1E-BEF39EACECF8}" type="presParOf" srcId="{CC51956B-86B6-465A-AE21-ACC0660C351D}" destId="{A449E4F0-BC33-413E-9594-1A36A3B2A75A}" srcOrd="0" destOrd="0" presId="urn:microsoft.com/office/officeart/2005/8/layout/process1"/>
    <dgm:cxn modelId="{85FCAD18-B2CA-4A3A-A2FF-1E6C83384E2E}" type="presParOf" srcId="{CC51956B-86B6-465A-AE21-ACC0660C351D}" destId="{D20B0DA4-AFAA-42F0-B2EB-EB2A0E731337}" srcOrd="1" destOrd="0" presId="urn:microsoft.com/office/officeart/2005/8/layout/process1"/>
    <dgm:cxn modelId="{CCB14D13-9F54-40F8-BB95-2AFC2AA048B7}" type="presParOf" srcId="{D20B0DA4-AFAA-42F0-B2EB-EB2A0E731337}" destId="{52EF273F-14E0-4F1F-B9C6-81D9EB73D199}" srcOrd="0" destOrd="0" presId="urn:microsoft.com/office/officeart/2005/8/layout/process1"/>
    <dgm:cxn modelId="{A45CA58C-4C8F-4A44-BFA1-FF30ED9F4919}" type="presParOf" srcId="{CC51956B-86B6-465A-AE21-ACC0660C351D}" destId="{7A739C26-2320-4AC8-9ECD-AF7C62AD6254}" srcOrd="2" destOrd="0" presId="urn:microsoft.com/office/officeart/2005/8/layout/process1"/>
    <dgm:cxn modelId="{084B7A14-BE56-4D45-9632-2CBDD59F7BFD}" type="presParOf" srcId="{CC51956B-86B6-465A-AE21-ACC0660C351D}" destId="{A4CDCA0C-F84C-4BC0-9CB7-B9E70D9E74DC}" srcOrd="3" destOrd="0" presId="urn:microsoft.com/office/officeart/2005/8/layout/process1"/>
    <dgm:cxn modelId="{15A8F91C-39B2-42A8-BAF8-EB3FBA3F7D63}" type="presParOf" srcId="{A4CDCA0C-F84C-4BC0-9CB7-B9E70D9E74DC}" destId="{9FBD86B8-1473-4D7F-B685-34BDBE97BCCD}" srcOrd="0" destOrd="0" presId="urn:microsoft.com/office/officeart/2005/8/layout/process1"/>
    <dgm:cxn modelId="{B1087D85-0F1F-48C8-839B-0FB805EEDFD5}" type="presParOf" srcId="{CC51956B-86B6-465A-AE21-ACC0660C351D}" destId="{5F3B91B4-626B-410D-BC5C-14E06F09E1AE}" srcOrd="4" destOrd="0" presId="urn:microsoft.com/office/officeart/2005/8/layout/process1"/>
    <dgm:cxn modelId="{D1935743-7C71-4ACB-8556-276A5E440392}" type="presParOf" srcId="{CC51956B-86B6-465A-AE21-ACC0660C351D}" destId="{2A132179-B41E-435B-8B97-A32C8237C039}" srcOrd="5" destOrd="0" presId="urn:microsoft.com/office/officeart/2005/8/layout/process1"/>
    <dgm:cxn modelId="{40FC82C3-A1EA-4B38-A4EC-F196556D23C8}" type="presParOf" srcId="{2A132179-B41E-435B-8B97-A32C8237C039}" destId="{878AE540-C8AB-4CAE-8BBC-AB3D980B6B4D}" srcOrd="0" destOrd="0" presId="urn:microsoft.com/office/officeart/2005/8/layout/process1"/>
    <dgm:cxn modelId="{11373B25-7F57-4D94-8C85-4D8B87EA18E9}" type="presParOf" srcId="{CC51956B-86B6-465A-AE21-ACC0660C351D}" destId="{179806A4-6099-47CB-B6F3-ADE1EBF249A4}" srcOrd="6" destOrd="0" presId="urn:microsoft.com/office/officeart/2005/8/layout/process1"/>
    <dgm:cxn modelId="{E46CE7B0-02DA-4E1A-85F6-721463E0C6C1}" type="presParOf" srcId="{CC51956B-86B6-465A-AE21-ACC0660C351D}" destId="{99FE154E-AD63-41A1-A646-0D10CACEA20B}" srcOrd="7" destOrd="0" presId="urn:microsoft.com/office/officeart/2005/8/layout/process1"/>
    <dgm:cxn modelId="{876ACD9E-5EEB-4034-B80F-CE8B5F69FA0E}" type="presParOf" srcId="{99FE154E-AD63-41A1-A646-0D10CACEA20B}" destId="{5AE8C036-CB1E-445C-A7C5-BB9A82A2D95E}" srcOrd="0" destOrd="0" presId="urn:microsoft.com/office/officeart/2005/8/layout/process1"/>
    <dgm:cxn modelId="{7DCD8AD4-D123-4718-9B05-9E924813A54D}" type="presParOf" srcId="{CC51956B-86B6-465A-AE21-ACC0660C351D}" destId="{1F2AA03C-110E-430A-ABCA-590EE335B1A4}" srcOrd="8" destOrd="0" presId="urn:microsoft.com/office/officeart/2005/8/layout/process1"/>
    <dgm:cxn modelId="{DD588EEA-A833-4234-8DA9-728F5A8531B4}" type="presParOf" srcId="{CC51956B-86B6-465A-AE21-ACC0660C351D}" destId="{56A5DFAE-9A13-4D8C-88A8-39AB63CF33DE}" srcOrd="9" destOrd="0" presId="urn:microsoft.com/office/officeart/2005/8/layout/process1"/>
    <dgm:cxn modelId="{15A9E98E-9103-46A2-A092-0A35F7A47D82}" type="presParOf" srcId="{56A5DFAE-9A13-4D8C-88A8-39AB63CF33DE}" destId="{C611A833-DABC-4293-B0BD-BD3838A64363}" srcOrd="0" destOrd="0" presId="urn:microsoft.com/office/officeart/2005/8/layout/process1"/>
    <dgm:cxn modelId="{5197B4FC-AB65-45D1-AB49-DAAAB2ECDD41}" type="presParOf" srcId="{CC51956B-86B6-465A-AE21-ACC0660C351D}" destId="{A4FB7DFB-A8F7-4CEC-8C41-C0497DFFA571}" srcOrd="10" destOrd="0" presId="urn:microsoft.com/office/officeart/2005/8/layout/process1"/>
    <dgm:cxn modelId="{C9894FC8-AA36-4F44-8091-6A37AA193595}" type="presParOf" srcId="{CC51956B-86B6-465A-AE21-ACC0660C351D}" destId="{C2A7EF85-DA95-40F1-9ED6-CEEE3785A736}" srcOrd="11" destOrd="0" presId="urn:microsoft.com/office/officeart/2005/8/layout/process1"/>
    <dgm:cxn modelId="{FFC7A615-A2F0-4176-A001-35185E3A710B}" type="presParOf" srcId="{C2A7EF85-DA95-40F1-9ED6-CEEE3785A736}" destId="{1CD59AE1-9881-4B86-970F-4A8A98E289CE}" srcOrd="0" destOrd="0" presId="urn:microsoft.com/office/officeart/2005/8/layout/process1"/>
    <dgm:cxn modelId="{1CBD7C9A-1922-45E0-A893-0B59578F00C0}" type="presParOf" srcId="{CC51956B-86B6-465A-AE21-ACC0660C351D}" destId="{8582C669-632E-40A6-B4F4-827D63DC6C16}"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F47B45-3A0E-4BC5-9A77-84FF4FAF7EDB}">
      <dsp:nvSpPr>
        <dsp:cNvPr id="0" name=""/>
        <dsp:cNvSpPr/>
      </dsp:nvSpPr>
      <dsp:spPr>
        <a:xfrm>
          <a:off x="3475" y="1600851"/>
          <a:ext cx="3235821" cy="2043250"/>
        </a:xfrm>
        <a:prstGeom prst="roundRect">
          <a:avLst>
            <a:gd name="adj" fmla="val 10000"/>
          </a:avLst>
        </a:prstGeom>
        <a:solidFill>
          <a:schemeClr val="lt1">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INPUTS</a:t>
          </a:r>
        </a:p>
        <a:p>
          <a:pPr marL="0" lvl="0" indent="0" algn="l" defTabSz="711200">
            <a:lnSpc>
              <a:spcPct val="90000"/>
            </a:lnSpc>
            <a:spcBef>
              <a:spcPct val="0"/>
            </a:spcBef>
            <a:spcAft>
              <a:spcPct val="35000"/>
            </a:spcAft>
            <a:buNone/>
          </a:pPr>
          <a:r>
            <a:rPr lang="en-FI" sz="1600" kern="1200"/>
            <a:t>(1) strain (initial value: 2e-08</a:t>
          </a:r>
          <a:r>
            <a:rPr lang="en-US" sz="1600" kern="1200"/>
            <a:t>, can be taken as 0.0</a:t>
          </a:r>
          <a:r>
            <a:rPr lang="en-FI" sz="1600" kern="1200"/>
            <a:t>)</a:t>
          </a:r>
        </a:p>
        <a:p>
          <a:pPr marL="0" lvl="0" indent="0" algn="l" defTabSz="711200">
            <a:lnSpc>
              <a:spcPct val="90000"/>
            </a:lnSpc>
            <a:spcBef>
              <a:spcPct val="0"/>
            </a:spcBef>
            <a:spcAft>
              <a:spcPct val="35000"/>
            </a:spcAft>
            <a:buNone/>
          </a:pPr>
          <a:r>
            <a:rPr lang="en-FI" sz="1600" kern="1200"/>
            <a:t>(2) strain rate (initial value: 0.1)</a:t>
          </a:r>
        </a:p>
        <a:p>
          <a:pPr marL="0" lvl="0" indent="0" algn="l" defTabSz="711200">
            <a:lnSpc>
              <a:spcPct val="90000"/>
            </a:lnSpc>
            <a:spcBef>
              <a:spcPct val="0"/>
            </a:spcBef>
            <a:spcAft>
              <a:spcPct val="35000"/>
            </a:spcAft>
            <a:buNone/>
          </a:pPr>
          <a:r>
            <a:rPr lang="en-FI" sz="1600" kern="1200"/>
            <a:t>(3) initial temperature (K) (initial value: 293 K)</a:t>
          </a:r>
          <a:endParaRPr lang="en-IN" sz="1600" kern="1200"/>
        </a:p>
      </dsp:txBody>
      <dsp:txXfrm>
        <a:off x="63320" y="1660696"/>
        <a:ext cx="3116131" cy="1923560"/>
      </dsp:txXfrm>
    </dsp:sp>
    <dsp:sp modelId="{4F4F7A22-628E-4358-91F4-FAD94A3E7DE6}">
      <dsp:nvSpPr>
        <dsp:cNvPr id="0" name=""/>
        <dsp:cNvSpPr/>
      </dsp:nvSpPr>
      <dsp:spPr>
        <a:xfrm>
          <a:off x="3537853" y="2252266"/>
          <a:ext cx="632941" cy="740421"/>
        </a:xfrm>
        <a:prstGeom prst="rightArrow">
          <a:avLst>
            <a:gd name="adj1" fmla="val 60000"/>
            <a:gd name="adj2" fmla="val 5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3537853" y="2400350"/>
        <a:ext cx="443059" cy="444253"/>
      </dsp:txXfrm>
    </dsp:sp>
    <dsp:sp modelId="{1F5C7885-9154-4437-BC5E-9EF14C2FE449}">
      <dsp:nvSpPr>
        <dsp:cNvPr id="0" name=""/>
        <dsp:cNvSpPr/>
      </dsp:nvSpPr>
      <dsp:spPr>
        <a:xfrm>
          <a:off x="4433524" y="1600851"/>
          <a:ext cx="2985570" cy="2043250"/>
        </a:xfrm>
        <a:prstGeom prst="roundRect">
          <a:avLst>
            <a:gd name="adj" fmla="val 1000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Machine Learning Model </a:t>
          </a:r>
          <a:endParaRPr lang="en-IN" sz="2000" b="1" kern="1200"/>
        </a:p>
      </dsp:txBody>
      <dsp:txXfrm>
        <a:off x="4493369" y="1660696"/>
        <a:ext cx="2865880" cy="1923560"/>
      </dsp:txXfrm>
    </dsp:sp>
    <dsp:sp modelId="{57203D30-1ABE-4B3C-8759-E05ABA2DC4D8}">
      <dsp:nvSpPr>
        <dsp:cNvPr id="0" name=""/>
        <dsp:cNvSpPr/>
      </dsp:nvSpPr>
      <dsp:spPr>
        <a:xfrm>
          <a:off x="7717652" y="2252266"/>
          <a:ext cx="632941" cy="740421"/>
        </a:xfrm>
        <a:prstGeom prst="rightArrow">
          <a:avLst>
            <a:gd name="adj1" fmla="val 60000"/>
            <a:gd name="adj2" fmla="val 5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7717652" y="2400350"/>
        <a:ext cx="443059" cy="444253"/>
      </dsp:txXfrm>
    </dsp:sp>
    <dsp:sp modelId="{19FD87A3-C7D5-4EAA-BB2D-CB60584879BF}">
      <dsp:nvSpPr>
        <dsp:cNvPr id="0" name=""/>
        <dsp:cNvSpPr/>
      </dsp:nvSpPr>
      <dsp:spPr>
        <a:xfrm>
          <a:off x="8613323" y="1600851"/>
          <a:ext cx="2985570" cy="2043250"/>
        </a:xfrm>
        <a:prstGeom prst="roundRect">
          <a:avLst>
            <a:gd name="adj" fmla="val 10000"/>
          </a:avLst>
        </a:prstGeom>
        <a:solidFill>
          <a:schemeClr val="lt1">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tx1"/>
              </a:solidFill>
            </a:rPr>
            <a:t>OUTPUTS</a:t>
          </a:r>
        </a:p>
        <a:p>
          <a:pPr marL="0" lvl="0" indent="0" algn="l" defTabSz="711200">
            <a:lnSpc>
              <a:spcPct val="90000"/>
            </a:lnSpc>
            <a:spcBef>
              <a:spcPct val="0"/>
            </a:spcBef>
            <a:spcAft>
              <a:spcPct val="35000"/>
            </a:spcAft>
            <a:buNone/>
          </a:pPr>
          <a:r>
            <a:rPr lang="en-FI" sz="1600" kern="1200">
              <a:solidFill>
                <a:schemeClr val="tx1"/>
              </a:solidFill>
            </a:rPr>
            <a:t>(1) stress (MPa) </a:t>
          </a:r>
        </a:p>
        <a:p>
          <a:pPr marL="0" lvl="0" indent="0" algn="l" defTabSz="711200">
            <a:lnSpc>
              <a:spcPct val="90000"/>
            </a:lnSpc>
            <a:spcBef>
              <a:spcPct val="0"/>
            </a:spcBef>
            <a:spcAft>
              <a:spcPct val="35000"/>
            </a:spcAft>
            <a:buNone/>
          </a:pPr>
          <a:r>
            <a:rPr lang="en-FI" sz="1600" kern="1200">
              <a:solidFill>
                <a:schemeClr val="tx1"/>
              </a:solidFill>
            </a:rPr>
            <a:t>(2) delta temperature (K) </a:t>
          </a:r>
          <a:endParaRPr lang="en-IN" sz="1600" kern="1200">
            <a:solidFill>
              <a:schemeClr val="tx1"/>
            </a:solidFill>
          </a:endParaRPr>
        </a:p>
      </dsp:txBody>
      <dsp:txXfrm>
        <a:off x="8673168" y="1660696"/>
        <a:ext cx="2865880" cy="1923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49E4F0-BC33-413E-9594-1A36A3B2A75A}">
      <dsp:nvSpPr>
        <dsp:cNvPr id="0" name=""/>
        <dsp:cNvSpPr/>
      </dsp:nvSpPr>
      <dsp:spPr>
        <a:xfrm>
          <a:off x="9219" y="0"/>
          <a:ext cx="1273802" cy="213024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Step 1: Download </a:t>
          </a:r>
          <a:r>
            <a:rPr lang="en-US" sz="1400" b="0" i="0" kern="1200" err="1"/>
            <a:t>Tensorflow</a:t>
          </a:r>
          <a:r>
            <a:rPr lang="en-US" sz="1400" b="0" i="0" kern="1200"/>
            <a:t> C API (</a:t>
          </a:r>
          <a:r>
            <a:rPr lang="en-US" sz="1400" b="0" i="0" kern="1200" err="1"/>
            <a:t>c_api.h</a:t>
          </a:r>
          <a:r>
            <a:rPr lang="en-US" sz="1400" b="0" i="0" kern="1200"/>
            <a:t>) and related libraries. Then, install </a:t>
          </a:r>
          <a:r>
            <a:rPr lang="en-US" sz="1400" b="0" i="0" kern="1200" err="1"/>
            <a:t>fortran</a:t>
          </a:r>
          <a:r>
            <a:rPr lang="en-US" sz="1400" b="0" i="0" kern="1200"/>
            <a:t>-</a:t>
          </a:r>
          <a:r>
            <a:rPr lang="en-US" sz="1400" b="0" i="0" kern="1200" err="1"/>
            <a:t>tf</a:t>
          </a:r>
          <a:r>
            <a:rPr lang="en-US" sz="1400" b="0" i="0" kern="1200"/>
            <a:t>-lib on CSC.</a:t>
          </a:r>
          <a:endParaRPr lang="en-FI" sz="1400" kern="1200"/>
        </a:p>
      </dsp:txBody>
      <dsp:txXfrm>
        <a:off x="46527" y="37308"/>
        <a:ext cx="1199186" cy="2055633"/>
      </dsp:txXfrm>
    </dsp:sp>
    <dsp:sp modelId="{D20B0DA4-AFAA-42F0-B2EB-EB2A0E731337}">
      <dsp:nvSpPr>
        <dsp:cNvPr id="0" name=""/>
        <dsp:cNvSpPr/>
      </dsp:nvSpPr>
      <dsp:spPr>
        <a:xfrm>
          <a:off x="1410402" y="907172"/>
          <a:ext cx="270046" cy="31590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1410402" y="970353"/>
        <a:ext cx="189032" cy="189541"/>
      </dsp:txXfrm>
    </dsp:sp>
    <dsp:sp modelId="{7A739C26-2320-4AC8-9ECD-AF7C62AD6254}">
      <dsp:nvSpPr>
        <dsp:cNvPr id="0" name=""/>
        <dsp:cNvSpPr/>
      </dsp:nvSpPr>
      <dsp:spPr>
        <a:xfrm>
          <a:off x="1792542" y="0"/>
          <a:ext cx="1273802" cy="2130249"/>
        </a:xfrm>
        <a:prstGeom prst="roundRect">
          <a:avLst>
            <a:gd name="adj" fmla="val 10000"/>
          </a:avLst>
        </a:prstGeom>
        <a:solidFill>
          <a:schemeClr val="accent2">
            <a:hueOff val="-851721"/>
            <a:satOff val="-6191"/>
            <a:lumOff val="16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2: Prepare Abaqus VUMAT subroutine dummy model (such as von-Mises stress model)</a:t>
          </a:r>
        </a:p>
      </dsp:txBody>
      <dsp:txXfrm>
        <a:off x="1829850" y="37308"/>
        <a:ext cx="1199186" cy="2055633"/>
      </dsp:txXfrm>
    </dsp:sp>
    <dsp:sp modelId="{A4CDCA0C-F84C-4BC0-9CB7-B9E70D9E74DC}">
      <dsp:nvSpPr>
        <dsp:cNvPr id="0" name=""/>
        <dsp:cNvSpPr/>
      </dsp:nvSpPr>
      <dsp:spPr>
        <a:xfrm>
          <a:off x="3193725" y="907172"/>
          <a:ext cx="270046" cy="315903"/>
        </a:xfrm>
        <a:prstGeom prst="rightArrow">
          <a:avLst>
            <a:gd name="adj1" fmla="val 60000"/>
            <a:gd name="adj2" fmla="val 50000"/>
          </a:avLst>
        </a:prstGeom>
        <a:solidFill>
          <a:schemeClr val="accent2">
            <a:hueOff val="-1022066"/>
            <a:satOff val="-7429"/>
            <a:lumOff val="192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3193725" y="970353"/>
        <a:ext cx="189032" cy="189541"/>
      </dsp:txXfrm>
    </dsp:sp>
    <dsp:sp modelId="{5F3B91B4-626B-410D-BC5C-14E06F09E1AE}">
      <dsp:nvSpPr>
        <dsp:cNvPr id="0" name=""/>
        <dsp:cNvSpPr/>
      </dsp:nvSpPr>
      <dsp:spPr>
        <a:xfrm>
          <a:off x="3575866" y="0"/>
          <a:ext cx="1273802" cy="2130249"/>
        </a:xfrm>
        <a:prstGeom prst="roundRect">
          <a:avLst>
            <a:gd name="adj" fmla="val 10000"/>
          </a:avLst>
        </a:prstGeom>
        <a:solidFill>
          <a:schemeClr val="accent2">
            <a:hueOff val="-1703443"/>
            <a:satOff val="-12381"/>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3: Convert ML model to .pb format and use </a:t>
          </a:r>
          <a:r>
            <a:rPr lang="en-US" sz="1400" b="1" i="0" kern="1200" err="1"/>
            <a:t>process_model</a:t>
          </a:r>
          <a:r>
            <a:rPr lang="en-US" sz="1400" b="0" i="0" kern="1200"/>
            <a:t> to generate </a:t>
          </a:r>
          <a:r>
            <a:rPr lang="en-US" sz="1400" b="0" i="0" kern="1200" err="1"/>
            <a:t>ml_module</a:t>
          </a:r>
          <a:r>
            <a:rPr lang="en-US" sz="1400" b="0" i="0" kern="1200"/>
            <a:t> Fortran template</a:t>
          </a:r>
        </a:p>
      </dsp:txBody>
      <dsp:txXfrm>
        <a:off x="3613174" y="37308"/>
        <a:ext cx="1199186" cy="2055633"/>
      </dsp:txXfrm>
    </dsp:sp>
    <dsp:sp modelId="{2A132179-B41E-435B-8B97-A32C8237C039}">
      <dsp:nvSpPr>
        <dsp:cNvPr id="0" name=""/>
        <dsp:cNvSpPr/>
      </dsp:nvSpPr>
      <dsp:spPr>
        <a:xfrm>
          <a:off x="4977049" y="907172"/>
          <a:ext cx="270046" cy="315903"/>
        </a:xfrm>
        <a:prstGeom prst="rightArrow">
          <a:avLst>
            <a:gd name="adj1" fmla="val 60000"/>
            <a:gd name="adj2" fmla="val 50000"/>
          </a:avLst>
        </a:prstGeom>
        <a:solidFill>
          <a:schemeClr val="accent2">
            <a:hueOff val="-2044132"/>
            <a:satOff val="-14858"/>
            <a:lumOff val="384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4977049" y="970353"/>
        <a:ext cx="189032" cy="189541"/>
      </dsp:txXfrm>
    </dsp:sp>
    <dsp:sp modelId="{179806A4-6099-47CB-B6F3-ADE1EBF249A4}">
      <dsp:nvSpPr>
        <dsp:cNvPr id="0" name=""/>
        <dsp:cNvSpPr/>
      </dsp:nvSpPr>
      <dsp:spPr>
        <a:xfrm>
          <a:off x="5359190" y="0"/>
          <a:ext cx="1273802" cy="2130249"/>
        </a:xfrm>
        <a:prstGeom prst="roundRect">
          <a:avLst>
            <a:gd name="adj" fmla="val 10000"/>
          </a:avLst>
        </a:prstGeom>
        <a:solidFill>
          <a:schemeClr val="accent2">
            <a:hueOff val="-2555164"/>
            <a:satOff val="-18572"/>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4: Prepare environment file abaqus_v6.env for custom compilation and linkage</a:t>
          </a:r>
        </a:p>
      </dsp:txBody>
      <dsp:txXfrm>
        <a:off x="5396498" y="37308"/>
        <a:ext cx="1199186" cy="2055633"/>
      </dsp:txXfrm>
    </dsp:sp>
    <dsp:sp modelId="{99FE154E-AD63-41A1-A646-0D10CACEA20B}">
      <dsp:nvSpPr>
        <dsp:cNvPr id="0" name=""/>
        <dsp:cNvSpPr/>
      </dsp:nvSpPr>
      <dsp:spPr>
        <a:xfrm>
          <a:off x="6760373" y="907172"/>
          <a:ext cx="270046" cy="315903"/>
        </a:xfrm>
        <a:prstGeom prst="rightArrow">
          <a:avLst>
            <a:gd name="adj1" fmla="val 60000"/>
            <a:gd name="adj2" fmla="val 50000"/>
          </a:avLst>
        </a:prstGeom>
        <a:solidFill>
          <a:schemeClr val="accent2">
            <a:hueOff val="-3066197"/>
            <a:satOff val="-22286"/>
            <a:lumOff val="5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6760373" y="970353"/>
        <a:ext cx="189032" cy="189541"/>
      </dsp:txXfrm>
    </dsp:sp>
    <dsp:sp modelId="{1F2AA03C-110E-430A-ABCA-590EE335B1A4}">
      <dsp:nvSpPr>
        <dsp:cNvPr id="0" name=""/>
        <dsp:cNvSpPr/>
      </dsp:nvSpPr>
      <dsp:spPr>
        <a:xfrm>
          <a:off x="7142513" y="0"/>
          <a:ext cx="1273802" cy="2130249"/>
        </a:xfrm>
        <a:prstGeom prst="roundRect">
          <a:avLst>
            <a:gd name="adj" fmla="val 10000"/>
          </a:avLst>
        </a:prstGeom>
        <a:solidFill>
          <a:schemeClr val="accent2">
            <a:hueOff val="-3406886"/>
            <a:satOff val="-24763"/>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5: Update Abaqus .</a:t>
          </a:r>
          <a:r>
            <a:rPr lang="en-US" sz="1400" b="0" i="0" kern="1200" err="1"/>
            <a:t>inp</a:t>
          </a:r>
          <a:r>
            <a:rPr lang="en-US" sz="1400" b="0" i="0" kern="1200"/>
            <a:t> file for the State dependent variables (SDV) and constants for the ML model</a:t>
          </a:r>
        </a:p>
      </dsp:txBody>
      <dsp:txXfrm>
        <a:off x="7179821" y="37308"/>
        <a:ext cx="1199186" cy="2055633"/>
      </dsp:txXfrm>
    </dsp:sp>
    <dsp:sp modelId="{56A5DFAE-9A13-4D8C-88A8-39AB63CF33DE}">
      <dsp:nvSpPr>
        <dsp:cNvPr id="0" name=""/>
        <dsp:cNvSpPr/>
      </dsp:nvSpPr>
      <dsp:spPr>
        <a:xfrm>
          <a:off x="8543696" y="907172"/>
          <a:ext cx="270046" cy="315903"/>
        </a:xfrm>
        <a:prstGeom prst="rightArrow">
          <a:avLst>
            <a:gd name="adj1" fmla="val 60000"/>
            <a:gd name="adj2" fmla="val 50000"/>
          </a:avLst>
        </a:prstGeom>
        <a:solidFill>
          <a:schemeClr val="accent2">
            <a:hueOff val="-4088263"/>
            <a:satOff val="-29715"/>
            <a:lumOff val="768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8543696" y="970353"/>
        <a:ext cx="189032" cy="189541"/>
      </dsp:txXfrm>
    </dsp:sp>
    <dsp:sp modelId="{A4FB7DFB-A8F7-4CEC-8C41-C0497DFFA571}">
      <dsp:nvSpPr>
        <dsp:cNvPr id="0" name=""/>
        <dsp:cNvSpPr/>
      </dsp:nvSpPr>
      <dsp:spPr>
        <a:xfrm>
          <a:off x="8925837" y="0"/>
          <a:ext cx="1273802" cy="2130249"/>
        </a:xfrm>
        <a:prstGeom prst="roundRect">
          <a:avLst>
            <a:gd name="adj" fmla="val 10000"/>
          </a:avLst>
        </a:prstGeom>
        <a:solidFill>
          <a:schemeClr val="accent2">
            <a:hueOff val="-4258607"/>
            <a:satOff val="-30953"/>
            <a:lumOff val="80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6: Incorporate the ML model prediction into Fortran code using the </a:t>
          </a:r>
          <a:r>
            <a:rPr lang="en-US" sz="1400" b="0" i="0" kern="1200" err="1"/>
            <a:t>ml_module</a:t>
          </a:r>
          <a:r>
            <a:rPr lang="en-US" sz="1400" b="0" i="0" kern="1200"/>
            <a:t> and TF C API library</a:t>
          </a:r>
        </a:p>
      </dsp:txBody>
      <dsp:txXfrm>
        <a:off x="8963145" y="37308"/>
        <a:ext cx="1199186" cy="2055633"/>
      </dsp:txXfrm>
    </dsp:sp>
    <dsp:sp modelId="{C2A7EF85-DA95-40F1-9ED6-CEEE3785A736}">
      <dsp:nvSpPr>
        <dsp:cNvPr id="0" name=""/>
        <dsp:cNvSpPr/>
      </dsp:nvSpPr>
      <dsp:spPr>
        <a:xfrm>
          <a:off x="10327020" y="907172"/>
          <a:ext cx="270046" cy="315903"/>
        </a:xfrm>
        <a:prstGeom prst="rightArrow">
          <a:avLst>
            <a:gd name="adj1" fmla="val 60000"/>
            <a:gd name="adj2" fmla="val 50000"/>
          </a:avLst>
        </a:prstGeom>
        <a:solidFill>
          <a:schemeClr val="accent2">
            <a:hueOff val="-5110329"/>
            <a:satOff val="-37144"/>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FI" sz="1050" kern="1200"/>
        </a:p>
      </dsp:txBody>
      <dsp:txXfrm>
        <a:off x="10327020" y="970353"/>
        <a:ext cx="189032" cy="189541"/>
      </dsp:txXfrm>
    </dsp:sp>
    <dsp:sp modelId="{8582C669-632E-40A6-B4F4-827D63DC6C16}">
      <dsp:nvSpPr>
        <dsp:cNvPr id="0" name=""/>
        <dsp:cNvSpPr/>
      </dsp:nvSpPr>
      <dsp:spPr>
        <a:xfrm>
          <a:off x="10709161" y="0"/>
          <a:ext cx="1273802" cy="2130249"/>
        </a:xfrm>
        <a:prstGeom prst="roundRect">
          <a:avLst>
            <a:gd name="adj" fmla="val 10000"/>
          </a:avLst>
        </a:prstGeom>
        <a:solidFill>
          <a:schemeClr val="accent2">
            <a:hueOff val="-5110329"/>
            <a:satOff val="-37144"/>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a:t>Step 7: Use VEXTERNALDB to ensure the ML model is initialized once and closed once for all VUMAT calls</a:t>
          </a:r>
        </a:p>
      </dsp:txBody>
      <dsp:txXfrm>
        <a:off x="10746469" y="37308"/>
        <a:ext cx="1199186" cy="20556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575" cy="51276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de-DE" sz="1000">
              <a:latin typeface="Arial" pitchFamily="34" charset="0"/>
              <a:cs typeface="Arial" pitchFamily="34" charset="0"/>
            </a:endParaRPr>
          </a:p>
        </p:txBody>
      </p:sp>
      <p:sp>
        <p:nvSpPr>
          <p:cNvPr id="3" name="Datumsplatzhalter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A989147A-E99F-426E-8428-4F7A2B762C1A}" type="datetimeFigureOut">
              <a:rPr lang="de-DE" sz="1000">
                <a:latin typeface="Arial" pitchFamily="34" charset="0"/>
                <a:cs typeface="Arial" pitchFamily="34" charset="0"/>
              </a:rPr>
              <a:pPr>
                <a:defRPr/>
              </a:pPr>
              <a:t>29.01.2025</a:t>
            </a:fld>
            <a:endParaRPr lang="de-DE" sz="1000">
              <a:latin typeface="Arial" pitchFamily="34" charset="0"/>
              <a:cs typeface="Arial" pitchFamily="34" charset="0"/>
            </a:endParaRPr>
          </a:p>
        </p:txBody>
      </p:sp>
      <p:sp>
        <p:nvSpPr>
          <p:cNvPr id="4" name="Fußzeilenplatzhalter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de-DE" sz="1000">
              <a:latin typeface="Arial" pitchFamily="34" charset="0"/>
              <a:cs typeface="Arial" pitchFamily="34" charset="0"/>
            </a:endParaRPr>
          </a:p>
        </p:txBody>
      </p:sp>
      <p:sp>
        <p:nvSpPr>
          <p:cNvPr id="5" name="Foliennummernplatzhalter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1FEB8BDD-D483-4F2A-8149-5CAA22251911}" type="slidenum">
              <a:rPr lang="de-DE" sz="1000">
                <a:latin typeface="Arial" pitchFamily="34" charset="0"/>
                <a:cs typeface="Arial" pitchFamily="34" charset="0"/>
              </a:rPr>
              <a:pPr>
                <a:defRPr/>
              </a:pPr>
              <a:t>‹#›</a:t>
            </a:fld>
            <a:endParaRPr lang="de-DE" sz="1000">
              <a:latin typeface="Arial" pitchFamily="34" charset="0"/>
              <a:cs typeface="Arial" pitchFamily="34" charset="0"/>
            </a:endParaRPr>
          </a:p>
        </p:txBody>
      </p:sp>
    </p:spTree>
    <p:extLst>
      <p:ext uri="{BB962C8B-B14F-4D97-AF65-F5344CB8AC3E}">
        <p14:creationId xmlns:p14="http://schemas.microsoft.com/office/powerpoint/2010/main" val="41706278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575" cy="512763"/>
          </a:xfrm>
          <a:prstGeom prst="rect">
            <a:avLst/>
          </a:prstGeom>
        </p:spPr>
        <p:txBody>
          <a:bodyPr vert="horz" lIns="91440" tIns="45720" rIns="91440" bIns="45720" rtlCol="0"/>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3" name="Datumsplatzhalter 2"/>
          <p:cNvSpPr>
            <a:spLocks noGrp="1"/>
          </p:cNvSpPr>
          <p:nvPr>
            <p:ph type="dt" idx="1"/>
          </p:nvPr>
        </p:nvSpPr>
        <p:spPr>
          <a:xfrm>
            <a:off x="4021138" y="0"/>
            <a:ext cx="3076575" cy="512763"/>
          </a:xfrm>
          <a:prstGeom prst="rect">
            <a:avLst/>
          </a:prstGeom>
        </p:spPr>
        <p:txBody>
          <a:bodyPr vert="horz" lIns="91440" tIns="45720" rIns="91440" bIns="45720" rtlCol="0"/>
          <a:lstStyle>
            <a:lvl1pPr algn="r" eaLnBrk="1" fontAlgn="auto" hangingPunct="1">
              <a:spcBef>
                <a:spcPts val="0"/>
              </a:spcBef>
              <a:spcAft>
                <a:spcPts val="0"/>
              </a:spcAft>
              <a:defRPr sz="1000" smtClean="0">
                <a:latin typeface="+mn-lt"/>
              </a:defRPr>
            </a:lvl1pPr>
          </a:lstStyle>
          <a:p>
            <a:pPr>
              <a:defRPr/>
            </a:pPr>
            <a:fld id="{E619EF57-6584-4C28-9DE9-68C51C925951}" type="datetimeFigureOut">
              <a:rPr lang="de-DE" smtClean="0"/>
              <a:pPr>
                <a:defRPr/>
              </a:pPr>
              <a:t>29.01.2025</a:t>
            </a:fld>
            <a:endParaRPr lang="de-DE"/>
          </a:p>
        </p:txBody>
      </p:sp>
      <p:sp>
        <p:nvSpPr>
          <p:cNvPr id="4" name="Folienbildplatzhalt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eaLnBrk="1" fontAlgn="auto" hangingPunct="1">
              <a:spcBef>
                <a:spcPts val="0"/>
              </a:spcBef>
              <a:spcAft>
                <a:spcPts val="0"/>
              </a:spcAft>
              <a:defRPr sz="1000" smtClean="0">
                <a:latin typeface="Arial" pitchFamily="34" charset="0"/>
                <a:cs typeface="Arial" pitchFamily="34" charset="0"/>
              </a:defRPr>
            </a:lvl1pPr>
          </a:lstStyle>
          <a:p>
            <a:pPr>
              <a:defRPr/>
            </a:pPr>
            <a:fld id="{6DB79B9A-35EE-4156-AEAA-A71D25E1C590}" type="slidenum">
              <a:rPr lang="de-DE" smtClean="0"/>
              <a:pPr>
                <a:defRPr/>
              </a:pPr>
              <a:t>‹#›</a:t>
            </a:fld>
            <a:endParaRPr lang="de-DE"/>
          </a:p>
        </p:txBody>
      </p:sp>
    </p:spTree>
    <p:extLst>
      <p:ext uri="{BB962C8B-B14F-4D97-AF65-F5344CB8AC3E}">
        <p14:creationId xmlns:p14="http://schemas.microsoft.com/office/powerpoint/2010/main" val="2304105239"/>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0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0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0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0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1279525"/>
            <a:ext cx="6140450" cy="34544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85922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50718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Tree>
    <p:extLst>
      <p:ext uri="{BB962C8B-B14F-4D97-AF65-F5344CB8AC3E}">
        <p14:creationId xmlns:p14="http://schemas.microsoft.com/office/powerpoint/2010/main" val="358886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Tree>
    <p:extLst>
      <p:ext uri="{BB962C8B-B14F-4D97-AF65-F5344CB8AC3E}">
        <p14:creationId xmlns:p14="http://schemas.microsoft.com/office/powerpoint/2010/main" val="653563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Tree>
    <p:extLst>
      <p:ext uri="{BB962C8B-B14F-4D97-AF65-F5344CB8AC3E}">
        <p14:creationId xmlns:p14="http://schemas.microsoft.com/office/powerpoint/2010/main" val="4240579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Tree>
    <p:extLst>
      <p:ext uri="{BB962C8B-B14F-4D97-AF65-F5344CB8AC3E}">
        <p14:creationId xmlns:p14="http://schemas.microsoft.com/office/powerpoint/2010/main" val="932820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Tree>
    <p:extLst>
      <p:ext uri="{BB962C8B-B14F-4D97-AF65-F5344CB8AC3E}">
        <p14:creationId xmlns:p14="http://schemas.microsoft.com/office/powerpoint/2010/main" val="2756214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993278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8.wmf"/><Relationship Id="rId5" Type="http://schemas.openxmlformats.org/officeDocument/2006/relationships/image" Target="../media/image7.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twitter.com/LianGroup_Aalto" TargetMode="External"/><Relationship Id="rId7" Type="http://schemas.openxmlformats.org/officeDocument/2006/relationships/hyperlink" Target="https://www.researchgate.net/lab/Junhe-Lian-Lab"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hyperlink" Target="https://www.linkedin.com/in/junhe-lian-13807994/" TargetMode="External"/><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8" name="Picture 3" descr="An aerial view of the Aalto University campus at sunset/ Photo by Mika Huisman">
            <a:extLst>
              <a:ext uri="{FF2B5EF4-FFF2-40B4-BE49-F238E27FC236}">
                <a16:creationId xmlns:a16="http://schemas.microsoft.com/office/drawing/2014/main" id="{285388FA-C0D1-46D0-9F89-F45FA70FF5C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7062" b="16262"/>
          <a:stretch/>
        </p:blipFill>
        <p:spPr bwMode="auto">
          <a:xfrm>
            <a:off x="0" y="1"/>
            <a:ext cx="12192000" cy="299667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ctrTitle" hasCustomPrompt="1"/>
          </p:nvPr>
        </p:nvSpPr>
        <p:spPr>
          <a:xfrm>
            <a:off x="384000" y="3265737"/>
            <a:ext cx="11424000" cy="540000"/>
          </a:xfrm>
          <a:prstGeom prst="rect">
            <a:avLst/>
          </a:prstGeom>
        </p:spPr>
        <p:txBody>
          <a:bodyPr lIns="0" tIns="0" rIns="0" bIns="0" anchor="t" anchorCtr="0">
            <a:noAutofit/>
          </a:bodyPr>
          <a:lstStyle>
            <a:lvl1pPr algn="l">
              <a:defRPr sz="3200" b="1" baseline="0">
                <a:solidFill>
                  <a:srgbClr val="C00000"/>
                </a:solidFill>
                <a:latin typeface="Arial" panose="020B0604020202020204" pitchFamily="34" charset="0"/>
                <a:cs typeface="Arial" panose="020B0604020202020204" pitchFamily="34" charset="0"/>
              </a:defRPr>
            </a:lvl1pPr>
          </a:lstStyle>
          <a:p>
            <a:r>
              <a:rPr lang="en-US" noProof="0"/>
              <a:t>Presentation title</a:t>
            </a:r>
          </a:p>
        </p:txBody>
      </p:sp>
      <p:sp>
        <p:nvSpPr>
          <p:cNvPr id="6" name="Subtitle 2"/>
          <p:cNvSpPr>
            <a:spLocks noGrp="1"/>
          </p:cNvSpPr>
          <p:nvPr>
            <p:ph type="subTitle" idx="1" hasCustomPrompt="1"/>
          </p:nvPr>
        </p:nvSpPr>
        <p:spPr>
          <a:xfrm>
            <a:off x="384000" y="3915691"/>
            <a:ext cx="11424000" cy="1655762"/>
          </a:xfrm>
          <a:prstGeom prst="rect">
            <a:avLst/>
          </a:prstGeom>
        </p:spPr>
        <p:txBody>
          <a:bodyPr lIns="0" tIns="0" rIns="0" bIns="0"/>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Author list</a:t>
            </a:r>
          </a:p>
        </p:txBody>
      </p:sp>
      <p:pic>
        <p:nvPicPr>
          <p:cNvPr id="7" name="Picture 6"/>
          <p:cNvPicPr>
            <a:picLocks noChangeAspect="1"/>
          </p:cNvPicPr>
          <p:nvPr userDrawn="1"/>
        </p:nvPicPr>
        <p:blipFill rotWithShape="1">
          <a:blip r:embed="rId3" cstate="print">
            <a:extLst>
              <a:ext uri="{28A0092B-C50C-407E-A947-70E740481C1C}">
                <a14:useLocalDpi xmlns:a14="http://schemas.microsoft.com/office/drawing/2010/main" val="0"/>
              </a:ext>
            </a:extLst>
          </a:blip>
          <a:srcRect l="14204" t="30656" r="13977" b="30721"/>
          <a:stretch/>
        </p:blipFill>
        <p:spPr>
          <a:xfrm>
            <a:off x="9436953" y="6153414"/>
            <a:ext cx="2371047" cy="581507"/>
          </a:xfrm>
          <a:prstGeom prst="rect">
            <a:avLst/>
          </a:prstGeom>
        </p:spPr>
      </p:pic>
      <p:pic>
        <p:nvPicPr>
          <p:cNvPr id="16" name="Picture 15"/>
          <p:cNvPicPr>
            <a:picLocks noChangeAspect="1"/>
          </p:cNvPicPr>
          <p:nvPr userDrawn="1"/>
        </p:nvPicPr>
        <p:blipFill rotWithShape="1">
          <a:blip r:embed="rId4"/>
          <a:srcRect l="222" r="-29"/>
          <a:stretch/>
        </p:blipFill>
        <p:spPr>
          <a:xfrm>
            <a:off x="0" y="-3467"/>
            <a:ext cx="12193200" cy="3071866"/>
          </a:xfrm>
          <a:prstGeom prst="rect">
            <a:avLst/>
          </a:prstGeom>
        </p:spPr>
      </p:pic>
    </p:spTree>
    <p:extLst>
      <p:ext uri="{BB962C8B-B14F-4D97-AF65-F5344CB8AC3E}">
        <p14:creationId xmlns:p14="http://schemas.microsoft.com/office/powerpoint/2010/main" val="2016017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384000" y="3265737"/>
            <a:ext cx="11424000" cy="540000"/>
          </a:xfrm>
          <a:prstGeom prst="rect">
            <a:avLst/>
          </a:prstGeom>
        </p:spPr>
        <p:txBody>
          <a:bodyPr lIns="0" tIns="0" rIns="0" bIns="0" anchor="t" anchorCtr="0">
            <a:noAutofit/>
          </a:bodyPr>
          <a:lstStyle>
            <a:lvl1pPr algn="l">
              <a:defRPr sz="3200" b="1" baseline="0">
                <a:solidFill>
                  <a:srgbClr val="C00000"/>
                </a:solidFill>
                <a:latin typeface="Arial" panose="020B0604020202020204" pitchFamily="34" charset="0"/>
                <a:cs typeface="Arial" panose="020B0604020202020204" pitchFamily="34" charset="0"/>
              </a:defRPr>
            </a:lvl1pPr>
          </a:lstStyle>
          <a:p>
            <a:r>
              <a:rPr lang="en-US" noProof="0"/>
              <a:t>Presentation title</a:t>
            </a:r>
          </a:p>
        </p:txBody>
      </p:sp>
      <p:sp>
        <p:nvSpPr>
          <p:cNvPr id="6" name="Subtitle 2"/>
          <p:cNvSpPr>
            <a:spLocks noGrp="1"/>
          </p:cNvSpPr>
          <p:nvPr>
            <p:ph type="subTitle" idx="1" hasCustomPrompt="1"/>
          </p:nvPr>
        </p:nvSpPr>
        <p:spPr>
          <a:xfrm>
            <a:off x="384000" y="3915691"/>
            <a:ext cx="11424000" cy="1655762"/>
          </a:xfrm>
          <a:prstGeom prst="rect">
            <a:avLst/>
          </a:prstGeom>
        </p:spPr>
        <p:txBody>
          <a:bodyPr lIns="0" tIns="0" rIns="0" bIns="0"/>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Author list</a:t>
            </a:r>
          </a:p>
        </p:txBody>
      </p:sp>
      <p:pic>
        <p:nvPicPr>
          <p:cNvPr id="8" name="Picture 3" descr="An aerial view of the Aalto University campus at sunset/ Photo by Mika Huisman">
            <a:extLst>
              <a:ext uri="{FF2B5EF4-FFF2-40B4-BE49-F238E27FC236}">
                <a16:creationId xmlns:a16="http://schemas.microsoft.com/office/drawing/2014/main" id="{285388FA-C0D1-46D0-9F89-F45FA70FF5C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7062" b="16262"/>
          <a:stretch/>
        </p:blipFill>
        <p:spPr bwMode="auto">
          <a:xfrm>
            <a:off x="0" y="1"/>
            <a:ext cx="12192000" cy="2996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564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pic>
        <p:nvPicPr>
          <p:cNvPr id="1026" name="Picture 2" descr="Aerial view of the Otaniemi campus.">
            <a:extLst>
              <a:ext uri="{FF2B5EF4-FFF2-40B4-BE49-F238E27FC236}">
                <a16:creationId xmlns:a16="http://schemas.microsoft.com/office/drawing/2014/main" id="{9E1D15B7-CCA2-4623-805A-24166E0C17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299667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323AF9E4-D941-46BB-98C8-B98C71770284}"/>
              </a:ext>
            </a:extLst>
          </p:cNvPr>
          <p:cNvSpPr>
            <a:spLocks noGrp="1"/>
          </p:cNvSpPr>
          <p:nvPr>
            <p:ph type="ctrTitle" hasCustomPrompt="1"/>
          </p:nvPr>
        </p:nvSpPr>
        <p:spPr>
          <a:xfrm>
            <a:off x="384000" y="3265737"/>
            <a:ext cx="11424000" cy="540000"/>
          </a:xfrm>
          <a:prstGeom prst="rect">
            <a:avLst/>
          </a:prstGeom>
        </p:spPr>
        <p:txBody>
          <a:bodyPr lIns="0" tIns="0" rIns="0" bIns="0" anchor="t" anchorCtr="0">
            <a:noAutofit/>
          </a:bodyPr>
          <a:lstStyle>
            <a:lvl1pPr algn="l">
              <a:defRPr sz="3200" b="1" baseline="0">
                <a:solidFill>
                  <a:srgbClr val="C00000"/>
                </a:solidFill>
                <a:latin typeface="Arial" panose="020B0604020202020204" pitchFamily="34" charset="0"/>
                <a:cs typeface="Arial" panose="020B0604020202020204" pitchFamily="34" charset="0"/>
              </a:defRPr>
            </a:lvl1pPr>
          </a:lstStyle>
          <a:p>
            <a:r>
              <a:rPr lang="en-US" noProof="0"/>
              <a:t>Presentation title</a:t>
            </a:r>
          </a:p>
        </p:txBody>
      </p:sp>
      <p:sp>
        <p:nvSpPr>
          <p:cNvPr id="7" name="Subtitle 2">
            <a:extLst>
              <a:ext uri="{FF2B5EF4-FFF2-40B4-BE49-F238E27FC236}">
                <a16:creationId xmlns:a16="http://schemas.microsoft.com/office/drawing/2014/main" id="{EE21F256-E105-49FE-B46B-20F9AEDB9ECD}"/>
              </a:ext>
            </a:extLst>
          </p:cNvPr>
          <p:cNvSpPr>
            <a:spLocks noGrp="1"/>
          </p:cNvSpPr>
          <p:nvPr>
            <p:ph type="subTitle" idx="1" hasCustomPrompt="1"/>
          </p:nvPr>
        </p:nvSpPr>
        <p:spPr>
          <a:xfrm>
            <a:off x="384000" y="3915691"/>
            <a:ext cx="11424000" cy="1655762"/>
          </a:xfrm>
          <a:prstGeom prst="rect">
            <a:avLst/>
          </a:prstGeom>
        </p:spPr>
        <p:txBody>
          <a:bodyPr lIns="0" tIns="0" rIns="0" bIns="0"/>
          <a:lstStyle>
            <a:lvl1pPr marL="0" indent="0" algn="l">
              <a:lnSpc>
                <a:spcPct val="10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Author list</a:t>
            </a:r>
          </a:p>
        </p:txBody>
      </p:sp>
    </p:spTree>
    <p:extLst>
      <p:ext uri="{BB962C8B-B14F-4D97-AF65-F5344CB8AC3E}">
        <p14:creationId xmlns:p14="http://schemas.microsoft.com/office/powerpoint/2010/main" val="411102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List">
    <p:spTree>
      <p:nvGrpSpPr>
        <p:cNvPr id="1" name=""/>
        <p:cNvGrpSpPr/>
        <p:nvPr/>
      </p:nvGrpSpPr>
      <p:grpSpPr>
        <a:xfrm>
          <a:off x="0" y="0"/>
          <a:ext cx="0" cy="0"/>
          <a:chOff x="0" y="0"/>
          <a:chExt cx="0" cy="0"/>
        </a:xfrm>
      </p:grpSpPr>
      <p:sp>
        <p:nvSpPr>
          <p:cNvPr id="12" name="Textplatzhalter 11"/>
          <p:cNvSpPr>
            <a:spLocks noGrp="1"/>
          </p:cNvSpPr>
          <p:nvPr>
            <p:ph type="body" sz="quarter" idx="13" hasCustomPrompt="1"/>
          </p:nvPr>
        </p:nvSpPr>
        <p:spPr>
          <a:xfrm>
            <a:off x="383118" y="1145309"/>
            <a:ext cx="11425767" cy="3733541"/>
          </a:xfrm>
          <a:prstGeom prst="rect">
            <a:avLst/>
          </a:prstGeom>
        </p:spPr>
        <p:txBody>
          <a:bodyPr lIns="0" tIns="0" rIns="0" bIns="0"/>
          <a:lstStyle>
            <a:lvl1pPr marL="215900" indent="-432000">
              <a:lnSpc>
                <a:spcPct val="135000"/>
              </a:lnSpc>
              <a:buClr>
                <a:srgbClr val="C00000"/>
              </a:buClr>
              <a:buSzPct val="90000"/>
              <a:buFont typeface="Wingdings" panose="05000000000000000000" pitchFamily="2" charset="2"/>
              <a:buChar char="q"/>
              <a:defRPr baseline="0"/>
            </a:lvl1pPr>
            <a:lvl2pPr marL="792000" indent="-360000">
              <a:lnSpc>
                <a:spcPct val="135000"/>
              </a:lnSpc>
              <a:buClr>
                <a:srgbClr val="C00000"/>
              </a:buClr>
              <a:buFont typeface="Wingdings" panose="05000000000000000000" pitchFamily="2" charset="2"/>
              <a:buChar char="Ø"/>
              <a:defRPr/>
            </a:lvl2pPr>
            <a:lvl3pPr marL="1080000" indent="-288000">
              <a:lnSpc>
                <a:spcPct val="135000"/>
              </a:lnSpc>
              <a:buClr>
                <a:srgbClr val="C00000"/>
              </a:buClr>
              <a:buFont typeface="Wingdings" panose="05000000000000000000" pitchFamily="2" charset="2"/>
              <a:buChar char="§"/>
              <a:defRPr/>
            </a:lvl3pPr>
            <a:lvl4pPr marL="1368000" indent="-288000">
              <a:lnSpc>
                <a:spcPct val="135000"/>
              </a:lnSpc>
              <a:buClr>
                <a:srgbClr val="C00000"/>
              </a:buClr>
              <a:buFont typeface="Arial" panose="020B0604020202020204" pitchFamily="34" charset="0"/>
              <a:buChar char="•"/>
              <a:defRPr/>
            </a:lvl4pPr>
          </a:lstStyle>
          <a:p>
            <a:pPr lvl="0"/>
            <a:r>
              <a:rPr lang="en-US" noProof="0"/>
              <a:t>List</a:t>
            </a:r>
          </a:p>
          <a:p>
            <a:pPr lvl="1"/>
            <a:r>
              <a:rPr lang="en-US" noProof="0"/>
              <a:t>Second level </a:t>
            </a:r>
          </a:p>
          <a:p>
            <a:pPr lvl="2"/>
            <a:r>
              <a:rPr lang="en-US" noProof="0"/>
              <a:t>Third level </a:t>
            </a:r>
          </a:p>
          <a:p>
            <a:pPr lvl="3"/>
            <a:r>
              <a:rPr lang="en-US" noProof="0"/>
              <a:t>Forth level</a:t>
            </a:r>
          </a:p>
        </p:txBody>
      </p:sp>
      <p:sp>
        <p:nvSpPr>
          <p:cNvPr id="5" name="Title 1"/>
          <p:cNvSpPr>
            <a:spLocks noGrp="1"/>
          </p:cNvSpPr>
          <p:nvPr>
            <p:ph type="title" hasCustomPrompt="1"/>
          </p:nvPr>
        </p:nvSpPr>
        <p:spPr>
          <a:xfrm>
            <a:off x="274320" y="201600"/>
            <a:ext cx="9133840" cy="543600"/>
          </a:xfrm>
          <a:prstGeom prst="rect">
            <a:avLst/>
          </a:prstGeom>
        </p:spPr>
        <p:txBody>
          <a:bodyPr lIns="0" tIns="0" rIns="0" bIns="0" anchor="b" anchorCtr="0"/>
          <a:lstStyle>
            <a:lvl1pPr algn="l">
              <a:defRPr sz="2000" b="1">
                <a:solidFill>
                  <a:srgbClr val="C00000"/>
                </a:solidFill>
              </a:defRPr>
            </a:lvl1pPr>
          </a:lstStyle>
          <a:p>
            <a:r>
              <a:rPr lang="de-DE"/>
              <a:t>Slide title</a:t>
            </a:r>
            <a:endParaRPr lang="en-US"/>
          </a:p>
        </p:txBody>
      </p:sp>
    </p:spTree>
    <p:extLst>
      <p:ext uri="{BB962C8B-B14F-4D97-AF65-F5344CB8AC3E}">
        <p14:creationId xmlns:p14="http://schemas.microsoft.com/office/powerpoint/2010/main" val="1754590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201600"/>
            <a:ext cx="9133840" cy="543600"/>
          </a:xfrm>
          <a:prstGeom prst="rect">
            <a:avLst/>
          </a:prstGeom>
        </p:spPr>
        <p:txBody>
          <a:bodyPr lIns="0" tIns="0" rIns="0" bIns="0" anchor="b" anchorCtr="0"/>
          <a:lstStyle>
            <a:lvl1pPr algn="l">
              <a:defRPr sz="2000" b="1">
                <a:solidFill>
                  <a:srgbClr val="C00000"/>
                </a:solidFill>
              </a:defRPr>
            </a:lvl1pPr>
          </a:lstStyle>
          <a:p>
            <a:r>
              <a:rPr lang="de-DE"/>
              <a:t>Slide title</a:t>
            </a:r>
            <a:endParaRPr lang="en-US"/>
          </a:p>
        </p:txBody>
      </p:sp>
    </p:spTree>
    <p:extLst>
      <p:ext uri="{BB962C8B-B14F-4D97-AF65-F5344CB8AC3E}">
        <p14:creationId xmlns:p14="http://schemas.microsoft.com/office/powerpoint/2010/main" val="23812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subtitle">
    <p:spTree>
      <p:nvGrpSpPr>
        <p:cNvPr id="1" name=""/>
        <p:cNvGrpSpPr/>
        <p:nvPr/>
      </p:nvGrpSpPr>
      <p:grpSpPr>
        <a:xfrm>
          <a:off x="0" y="0"/>
          <a:ext cx="0" cy="0"/>
          <a:chOff x="0" y="0"/>
          <a:chExt cx="0" cy="0"/>
        </a:xfrm>
      </p:grpSpPr>
      <p:sp>
        <p:nvSpPr>
          <p:cNvPr id="25" name="Textplatzhalter 24"/>
          <p:cNvSpPr>
            <a:spLocks noGrp="1"/>
          </p:cNvSpPr>
          <p:nvPr>
            <p:ph type="body" sz="quarter" idx="11" hasCustomPrompt="1"/>
          </p:nvPr>
        </p:nvSpPr>
        <p:spPr>
          <a:xfrm>
            <a:off x="384001" y="1152000"/>
            <a:ext cx="11425767" cy="252000"/>
          </a:xfrm>
          <a:prstGeom prst="rect">
            <a:avLst/>
          </a:prstGeom>
        </p:spPr>
        <p:txBody>
          <a:bodyPr lIns="0" tIns="0" rIns="0" bIns="0"/>
          <a:lstStyle>
            <a:lvl1pPr marL="0" indent="0">
              <a:lnSpc>
                <a:spcPct val="100000"/>
              </a:lnSpc>
              <a:buFontTx/>
              <a:buNone/>
              <a:defRPr sz="2000" b="1"/>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noProof="0"/>
              <a:t>Subtitle</a:t>
            </a:r>
          </a:p>
        </p:txBody>
      </p:sp>
      <p:sp>
        <p:nvSpPr>
          <p:cNvPr id="12" name="Textplatzhalter 11"/>
          <p:cNvSpPr>
            <a:spLocks noGrp="1"/>
          </p:cNvSpPr>
          <p:nvPr>
            <p:ph type="body" sz="quarter" idx="13" hasCustomPrompt="1"/>
          </p:nvPr>
        </p:nvSpPr>
        <p:spPr>
          <a:xfrm>
            <a:off x="383118" y="1684800"/>
            <a:ext cx="11425767" cy="3194050"/>
          </a:xfrm>
          <a:prstGeom prst="rect">
            <a:avLst/>
          </a:prstGeom>
        </p:spPr>
        <p:txBody>
          <a:bodyPr lIns="0" tIns="0" rIns="0" bIns="0"/>
          <a:lstStyle>
            <a:lvl1pPr marL="215900" indent="-215900">
              <a:buClr>
                <a:srgbClr val="C00000"/>
              </a:buClr>
              <a:buFont typeface="Arial" panose="020B0604020202020204" pitchFamily="34" charset="0"/>
              <a:buChar char="•"/>
              <a:defRPr baseline="0"/>
            </a:lvl1pPr>
            <a:lvl2pPr marL="431800" indent="-215900">
              <a:buClr>
                <a:srgbClr val="C00000"/>
              </a:buClr>
              <a:buFont typeface="Arial" panose="020B0604020202020204" pitchFamily="34" charset="0"/>
              <a:buChar char="•"/>
              <a:defRPr/>
            </a:lvl2pPr>
            <a:lvl3pPr marL="647700" indent="-215900">
              <a:buClr>
                <a:srgbClr val="C00000"/>
              </a:buClr>
              <a:buFont typeface="Arial" panose="020B0604020202020204" pitchFamily="34" charset="0"/>
              <a:buChar char="•"/>
              <a:defRPr/>
            </a:lvl3pPr>
            <a:lvl4pPr marL="863600" indent="-215900">
              <a:buClr>
                <a:srgbClr val="C00000"/>
              </a:buClr>
              <a:buFont typeface="Arial" panose="020B0604020202020204" pitchFamily="34" charset="0"/>
              <a:buChar char="•"/>
              <a:defRPr/>
            </a:lvl4pPr>
          </a:lstStyle>
          <a:p>
            <a:pPr lvl="0"/>
            <a:r>
              <a:rPr lang="en-US" noProof="0"/>
              <a:t>List</a:t>
            </a:r>
          </a:p>
          <a:p>
            <a:pPr lvl="1"/>
            <a:r>
              <a:rPr lang="en-US" noProof="0"/>
              <a:t>Second level </a:t>
            </a:r>
          </a:p>
          <a:p>
            <a:pPr lvl="2"/>
            <a:r>
              <a:rPr lang="en-US" noProof="0"/>
              <a:t>Third level </a:t>
            </a:r>
          </a:p>
          <a:p>
            <a:pPr lvl="3"/>
            <a:r>
              <a:rPr lang="en-US" noProof="0"/>
              <a:t>Forth level</a:t>
            </a:r>
          </a:p>
        </p:txBody>
      </p:sp>
      <p:sp>
        <p:nvSpPr>
          <p:cNvPr id="5" name="Title 1"/>
          <p:cNvSpPr>
            <a:spLocks noGrp="1"/>
          </p:cNvSpPr>
          <p:nvPr>
            <p:ph type="title" hasCustomPrompt="1"/>
          </p:nvPr>
        </p:nvSpPr>
        <p:spPr>
          <a:xfrm>
            <a:off x="274320" y="201600"/>
            <a:ext cx="9133840" cy="543600"/>
          </a:xfrm>
          <a:prstGeom prst="rect">
            <a:avLst/>
          </a:prstGeom>
        </p:spPr>
        <p:txBody>
          <a:bodyPr lIns="0" tIns="0" rIns="0" bIns="0" anchor="b" anchorCtr="0"/>
          <a:lstStyle>
            <a:lvl1pPr algn="l">
              <a:defRPr sz="2000" b="1">
                <a:solidFill>
                  <a:srgbClr val="C00000"/>
                </a:solidFill>
              </a:defRPr>
            </a:lvl1pPr>
          </a:lstStyle>
          <a:p>
            <a:r>
              <a:rPr lang="de-DE"/>
              <a:t>Slide title</a:t>
            </a:r>
            <a:endParaRPr lang="en-US"/>
          </a:p>
        </p:txBody>
      </p:sp>
    </p:spTree>
    <p:extLst>
      <p:ext uri="{BB962C8B-B14F-4D97-AF65-F5344CB8AC3E}">
        <p14:creationId xmlns:p14="http://schemas.microsoft.com/office/powerpoint/2010/main" val="4134328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figure">
    <p:spTree>
      <p:nvGrpSpPr>
        <p:cNvPr id="1" name=""/>
        <p:cNvGrpSpPr/>
        <p:nvPr/>
      </p:nvGrpSpPr>
      <p:grpSpPr>
        <a:xfrm>
          <a:off x="0" y="0"/>
          <a:ext cx="0" cy="0"/>
          <a:chOff x="0" y="0"/>
          <a:chExt cx="0" cy="0"/>
        </a:xfrm>
      </p:grpSpPr>
      <p:sp>
        <p:nvSpPr>
          <p:cNvPr id="12" name="Textplatzhalter 24"/>
          <p:cNvSpPr>
            <a:spLocks noGrp="1"/>
          </p:cNvSpPr>
          <p:nvPr>
            <p:ph type="body" sz="quarter" idx="11" hasCustomPrompt="1"/>
          </p:nvPr>
        </p:nvSpPr>
        <p:spPr>
          <a:xfrm>
            <a:off x="384001" y="1152000"/>
            <a:ext cx="11425767" cy="252000"/>
          </a:xfrm>
          <a:prstGeom prst="rect">
            <a:avLst/>
          </a:prstGeom>
        </p:spPr>
        <p:txBody>
          <a:bodyPr lIns="0" tIns="0" rIns="0" bIns="0"/>
          <a:lstStyle>
            <a:lvl1pPr marL="0" indent="0">
              <a:lnSpc>
                <a:spcPct val="100000"/>
              </a:lnSpc>
              <a:buFontTx/>
              <a:buNone/>
              <a:defRPr sz="2000" b="1" baseline="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noProof="0"/>
              <a:t>Subtitle</a:t>
            </a:r>
          </a:p>
        </p:txBody>
      </p:sp>
      <p:sp>
        <p:nvSpPr>
          <p:cNvPr id="9" name="Diagrammplatzhalter 8"/>
          <p:cNvSpPr>
            <a:spLocks noGrp="1"/>
          </p:cNvSpPr>
          <p:nvPr>
            <p:ph type="chart" sz="quarter" idx="13" hasCustomPrompt="1"/>
          </p:nvPr>
        </p:nvSpPr>
        <p:spPr>
          <a:xfrm>
            <a:off x="383118" y="1684800"/>
            <a:ext cx="11425767" cy="3632200"/>
          </a:xfrm>
          <a:prstGeom prst="rect">
            <a:avLst/>
          </a:prstGeom>
        </p:spPr>
        <p:txBody>
          <a:bodyPr lIns="0" tIns="0" rIns="0" bIns="0"/>
          <a:lstStyle>
            <a:lvl1pPr>
              <a:buClr>
                <a:srgbClr val="C00000"/>
              </a:buClr>
              <a:defRPr/>
            </a:lvl1pPr>
          </a:lstStyle>
          <a:p>
            <a:pPr lvl="0"/>
            <a:r>
              <a:rPr lang="en-US" noProof="0"/>
              <a:t>Add diagram by clicking on the symbol</a:t>
            </a:r>
            <a:endParaRPr lang="de-DE" noProof="0"/>
          </a:p>
        </p:txBody>
      </p:sp>
      <p:sp>
        <p:nvSpPr>
          <p:cNvPr id="5" name="Title 1"/>
          <p:cNvSpPr>
            <a:spLocks noGrp="1"/>
          </p:cNvSpPr>
          <p:nvPr>
            <p:ph type="title" hasCustomPrompt="1"/>
          </p:nvPr>
        </p:nvSpPr>
        <p:spPr>
          <a:xfrm>
            <a:off x="274320" y="201600"/>
            <a:ext cx="9133840" cy="543600"/>
          </a:xfrm>
          <a:prstGeom prst="rect">
            <a:avLst/>
          </a:prstGeom>
        </p:spPr>
        <p:txBody>
          <a:bodyPr lIns="0" tIns="0" rIns="0" bIns="0" anchor="b" anchorCtr="0"/>
          <a:lstStyle>
            <a:lvl1pPr algn="l">
              <a:defRPr sz="2000" b="1">
                <a:solidFill>
                  <a:srgbClr val="C00000"/>
                </a:solidFill>
              </a:defRPr>
            </a:lvl1pPr>
          </a:lstStyle>
          <a:p>
            <a:r>
              <a:rPr lang="de-DE"/>
              <a:t>Slide title</a:t>
            </a:r>
            <a:endParaRPr lang="en-US"/>
          </a:p>
        </p:txBody>
      </p:sp>
    </p:spTree>
    <p:extLst>
      <p:ext uri="{BB962C8B-B14F-4D97-AF65-F5344CB8AC3E}">
        <p14:creationId xmlns:p14="http://schemas.microsoft.com/office/powerpoint/2010/main" val="418259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ogos">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74320" y="201600"/>
            <a:ext cx="9133840" cy="543600"/>
          </a:xfrm>
          <a:prstGeom prst="rect">
            <a:avLst/>
          </a:prstGeom>
        </p:spPr>
        <p:txBody>
          <a:bodyPr lIns="0" tIns="0" rIns="0" bIns="0" anchor="b" anchorCtr="0"/>
          <a:lstStyle>
            <a:lvl1pPr algn="l">
              <a:defRPr sz="2000" b="1">
                <a:solidFill>
                  <a:srgbClr val="C00000"/>
                </a:solidFill>
              </a:defRPr>
            </a:lvl1pPr>
          </a:lstStyle>
          <a:p>
            <a:r>
              <a:rPr lang="de-DE"/>
              <a:t>Slide title</a:t>
            </a:r>
            <a:endParaRPr lang="en-US"/>
          </a:p>
        </p:txBody>
      </p:sp>
      <p:pic>
        <p:nvPicPr>
          <p:cNvPr id="6" name="Picture 2" descr="P:\Orgakram\rwth_iehk_en_rgb.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74320" y="1184115"/>
            <a:ext cx="3169232" cy="813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4320" y="2247100"/>
            <a:ext cx="1726229" cy="925795"/>
          </a:xfrm>
          <a:prstGeom prst="rect">
            <a:avLst/>
          </a:prstGeom>
        </p:spPr>
      </p:pic>
      <p:pic>
        <p:nvPicPr>
          <p:cNvPr id="8" name="Picture 7"/>
          <p:cNvPicPr>
            <a:picLocks noChangeAspect="1"/>
          </p:cNvPicPr>
          <p:nvPr userDrawn="1"/>
        </p:nvPicPr>
        <p:blipFill rotWithShape="1">
          <a:blip r:embed="rId4" cstate="print">
            <a:extLst>
              <a:ext uri="{28A0092B-C50C-407E-A947-70E740481C1C}">
                <a14:useLocalDpi xmlns:a14="http://schemas.microsoft.com/office/drawing/2010/main" val="0"/>
              </a:ext>
            </a:extLst>
          </a:blip>
          <a:srcRect l="14204" t="30656" r="13977" b="30721"/>
          <a:stretch/>
        </p:blipFill>
        <p:spPr>
          <a:xfrm>
            <a:off x="205740" y="3422302"/>
            <a:ext cx="2371047" cy="581507"/>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05740" y="4312219"/>
            <a:ext cx="1103176" cy="570547"/>
          </a:xfrm>
          <a:prstGeom prst="rect">
            <a:avLst/>
          </a:prstGeom>
        </p:spPr>
      </p:pic>
      <p:pic>
        <p:nvPicPr>
          <p:cNvPr id="13" name="Picture 12">
            <a:extLst>
              <a:ext uri="{FF2B5EF4-FFF2-40B4-BE49-F238E27FC236}">
                <a16:creationId xmlns:a16="http://schemas.microsoft.com/office/drawing/2014/main" id="{981FCDCF-DD0C-4E28-91B5-6A8074C3ECB1}"/>
              </a:ext>
            </a:extLst>
          </p:cNvPr>
          <p:cNvPicPr/>
          <p:nvPr userDrawn="1"/>
        </p:nvPicPr>
        <p:blipFill rotWithShape="1">
          <a:blip r:embed="rId6">
            <a:extLst>
              <a:ext uri="{28A0092B-C50C-407E-A947-70E740481C1C}">
                <a14:useLocalDpi xmlns:a14="http://schemas.microsoft.com/office/drawing/2010/main" val="0"/>
              </a:ext>
            </a:extLst>
          </a:blip>
          <a:srcRect l="9896" t="30686" r="11868" b="31017"/>
          <a:stretch/>
        </p:blipFill>
        <p:spPr bwMode="auto">
          <a:xfrm>
            <a:off x="6821940" y="3362425"/>
            <a:ext cx="3200400" cy="606425"/>
          </a:xfrm>
          <a:prstGeom prst="rect">
            <a:avLst/>
          </a:prstGeom>
          <a:ln>
            <a:no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id="{2712313F-E56E-4AEB-8C41-345FCE24D812}"/>
              </a:ext>
            </a:extLst>
          </p:cNvPr>
          <p:cNvPicPr>
            <a:picLocks noChangeAspect="1"/>
          </p:cNvPicPr>
          <p:nvPr userDrawn="1"/>
        </p:nvPicPr>
        <p:blipFill>
          <a:blip r:embed="rId7"/>
          <a:stretch>
            <a:fillRect/>
          </a:stretch>
        </p:blipFill>
        <p:spPr>
          <a:xfrm>
            <a:off x="3536114" y="3403636"/>
            <a:ext cx="2755631" cy="585267"/>
          </a:xfrm>
          <a:prstGeom prst="rect">
            <a:avLst/>
          </a:prstGeom>
        </p:spPr>
      </p:pic>
    </p:spTree>
    <p:extLst>
      <p:ext uri="{BB962C8B-B14F-4D97-AF65-F5344CB8AC3E}">
        <p14:creationId xmlns:p14="http://schemas.microsoft.com/office/powerpoint/2010/main" val="278717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Slide thank you">
    <p:spTree>
      <p:nvGrpSpPr>
        <p:cNvPr id="1" name=""/>
        <p:cNvGrpSpPr/>
        <p:nvPr/>
      </p:nvGrpSpPr>
      <p:grpSpPr>
        <a:xfrm>
          <a:off x="0" y="0"/>
          <a:ext cx="0" cy="0"/>
          <a:chOff x="0" y="0"/>
          <a:chExt cx="0" cy="0"/>
        </a:xfrm>
      </p:grpSpPr>
      <p:sp>
        <p:nvSpPr>
          <p:cNvPr id="4" name="Title 1"/>
          <p:cNvSpPr txBox="1">
            <a:spLocks/>
          </p:cNvSpPr>
          <p:nvPr/>
        </p:nvSpPr>
        <p:spPr>
          <a:xfrm>
            <a:off x="383118" y="2095162"/>
            <a:ext cx="11425767" cy="1079500"/>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en-US" sz="3200" noProof="0">
                <a:solidFill>
                  <a:srgbClr val="C00000"/>
                </a:solidFill>
              </a:rPr>
              <a:t>Thank you!</a:t>
            </a:r>
          </a:p>
        </p:txBody>
      </p:sp>
      <p:sp>
        <p:nvSpPr>
          <p:cNvPr id="9" name="Textplatzhalter 24"/>
          <p:cNvSpPr>
            <a:spLocks noGrp="1"/>
          </p:cNvSpPr>
          <p:nvPr>
            <p:ph type="body" sz="quarter" idx="11" hasCustomPrompt="1"/>
          </p:nvPr>
        </p:nvSpPr>
        <p:spPr>
          <a:xfrm>
            <a:off x="383116" y="2987365"/>
            <a:ext cx="11425767" cy="801989"/>
          </a:xfrm>
          <a:prstGeom prst="rect">
            <a:avLst/>
          </a:prstGeom>
        </p:spPr>
        <p:txBody>
          <a:bodyPr lIns="90000" tIns="0" rIns="90000" bIns="0"/>
          <a:lstStyle>
            <a:lvl1pPr marL="0" indent="0">
              <a:lnSpc>
                <a:spcPct val="100000"/>
              </a:lnSpc>
              <a:spcBef>
                <a:spcPts val="0"/>
              </a:spcBef>
              <a:spcAft>
                <a:spcPts val="200"/>
              </a:spcAft>
              <a:buFontTx/>
              <a:buNone/>
              <a:defRPr sz="15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noProof="0"/>
              <a:t>Add text</a:t>
            </a:r>
          </a:p>
        </p:txBody>
      </p:sp>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14204" t="30656" r="13977" b="30721"/>
          <a:stretch/>
        </p:blipFill>
        <p:spPr>
          <a:xfrm>
            <a:off x="9437838" y="196028"/>
            <a:ext cx="2371047" cy="581507"/>
          </a:xfrm>
          <a:prstGeom prst="rect">
            <a:avLst/>
          </a:prstGeom>
        </p:spPr>
      </p:pic>
      <p:pic>
        <p:nvPicPr>
          <p:cNvPr id="5" name="Picture 2" descr="Image result for twitter icon">
            <a:hlinkClick r:id="rId3"/>
            <a:extLst>
              <a:ext uri="{FF2B5EF4-FFF2-40B4-BE49-F238E27FC236}">
                <a16:creationId xmlns:a16="http://schemas.microsoft.com/office/drawing/2014/main" id="{52C4CADD-A7A4-43C7-A779-710EDBD676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117" y="4163571"/>
            <a:ext cx="801989" cy="80198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hlinkClick r:id="rId5"/>
            <a:extLst>
              <a:ext uri="{FF2B5EF4-FFF2-40B4-BE49-F238E27FC236}">
                <a16:creationId xmlns:a16="http://schemas.microsoft.com/office/drawing/2014/main" id="{B03B7D9E-FD3F-409A-B435-EB802FA44F5A}"/>
              </a:ext>
            </a:extLst>
          </p:cNvPr>
          <p:cNvPicPr>
            <a:picLocks noChangeAspect="1"/>
          </p:cNvPicPr>
          <p:nvPr/>
        </p:nvPicPr>
        <p:blipFill>
          <a:blip r:embed="rId6"/>
          <a:stretch>
            <a:fillRect/>
          </a:stretch>
        </p:blipFill>
        <p:spPr>
          <a:xfrm>
            <a:off x="7637730" y="4272536"/>
            <a:ext cx="584056" cy="584056"/>
          </a:xfrm>
          <a:prstGeom prst="rect">
            <a:avLst/>
          </a:prstGeom>
          <a:ln>
            <a:solidFill>
              <a:srgbClr val="0077B7"/>
            </a:solidFill>
          </a:ln>
        </p:spPr>
      </p:pic>
      <p:pic>
        <p:nvPicPr>
          <p:cNvPr id="7" name="Picture 6" descr="Image result for researchgate icon">
            <a:hlinkClick r:id="rId7"/>
            <a:extLst>
              <a:ext uri="{FF2B5EF4-FFF2-40B4-BE49-F238E27FC236}">
                <a16:creationId xmlns:a16="http://schemas.microsoft.com/office/drawing/2014/main" id="{744A7A10-A2C7-4B8A-9973-638AB98316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1906" y="4272537"/>
            <a:ext cx="584056" cy="584056"/>
          </a:xfrm>
          <a:prstGeom prst="rect">
            <a:avLst/>
          </a:prstGeom>
          <a:noFill/>
          <a:ln>
            <a:solidFill>
              <a:srgbClr val="00D0AF"/>
            </a:solidFill>
          </a:ln>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D49D4D7-722F-41A4-83E2-00CD29BB6E08}"/>
              </a:ext>
            </a:extLst>
          </p:cNvPr>
          <p:cNvPicPr>
            <a:picLocks noChangeAspect="1"/>
          </p:cNvPicPr>
          <p:nvPr/>
        </p:nvPicPr>
        <p:blipFill>
          <a:blip r:embed="rId9"/>
          <a:stretch>
            <a:fillRect/>
          </a:stretch>
        </p:blipFill>
        <p:spPr>
          <a:xfrm>
            <a:off x="1945584" y="5019455"/>
            <a:ext cx="1105054" cy="1105054"/>
          </a:xfrm>
          <a:prstGeom prst="rect">
            <a:avLst/>
          </a:prstGeom>
        </p:spPr>
      </p:pic>
      <p:pic>
        <p:nvPicPr>
          <p:cNvPr id="11" name="Picture 10">
            <a:extLst>
              <a:ext uri="{FF2B5EF4-FFF2-40B4-BE49-F238E27FC236}">
                <a16:creationId xmlns:a16="http://schemas.microsoft.com/office/drawing/2014/main" id="{B32BBAB4-0DBC-4A21-ABE0-4FE91C4E9ECA}"/>
              </a:ext>
            </a:extLst>
          </p:cNvPr>
          <p:cNvPicPr>
            <a:picLocks noChangeAspect="1"/>
          </p:cNvPicPr>
          <p:nvPr/>
        </p:nvPicPr>
        <p:blipFill>
          <a:blip r:embed="rId10"/>
          <a:stretch>
            <a:fillRect/>
          </a:stretch>
        </p:blipFill>
        <p:spPr>
          <a:xfrm>
            <a:off x="4661407" y="5019455"/>
            <a:ext cx="1105054" cy="1105054"/>
          </a:xfrm>
          <a:prstGeom prst="rect">
            <a:avLst/>
          </a:prstGeom>
        </p:spPr>
      </p:pic>
      <p:pic>
        <p:nvPicPr>
          <p:cNvPr id="12" name="Picture 11">
            <a:extLst>
              <a:ext uri="{FF2B5EF4-FFF2-40B4-BE49-F238E27FC236}">
                <a16:creationId xmlns:a16="http://schemas.microsoft.com/office/drawing/2014/main" id="{760985D0-9477-4211-96B9-821922B0E506}"/>
              </a:ext>
            </a:extLst>
          </p:cNvPr>
          <p:cNvPicPr>
            <a:picLocks noChangeAspect="1"/>
          </p:cNvPicPr>
          <p:nvPr/>
        </p:nvPicPr>
        <p:blipFill>
          <a:blip r:embed="rId11"/>
          <a:stretch>
            <a:fillRect/>
          </a:stretch>
        </p:blipFill>
        <p:spPr>
          <a:xfrm>
            <a:off x="7377230" y="5019454"/>
            <a:ext cx="1105055" cy="1105055"/>
          </a:xfrm>
          <a:prstGeom prst="rect">
            <a:avLst/>
          </a:prstGeom>
        </p:spPr>
      </p:pic>
      <p:sp>
        <p:nvSpPr>
          <p:cNvPr id="13" name="TextBox 12">
            <a:extLst>
              <a:ext uri="{FF2B5EF4-FFF2-40B4-BE49-F238E27FC236}">
                <a16:creationId xmlns:a16="http://schemas.microsoft.com/office/drawing/2014/main" id="{D393CEE8-B645-4EB3-B6D8-4033FAAFC64C}"/>
              </a:ext>
            </a:extLst>
          </p:cNvPr>
          <p:cNvSpPr txBox="1"/>
          <p:nvPr/>
        </p:nvSpPr>
        <p:spPr>
          <a:xfrm>
            <a:off x="383116" y="4272536"/>
            <a:ext cx="1603624" cy="323165"/>
          </a:xfrm>
          <a:prstGeom prst="rect">
            <a:avLst/>
          </a:prstGeom>
          <a:noFill/>
        </p:spPr>
        <p:txBody>
          <a:bodyPr wrap="square" rtlCol="0">
            <a:spAutoFit/>
          </a:bodyPr>
          <a:lstStyle/>
          <a:p>
            <a:r>
              <a:rPr lang="en-US" sz="1500"/>
              <a:t>Follow us on</a:t>
            </a:r>
          </a:p>
        </p:txBody>
      </p:sp>
      <p:pic>
        <p:nvPicPr>
          <p:cNvPr id="15" name="Picture 14">
            <a:extLst>
              <a:ext uri="{FF2B5EF4-FFF2-40B4-BE49-F238E27FC236}">
                <a16:creationId xmlns:a16="http://schemas.microsoft.com/office/drawing/2014/main" id="{D0FA091C-DFE2-4E50-9F43-829B6A34BC1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204" t="30656" r="13977" b="30721"/>
          <a:stretch/>
        </p:blipFill>
        <p:spPr>
          <a:xfrm>
            <a:off x="9437838" y="196028"/>
            <a:ext cx="2371047" cy="581507"/>
          </a:xfrm>
          <a:prstGeom prst="rect">
            <a:avLst/>
          </a:prstGeom>
        </p:spPr>
      </p:pic>
    </p:spTree>
    <p:extLst>
      <p:ext uri="{BB962C8B-B14F-4D97-AF65-F5344CB8AC3E}">
        <p14:creationId xmlns:p14="http://schemas.microsoft.com/office/powerpoint/2010/main" val="4204680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lide thank you">
    <p:spTree>
      <p:nvGrpSpPr>
        <p:cNvPr id="1" name=""/>
        <p:cNvGrpSpPr/>
        <p:nvPr/>
      </p:nvGrpSpPr>
      <p:grpSpPr>
        <a:xfrm>
          <a:off x="0" y="0"/>
          <a:ext cx="0" cy="0"/>
          <a:chOff x="0" y="0"/>
          <a:chExt cx="0" cy="0"/>
        </a:xfrm>
      </p:grpSpPr>
      <p:sp>
        <p:nvSpPr>
          <p:cNvPr id="4" name="Title 1"/>
          <p:cNvSpPr txBox="1">
            <a:spLocks/>
          </p:cNvSpPr>
          <p:nvPr userDrawn="1"/>
        </p:nvSpPr>
        <p:spPr>
          <a:xfrm>
            <a:off x="383118" y="2487613"/>
            <a:ext cx="11425767" cy="1079500"/>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en-US" sz="3200" noProof="0">
                <a:solidFill>
                  <a:srgbClr val="C00000"/>
                </a:solidFill>
              </a:rPr>
              <a:t>Thank you!</a:t>
            </a:r>
          </a:p>
        </p:txBody>
      </p:sp>
      <p:sp>
        <p:nvSpPr>
          <p:cNvPr id="9" name="Textplatzhalter 24"/>
          <p:cNvSpPr>
            <a:spLocks noGrp="1"/>
          </p:cNvSpPr>
          <p:nvPr>
            <p:ph type="body" sz="quarter" idx="11" hasCustomPrompt="1"/>
          </p:nvPr>
        </p:nvSpPr>
        <p:spPr>
          <a:xfrm>
            <a:off x="384001" y="3988800"/>
            <a:ext cx="11425767" cy="1656000"/>
          </a:xfrm>
          <a:prstGeom prst="rect">
            <a:avLst/>
          </a:prstGeom>
        </p:spPr>
        <p:txBody>
          <a:bodyPr lIns="0" tIns="0" rIns="0" bIns="0"/>
          <a:lstStyle>
            <a:lvl1pPr marL="0" indent="0">
              <a:lnSpc>
                <a:spcPct val="100000"/>
              </a:lnSpc>
              <a:spcBef>
                <a:spcPts val="0"/>
              </a:spcBef>
              <a:buFontTx/>
              <a:buNone/>
              <a:defRPr sz="16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noProof="0"/>
              <a:t>Add text</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4204" t="30656" r="13977" b="30721"/>
          <a:stretch/>
        </p:blipFill>
        <p:spPr>
          <a:xfrm>
            <a:off x="9437838" y="196028"/>
            <a:ext cx="2371047" cy="581507"/>
          </a:xfrm>
          <a:prstGeom prst="rect">
            <a:avLst/>
          </a:prstGeom>
        </p:spPr>
      </p:pic>
    </p:spTree>
    <p:extLst>
      <p:ext uri="{BB962C8B-B14F-4D97-AF65-F5344CB8AC3E}">
        <p14:creationId xmlns:p14="http://schemas.microsoft.com/office/powerpoint/2010/main" val="3629538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0E283-5AF6-B360-EDAC-854326ADF24E}"/>
              </a:ext>
            </a:extLst>
          </p:cNvPr>
          <p:cNvSpPr>
            <a:spLocks noGrp="1"/>
          </p:cNvSpPr>
          <p:nvPr>
            <p:ph type="title"/>
          </p:nvPr>
        </p:nvSpPr>
        <p:spPr/>
        <p:txBody>
          <a:bodyPr/>
          <a:lstStyle/>
          <a:p>
            <a:r>
              <a:rPr lang="en-US"/>
              <a:t>Click to edit Master title style</a:t>
            </a:r>
            <a:endParaRPr lang="en-FI"/>
          </a:p>
        </p:txBody>
      </p:sp>
      <p:sp>
        <p:nvSpPr>
          <p:cNvPr id="3" name="Content Placeholder 2">
            <a:extLst>
              <a:ext uri="{FF2B5EF4-FFF2-40B4-BE49-F238E27FC236}">
                <a16:creationId xmlns:a16="http://schemas.microsoft.com/office/drawing/2014/main" id="{2E0A6430-FF47-780B-A68C-17A7690428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Date Placeholder 3">
            <a:extLst>
              <a:ext uri="{FF2B5EF4-FFF2-40B4-BE49-F238E27FC236}">
                <a16:creationId xmlns:a16="http://schemas.microsoft.com/office/drawing/2014/main" id="{21F745C0-8FC2-7339-22FA-BE547F88676A}"/>
              </a:ext>
            </a:extLst>
          </p:cNvPr>
          <p:cNvSpPr>
            <a:spLocks noGrp="1"/>
          </p:cNvSpPr>
          <p:nvPr>
            <p:ph type="dt" sz="half" idx="10"/>
          </p:nvPr>
        </p:nvSpPr>
        <p:spPr/>
        <p:txBody>
          <a:bodyPr/>
          <a:lstStyle/>
          <a:p>
            <a:fld id="{7B8C6E65-D021-49CE-B850-13B7AB5554EC}" type="datetimeFigureOut">
              <a:rPr lang="en-FI" smtClean="0"/>
              <a:t>01/29/2025</a:t>
            </a:fld>
            <a:endParaRPr lang="en-FI"/>
          </a:p>
        </p:txBody>
      </p:sp>
      <p:sp>
        <p:nvSpPr>
          <p:cNvPr id="5" name="Footer Placeholder 4">
            <a:extLst>
              <a:ext uri="{FF2B5EF4-FFF2-40B4-BE49-F238E27FC236}">
                <a16:creationId xmlns:a16="http://schemas.microsoft.com/office/drawing/2014/main" id="{E734FA6B-278F-42A3-D751-2F8873032E76}"/>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A61EED59-26D7-4C49-0B74-A5C676EDBD3F}"/>
              </a:ext>
            </a:extLst>
          </p:cNvPr>
          <p:cNvSpPr>
            <a:spLocks noGrp="1"/>
          </p:cNvSpPr>
          <p:nvPr>
            <p:ph type="sldNum" sz="quarter" idx="12"/>
          </p:nvPr>
        </p:nvSpPr>
        <p:spPr/>
        <p:txBody>
          <a:bodyPr/>
          <a:lstStyle/>
          <a:p>
            <a:fld id="{4FE5FCCC-775B-4677-BC97-29A8AF7A7CFE}" type="slidenum">
              <a:rPr lang="en-FI" smtClean="0"/>
              <a:t>‹#›</a:t>
            </a:fld>
            <a:endParaRPr lang="en-FI"/>
          </a:p>
        </p:txBody>
      </p:sp>
    </p:spTree>
    <p:extLst>
      <p:ext uri="{BB962C8B-B14F-4D97-AF65-F5344CB8AC3E}">
        <p14:creationId xmlns:p14="http://schemas.microsoft.com/office/powerpoint/2010/main" val="274851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11" name="Gerader Verbinder 10"/>
          <p:cNvCxnSpPr/>
          <p:nvPr/>
        </p:nvCxnSpPr>
        <p:spPr>
          <a:xfrm>
            <a:off x="268289" y="814388"/>
            <a:ext cx="11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userDrawn="1"/>
        </p:nvCxnSpPr>
        <p:spPr>
          <a:xfrm>
            <a:off x="268289" y="6534564"/>
            <a:ext cx="11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31"/>
          <p:cNvSpPr>
            <a:spLocks noChangeArrowheads="1"/>
          </p:cNvSpPr>
          <p:nvPr userDrawn="1"/>
        </p:nvSpPr>
        <p:spPr bwMode="auto">
          <a:xfrm>
            <a:off x="268289" y="6617285"/>
            <a:ext cx="842433" cy="252000"/>
          </a:xfrm>
          <a:prstGeom prst="rect">
            <a:avLst/>
          </a:prstGeom>
          <a:noFill/>
          <a:ln w="9525">
            <a:noFill/>
            <a:miter lim="800000"/>
            <a:headEnd/>
            <a:tailEnd/>
          </a:ln>
          <a:effectLst/>
        </p:spPr>
        <p:txBody>
          <a:bodyPr lIns="0" tIns="0" rIns="0" bIns="0"/>
          <a:lstStyle>
            <a:lvl1pPr eaLnBrk="0" hangingPunct="0">
              <a:defRPr sz="2000">
                <a:solidFill>
                  <a:schemeClr val="tx1"/>
                </a:solidFill>
                <a:latin typeface="Arial" panose="020B0604020202020204" pitchFamily="34" charset="0"/>
                <a:ea typeface="HY견고딕"/>
                <a:cs typeface="HY견고딕"/>
              </a:defRPr>
            </a:lvl1pPr>
            <a:lvl2pPr marL="742950" indent="-285750" eaLnBrk="0" hangingPunct="0">
              <a:defRPr sz="2000">
                <a:solidFill>
                  <a:schemeClr val="tx1"/>
                </a:solidFill>
                <a:latin typeface="Arial" panose="020B0604020202020204" pitchFamily="34" charset="0"/>
                <a:ea typeface="HY견고딕"/>
                <a:cs typeface="HY견고딕"/>
              </a:defRPr>
            </a:lvl2pPr>
            <a:lvl3pPr marL="1143000" indent="-228600" eaLnBrk="0" hangingPunct="0">
              <a:defRPr sz="2000">
                <a:solidFill>
                  <a:schemeClr val="tx1"/>
                </a:solidFill>
                <a:latin typeface="Arial" panose="020B0604020202020204" pitchFamily="34" charset="0"/>
                <a:ea typeface="HY견고딕"/>
                <a:cs typeface="HY견고딕"/>
              </a:defRPr>
            </a:lvl3pPr>
            <a:lvl4pPr marL="1600200" indent="-228600" eaLnBrk="0" hangingPunct="0">
              <a:defRPr sz="2000">
                <a:solidFill>
                  <a:schemeClr val="tx1"/>
                </a:solidFill>
                <a:latin typeface="Arial" panose="020B0604020202020204" pitchFamily="34" charset="0"/>
                <a:ea typeface="HY견고딕"/>
                <a:cs typeface="HY견고딕"/>
              </a:defRPr>
            </a:lvl4pPr>
            <a:lvl5pPr marL="2057400" indent="-228600" eaLnBrk="0" hangingPunct="0">
              <a:defRPr sz="2000">
                <a:solidFill>
                  <a:schemeClr val="tx1"/>
                </a:solidFill>
                <a:latin typeface="Arial" panose="020B0604020202020204" pitchFamily="34" charset="0"/>
                <a:ea typeface="HY견고딕"/>
                <a:cs typeface="HY견고딕"/>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HY견고딕"/>
                <a:cs typeface="HY견고딕"/>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HY견고딕"/>
                <a:cs typeface="HY견고딕"/>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HY견고딕"/>
                <a:cs typeface="HY견고딕"/>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HY견고딕"/>
                <a:cs typeface="HY견고딕"/>
              </a:defRPr>
            </a:lvl9pPr>
          </a:lstStyle>
          <a:p>
            <a:pPr eaLnBrk="1" latinLnBrk="1" hangingPunct="1">
              <a:defRPr/>
            </a:pPr>
            <a:fld id="{3DDF5E21-2980-4365-AB15-B4F6486D8378}" type="slidenum">
              <a:rPr kumimoji="1" lang="ko-KR" altLang="en-US" sz="1200" smtClean="0">
                <a:solidFill>
                  <a:schemeClr val="tx1"/>
                </a:solidFill>
                <a:ea typeface="휴먼옛체"/>
                <a:cs typeface="휴먼옛체"/>
              </a:rPr>
              <a:pPr eaLnBrk="1" latinLnBrk="1" hangingPunct="1">
                <a:defRPr/>
              </a:pPr>
              <a:t>‹#›</a:t>
            </a:fld>
            <a:endParaRPr kumimoji="1" lang="en-US" altLang="ko-KR" sz="1200">
              <a:solidFill>
                <a:schemeClr val="tx1"/>
              </a:solidFill>
              <a:latin typeface="+mn-lt"/>
              <a:ea typeface="휴먼옛체"/>
              <a:cs typeface="휴먼옛체"/>
            </a:endParaRPr>
          </a:p>
        </p:txBody>
      </p:sp>
      <p:pic>
        <p:nvPicPr>
          <p:cNvPr id="10" name="Picture 9"/>
          <p:cNvPicPr>
            <a:picLocks noChangeAspect="1"/>
          </p:cNvPicPr>
          <p:nvPr userDrawn="1"/>
        </p:nvPicPr>
        <p:blipFill rotWithShape="1">
          <a:blip r:embed="rId13" cstate="print">
            <a:extLst>
              <a:ext uri="{28A0092B-C50C-407E-A947-70E740481C1C}">
                <a14:useLocalDpi xmlns:a14="http://schemas.microsoft.com/office/drawing/2010/main" val="0"/>
              </a:ext>
            </a:extLst>
          </a:blip>
          <a:srcRect l="14204" t="30656" r="13977" b="30721"/>
          <a:stretch/>
        </p:blipFill>
        <p:spPr>
          <a:xfrm>
            <a:off x="9437838" y="196028"/>
            <a:ext cx="2371047" cy="581507"/>
          </a:xfrm>
          <a:prstGeom prst="rect">
            <a:avLst/>
          </a:prstGeom>
        </p:spPr>
      </p:pic>
      <p:sp>
        <p:nvSpPr>
          <p:cNvPr id="15" name="Subtitle 2"/>
          <p:cNvSpPr txBox="1">
            <a:spLocks/>
          </p:cNvSpPr>
          <p:nvPr userDrawn="1"/>
        </p:nvSpPr>
        <p:spPr>
          <a:xfrm>
            <a:off x="384000" y="6563944"/>
            <a:ext cx="11424000" cy="288000"/>
          </a:xfrm>
          <a:prstGeom prst="rect">
            <a:avLst/>
          </a:prstGeom>
        </p:spPr>
        <p:txBody>
          <a:bodyPr lIns="0" tIns="0" rIns="0" bIns="0" anchor="ctr" anchorCtr="0"/>
          <a:lstStyle>
            <a:lvl1pPr marL="0" indent="0" algn="l" defTabSz="215900" rtl="0" fontAlgn="base">
              <a:lnSpc>
                <a:spcPct val="100000"/>
              </a:lnSpc>
              <a:spcBef>
                <a:spcPct val="0"/>
              </a:spcBef>
              <a:spcAft>
                <a:spcPct val="0"/>
              </a:spcAft>
              <a:buClr>
                <a:schemeClr val="tx2"/>
              </a:buClr>
              <a:buFont typeface="Arial" panose="020B0604020202020204" pitchFamily="34" charset="0"/>
              <a:buNone/>
              <a:tabLst>
                <a:tab pos="215900" algn="l"/>
              </a:tabLst>
              <a:defRPr sz="1800" kern="1200">
                <a:solidFill>
                  <a:schemeClr val="tx1"/>
                </a:solidFill>
                <a:latin typeface="Arial" panose="020B0604020202020204" pitchFamily="34" charset="0"/>
                <a:ea typeface="+mn-ea"/>
                <a:cs typeface="Arial" panose="020B0604020202020204" pitchFamily="34" charset="0"/>
              </a:defRPr>
            </a:lvl1pPr>
            <a:lvl2pPr marL="457200" indent="0" algn="ctr" rtl="0" fontAlgn="base">
              <a:spcBef>
                <a:spcPct val="0"/>
              </a:spcBef>
              <a:spcAft>
                <a:spcPct val="0"/>
              </a:spcAft>
              <a:buClr>
                <a:schemeClr val="tx2"/>
              </a:buClr>
              <a:buFont typeface="Symbol" panose="05050102010706020507"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fontAlgn="base">
              <a:spcBef>
                <a:spcPct val="0"/>
              </a:spcBef>
              <a:spcAft>
                <a:spcPct val="0"/>
              </a:spcAft>
              <a:buClr>
                <a:schemeClr val="tx2"/>
              </a:buClr>
              <a:buSzPct val="80000"/>
              <a:buFont typeface="Wingdings" panose="05000000000000000000"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fontAlgn="base">
              <a:spcBef>
                <a:spcPct val="0"/>
              </a:spcBef>
              <a:spcAft>
                <a:spcPct val="0"/>
              </a:spcAft>
              <a:buClr>
                <a:schemeClr val="tx2"/>
              </a:buClr>
              <a:buSzPct val="100000"/>
              <a:buFont typeface="Arial" panose="020B0604020202020204" pitchFamily="34"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fontAlgn="base">
              <a:lnSpc>
                <a:spcPct val="90000"/>
              </a:lnSpc>
              <a:spcBef>
                <a:spcPct val="0"/>
              </a:spcBef>
              <a:spcAft>
                <a:spcPct val="0"/>
              </a:spcAft>
              <a:buClr>
                <a:schemeClr val="tx2"/>
              </a:buClr>
              <a:buFont typeface="Arial" panose="020B0604020202020204" pitchFamily="34"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eaLnBrk="1" hangingPunct="1"/>
            <a:r>
              <a:rPr lang="en-US" sz="1200"/>
              <a:t>Implementation of Machine Learning model in Abaqus VUMAT subroutine</a:t>
            </a:r>
          </a:p>
        </p:txBody>
      </p:sp>
      <p:sp>
        <p:nvSpPr>
          <p:cNvPr id="18" name="Subtitle 2"/>
          <p:cNvSpPr txBox="1">
            <a:spLocks/>
          </p:cNvSpPr>
          <p:nvPr userDrawn="1"/>
        </p:nvSpPr>
        <p:spPr>
          <a:xfrm>
            <a:off x="10191566" y="6563944"/>
            <a:ext cx="1732146" cy="288000"/>
          </a:xfrm>
          <a:prstGeom prst="rect">
            <a:avLst/>
          </a:prstGeom>
        </p:spPr>
        <p:txBody>
          <a:bodyPr lIns="0" tIns="0" rIns="0" bIns="0" anchor="ctr" anchorCtr="0"/>
          <a:lstStyle>
            <a:lvl1pPr marL="0" indent="0" algn="l" defTabSz="215900" rtl="0" fontAlgn="base">
              <a:lnSpc>
                <a:spcPct val="100000"/>
              </a:lnSpc>
              <a:spcBef>
                <a:spcPct val="0"/>
              </a:spcBef>
              <a:spcAft>
                <a:spcPct val="0"/>
              </a:spcAft>
              <a:buClr>
                <a:schemeClr val="tx2"/>
              </a:buClr>
              <a:buFont typeface="Arial" panose="020B0604020202020204" pitchFamily="34" charset="0"/>
              <a:buNone/>
              <a:tabLst>
                <a:tab pos="215900" algn="l"/>
              </a:tabLst>
              <a:defRPr sz="1800" kern="1200">
                <a:solidFill>
                  <a:schemeClr val="tx1"/>
                </a:solidFill>
                <a:latin typeface="Arial" panose="020B0604020202020204" pitchFamily="34" charset="0"/>
                <a:ea typeface="+mn-ea"/>
                <a:cs typeface="Arial" panose="020B0604020202020204" pitchFamily="34" charset="0"/>
              </a:defRPr>
            </a:lvl1pPr>
            <a:lvl2pPr marL="457200" indent="0" algn="ctr" rtl="0" fontAlgn="base">
              <a:spcBef>
                <a:spcPct val="0"/>
              </a:spcBef>
              <a:spcAft>
                <a:spcPct val="0"/>
              </a:spcAft>
              <a:buClr>
                <a:schemeClr val="tx2"/>
              </a:buClr>
              <a:buFont typeface="Symbol" panose="05050102010706020507"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fontAlgn="base">
              <a:spcBef>
                <a:spcPct val="0"/>
              </a:spcBef>
              <a:spcAft>
                <a:spcPct val="0"/>
              </a:spcAft>
              <a:buClr>
                <a:schemeClr val="tx2"/>
              </a:buClr>
              <a:buSzPct val="80000"/>
              <a:buFont typeface="Wingdings" panose="05000000000000000000"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fontAlgn="base">
              <a:spcBef>
                <a:spcPct val="0"/>
              </a:spcBef>
              <a:spcAft>
                <a:spcPct val="0"/>
              </a:spcAft>
              <a:buClr>
                <a:schemeClr val="tx2"/>
              </a:buClr>
              <a:buSzPct val="100000"/>
              <a:buFont typeface="Arial" panose="020B0604020202020204" pitchFamily="34"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fontAlgn="base">
              <a:lnSpc>
                <a:spcPct val="90000"/>
              </a:lnSpc>
              <a:spcBef>
                <a:spcPct val="0"/>
              </a:spcBef>
              <a:spcAft>
                <a:spcPct val="0"/>
              </a:spcAft>
              <a:buClr>
                <a:schemeClr val="tx2"/>
              </a:buClr>
              <a:buFont typeface="Arial" panose="020B0604020202020204" pitchFamily="34"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eaLnBrk="1" hangingPunct="1"/>
            <a:r>
              <a:rPr lang="en-US" sz="1200"/>
              <a:t>Riddhi Shah, Xuan Binh</a:t>
            </a:r>
          </a:p>
        </p:txBody>
      </p:sp>
    </p:spTree>
    <p:extLst>
      <p:ext uri="{BB962C8B-B14F-4D97-AF65-F5344CB8AC3E}">
        <p14:creationId xmlns:p14="http://schemas.microsoft.com/office/powerpoint/2010/main" val="3038685260"/>
      </p:ext>
    </p:extLst>
  </p:cSld>
  <p:clrMap bg1="lt1" tx1="dk1" bg2="lt2" tx2="dk2" accent1="accent1" accent2="accent2" accent3="accent3" accent4="accent4" accent5="accent5" accent6="accent6" hlink="hlink" folHlink="folHlink"/>
  <p:sldLayoutIdLst>
    <p:sldLayoutId id="2147483812" r:id="rId1"/>
    <p:sldLayoutId id="2147483828" r:id="rId2"/>
    <p:sldLayoutId id="2147483832" r:id="rId3"/>
    <p:sldLayoutId id="2147483831" r:id="rId4"/>
    <p:sldLayoutId id="2147483825" r:id="rId5"/>
    <p:sldLayoutId id="2147483819" r:id="rId6"/>
    <p:sldLayoutId id="2147483823" r:id="rId7"/>
    <p:sldLayoutId id="2147483830" r:id="rId8"/>
    <p:sldLayoutId id="2147483833" r:id="rId9"/>
    <p:sldLayoutId id="2147483824" r:id="rId10"/>
    <p:sldLayoutId id="2147483834" r:id="rId11"/>
  </p:sldLayoutIdLst>
  <p:hf sldNum="0" hdr="0" ftr="0" dt="0"/>
  <p:txStyles>
    <p:titleStyle>
      <a:lvl1pPr algn="l" rtl="0" fontAlgn="base">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fontAlgn="base">
        <a:spcBef>
          <a:spcPct val="0"/>
        </a:spcBef>
        <a:spcAft>
          <a:spcPct val="0"/>
        </a:spcAft>
        <a:buClr>
          <a:schemeClr val="tx2"/>
        </a:buClr>
        <a:buFont typeface="Arial" panose="020B0604020202020204" pitchFamily="34" charset="0"/>
        <a:buChar char="•"/>
        <a:tabLst>
          <a:tab pos="215900" algn="l"/>
        </a:tabLst>
        <a:defRPr kern="1200">
          <a:solidFill>
            <a:schemeClr val="tx1"/>
          </a:solidFill>
          <a:latin typeface="Arial" panose="020B0604020202020204" pitchFamily="34" charset="0"/>
          <a:ea typeface="+mn-ea"/>
          <a:cs typeface="Arial" panose="020B0604020202020204" pitchFamily="34" charset="0"/>
        </a:defRPr>
      </a:lvl1pPr>
      <a:lvl2pPr marL="431800" indent="-215900" algn="l" rtl="0" fontAlgn="base">
        <a:spcBef>
          <a:spcPct val="0"/>
        </a:spcBef>
        <a:spcAft>
          <a:spcPct val="0"/>
        </a:spcAft>
        <a:buClr>
          <a:schemeClr val="tx2"/>
        </a:buClr>
        <a:buFont typeface="Symbol" panose="05050102010706020507" pitchFamily="18" charset="2"/>
        <a:buChar char="-"/>
        <a:tabLst>
          <a:tab pos="431800" algn="l"/>
        </a:tabLst>
        <a:defRPr sz="1600" kern="1200">
          <a:solidFill>
            <a:schemeClr val="tx1"/>
          </a:solidFill>
          <a:latin typeface="Arial" panose="020B0604020202020204" pitchFamily="34" charset="0"/>
          <a:ea typeface="+mn-ea"/>
          <a:cs typeface="Arial" panose="020B0604020202020204" pitchFamily="34" charset="0"/>
        </a:defRPr>
      </a:lvl2pPr>
      <a:lvl3pPr marL="647700" indent="-215900" algn="l" defTabSz="215900" rtl="0" fontAlgn="base">
        <a:spcBef>
          <a:spcPct val="0"/>
        </a:spcBef>
        <a:spcAft>
          <a:spcPct val="0"/>
        </a:spcAft>
        <a:buClr>
          <a:schemeClr val="tx2"/>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mn-ea"/>
          <a:cs typeface="Arial" panose="020B0604020202020204" pitchFamily="34" charset="0"/>
        </a:defRPr>
      </a:lvl3pPr>
      <a:lvl4pPr marL="863600" indent="-215900" algn="l" defTabSz="215900" rtl="0" fontAlgn="base">
        <a:spcBef>
          <a:spcPct val="0"/>
        </a:spcBef>
        <a:spcAft>
          <a:spcPct val="0"/>
        </a:spcAft>
        <a:buClr>
          <a:schemeClr val="tx2"/>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863600" indent="-215900" algn="l" rtl="0" fontAlgn="base">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hyperlink" Target="https://github.com/SpringNuance/VUMAT-Abaqus-ML-Integration" TargetMode="Externa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tensorflow/tensorflow/tree/master/tensorflow/c" TargetMode="External"/><Relationship Id="rId2" Type="http://schemas.openxmlformats.org/officeDocument/2006/relationships/hyperlink" Target="https://www.tensorflow.org/install/lang_c" TargetMode="Externa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stackoverflow.com/questions/66107018/how-to-use-a-neural-network-pytorch-or-tensorflow-based-in-fortran" TargetMode="External"/><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hyperlink" Target="https://github.com/Cambridge-ICCS/process_model" TargetMode="External"/><Relationship Id="rId4" Type="http://schemas.openxmlformats.org/officeDocument/2006/relationships/hyperlink" Target="https://github.com/Cambridge-ICCS/fortran-tf-lib"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SpringNuance/VUMAT-Abaqus-ML-Integration/tree/main/fortran_tf_installation/fortran-tf-libhttps:/docs.csc.fi/computing/compiling-puhti/"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hyperlink" Target="https://xizou.github.io/2017/07/26/link-gfortran-to-abaqus/" TargetMode="External"/><Relationship Id="rId2" Type="http://schemas.openxmlformats.org/officeDocument/2006/relationships/hyperlink" Target="https://docs.software.vt.edu/abaqusv2022/English/SIMACAEILGRefMap/simailg-m-EnvUsing-sb.htm"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hyperlink" Target="https://xizou.github.io/2017/07/26/link-gfortran-to-abaqus/"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eng-tips.com/viewthread.cfm?qid=373104" TargetMode="Externa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hyperlink" Target="https://refactoring.guru/design-patterns"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 Id="rId4" Type="http://schemas.openxmlformats.org/officeDocument/2006/relationships/hyperlink" Target="https://help.3ds.com/2020/english/dssimulia_established/SIMACAESUBRefMap/simasub-c-vexternaldb.htm?contextscope=all&amp;id=ad7ae7521f094a50b3e2dc9075aebe06"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hyperlink" Target="https://www.researchgate.net/post/How-can-I-solve-this-error-the-selected-primary-variable-is-not-available-in-the-current-frame-step" TargetMode="External"/><Relationship Id="rId2" Type="http://schemas.openxmlformats.org/officeDocument/2006/relationships/hyperlink" Target="https://www.reddit.com/r/fea/comments/p83tym/abaqus_keeps_showing_the_below_error_when_i_try/" TargetMode="Externa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84000" y="3216437"/>
            <a:ext cx="11424000" cy="950407"/>
          </a:xfrm>
        </p:spPr>
        <p:txBody>
          <a:bodyPr/>
          <a:lstStyle/>
          <a:p>
            <a:r>
              <a:rPr lang="en-US" sz="2800">
                <a:latin typeface="Arial"/>
                <a:cs typeface="Arial"/>
              </a:rPr>
              <a:t>Implementation of Machine Learning model in Abaqus using VUMAT subroutine. </a:t>
            </a:r>
            <a:br>
              <a:rPr lang="en-US" sz="2800"/>
            </a:br>
            <a:endParaRPr lang="en-GB" sz="2800"/>
          </a:p>
        </p:txBody>
      </p:sp>
      <p:sp>
        <p:nvSpPr>
          <p:cNvPr id="3" name="Subtitle 2"/>
          <p:cNvSpPr>
            <a:spLocks noGrp="1"/>
          </p:cNvSpPr>
          <p:nvPr>
            <p:ph type="subTitle" idx="1"/>
          </p:nvPr>
        </p:nvSpPr>
        <p:spPr>
          <a:xfrm>
            <a:off x="384000" y="4143525"/>
            <a:ext cx="11424000" cy="1655762"/>
          </a:xfrm>
        </p:spPr>
        <p:txBody>
          <a:bodyPr lIns="0" tIns="0" rIns="0" bIns="0" anchor="t"/>
          <a:lstStyle/>
          <a:p>
            <a:pPr>
              <a:lnSpc>
                <a:spcPct val="125000"/>
              </a:lnSpc>
            </a:pPr>
            <a:r>
              <a:rPr lang="en-US" altLang="zh-CN" sz="2000">
                <a:latin typeface="Arial"/>
                <a:ea typeface="黑体"/>
                <a:cs typeface="Arial"/>
              </a:rPr>
              <a:t>Presenter: Riddhi Shah, Xuan Binh</a:t>
            </a:r>
          </a:p>
          <a:p>
            <a:pPr>
              <a:lnSpc>
                <a:spcPct val="125000"/>
              </a:lnSpc>
            </a:pPr>
            <a:r>
              <a:rPr lang="en-US" altLang="zh-CN" sz="2000">
                <a:ea typeface="黑体"/>
              </a:rPr>
              <a:t>Code implementation: Riddhi Shah, Xuan Binh, Sayoojya Prasad</a:t>
            </a:r>
          </a:p>
          <a:p>
            <a:pPr>
              <a:lnSpc>
                <a:spcPct val="125000"/>
              </a:lnSpc>
            </a:pPr>
            <a:r>
              <a:rPr lang="en-US" altLang="zh-CN" sz="2000">
                <a:latin typeface="Arial"/>
                <a:ea typeface="黑体"/>
                <a:cs typeface="Arial"/>
              </a:rPr>
              <a:t>Supervisor: </a:t>
            </a:r>
            <a:r>
              <a:rPr lang="en-US" altLang="zh-CN" sz="2000" err="1">
                <a:latin typeface="Arial"/>
                <a:ea typeface="黑体"/>
                <a:cs typeface="Arial"/>
              </a:rPr>
              <a:t>Junhe</a:t>
            </a:r>
            <a:r>
              <a:rPr lang="en-US" altLang="zh-CN" sz="2000">
                <a:latin typeface="Arial"/>
                <a:ea typeface="黑体"/>
                <a:cs typeface="Arial"/>
              </a:rPr>
              <a:t> Lian</a:t>
            </a:r>
            <a:endParaRPr lang="en-US" altLang="zh-CN" sz="2000">
              <a:ea typeface="黑体"/>
            </a:endParaRPr>
          </a:p>
          <a:p>
            <a:pPr>
              <a:lnSpc>
                <a:spcPct val="125000"/>
              </a:lnSpc>
            </a:pPr>
            <a:endParaRPr lang="en-US" altLang="zh-CN" sz="500"/>
          </a:p>
          <a:p>
            <a:pPr>
              <a:lnSpc>
                <a:spcPct val="125000"/>
              </a:lnSpc>
            </a:pPr>
            <a:r>
              <a:rPr lang="de-DE" altLang="zh-CN" i="1">
                <a:latin typeface="Arial"/>
                <a:ea typeface="黑体"/>
                <a:cs typeface="Arial"/>
              </a:rPr>
              <a:t>Department </a:t>
            </a:r>
            <a:r>
              <a:rPr lang="de-DE" altLang="zh-CN" i="1" err="1">
                <a:latin typeface="Arial"/>
                <a:ea typeface="黑体"/>
                <a:cs typeface="Arial"/>
              </a:rPr>
              <a:t>of</a:t>
            </a:r>
            <a:r>
              <a:rPr lang="de-DE" altLang="zh-CN" i="1">
                <a:latin typeface="Arial"/>
                <a:ea typeface="黑体"/>
                <a:cs typeface="Arial"/>
              </a:rPr>
              <a:t> </a:t>
            </a:r>
            <a:r>
              <a:rPr lang="de-DE" altLang="zh-CN" i="1" err="1">
                <a:latin typeface="Arial"/>
                <a:ea typeface="黑体"/>
                <a:cs typeface="Arial"/>
              </a:rPr>
              <a:t>Mechanical</a:t>
            </a:r>
            <a:r>
              <a:rPr lang="de-DE" altLang="zh-CN" i="1">
                <a:latin typeface="Arial"/>
                <a:ea typeface="黑体"/>
                <a:cs typeface="Arial"/>
              </a:rPr>
              <a:t> Engineering</a:t>
            </a:r>
          </a:p>
          <a:p>
            <a:pPr>
              <a:lnSpc>
                <a:spcPct val="125000"/>
              </a:lnSpc>
            </a:pPr>
            <a:r>
              <a:rPr lang="de-DE" altLang="zh-CN" i="1">
                <a:latin typeface="Arial"/>
                <a:ea typeface="黑体"/>
                <a:cs typeface="Arial"/>
              </a:rPr>
              <a:t>Aalto University</a:t>
            </a:r>
            <a:endParaRPr lang="de-DE"/>
          </a:p>
          <a:p>
            <a:pPr>
              <a:lnSpc>
                <a:spcPct val="125000"/>
              </a:lnSpc>
            </a:pPr>
            <a:endParaRPr lang="de-DE" altLang="zh-CN" sz="300" i="1"/>
          </a:p>
        </p:txBody>
      </p:sp>
      <p:pic>
        <p:nvPicPr>
          <p:cNvPr id="8" name="Picture 7">
            <a:extLst>
              <a:ext uri="{FF2B5EF4-FFF2-40B4-BE49-F238E27FC236}">
                <a16:creationId xmlns:a16="http://schemas.microsoft.com/office/drawing/2014/main" id="{D1635BAA-1237-43C1-8EFD-855D1E42F40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204" t="30656" r="13977" b="30721"/>
          <a:stretch/>
        </p:blipFill>
        <p:spPr>
          <a:xfrm>
            <a:off x="384000" y="6153414"/>
            <a:ext cx="2371047" cy="581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11E9-DDFB-4D36-9EB4-90DB9AA0471C}"/>
              </a:ext>
            </a:extLst>
          </p:cNvPr>
          <p:cNvSpPr>
            <a:spLocks noGrp="1"/>
          </p:cNvSpPr>
          <p:nvPr>
            <p:ph type="title"/>
          </p:nvPr>
        </p:nvSpPr>
        <p:spPr/>
        <p:txBody>
          <a:bodyPr/>
          <a:lstStyle/>
          <a:p>
            <a:r>
              <a:rPr lang="en-US"/>
              <a:t>Table of Contents</a:t>
            </a:r>
          </a:p>
        </p:txBody>
      </p:sp>
      <p:sp>
        <p:nvSpPr>
          <p:cNvPr id="3" name="Text Placeholder 2"/>
          <p:cNvSpPr>
            <a:spLocks noGrp="1"/>
          </p:cNvSpPr>
          <p:nvPr>
            <p:ph type="body" sz="quarter" idx="13"/>
          </p:nvPr>
        </p:nvSpPr>
        <p:spPr>
          <a:xfrm>
            <a:off x="274320" y="943674"/>
            <a:ext cx="5733202" cy="5457126"/>
          </a:xfrm>
        </p:spPr>
        <p:txBody>
          <a:bodyPr lIns="0" tIns="0" rIns="0" bIns="0" anchor="t"/>
          <a:lstStyle/>
          <a:p>
            <a:pPr indent="-431800">
              <a:lnSpc>
                <a:spcPct val="200000"/>
              </a:lnSpc>
            </a:pPr>
            <a:r>
              <a:rPr lang="en-US" sz="1600">
                <a:highlight>
                  <a:srgbClr val="FFFF00"/>
                </a:highlight>
                <a:latin typeface="Arial"/>
                <a:cs typeface="Arial"/>
              </a:rPr>
              <a:t>Motivations for ML-coupled Abaqus subroutine</a:t>
            </a:r>
          </a:p>
          <a:p>
            <a:pPr indent="-431800">
              <a:lnSpc>
                <a:spcPct val="200000"/>
              </a:lnSpc>
            </a:pPr>
            <a:r>
              <a:rPr lang="en-US" sz="1600">
                <a:highlight>
                  <a:srgbClr val="FFFF00"/>
                </a:highlight>
                <a:latin typeface="Arial"/>
                <a:cs typeface="Arial"/>
              </a:rPr>
              <a:t>Von Mises isotropic hardening model</a:t>
            </a:r>
          </a:p>
          <a:p>
            <a:pPr indent="-431800">
              <a:lnSpc>
                <a:spcPct val="200000"/>
              </a:lnSpc>
            </a:pPr>
            <a:r>
              <a:rPr lang="en-US" sz="1600">
                <a:highlight>
                  <a:srgbClr val="FFFF00"/>
                </a:highlight>
                <a:latin typeface="Arial"/>
                <a:cs typeface="Arial"/>
              </a:rPr>
              <a:t>Complete setup workflow</a:t>
            </a:r>
          </a:p>
          <a:p>
            <a:pPr indent="-431800">
              <a:lnSpc>
                <a:spcPct val="200000"/>
              </a:lnSpc>
            </a:pPr>
            <a:r>
              <a:rPr lang="en-US" sz="1600">
                <a:highlight>
                  <a:srgbClr val="FFFF00"/>
                </a:highlight>
                <a:latin typeface="Arial"/>
                <a:cs typeface="Arial"/>
              </a:rPr>
              <a:t>Step 1: Tensorflow C API</a:t>
            </a:r>
          </a:p>
          <a:p>
            <a:pPr indent="-431800">
              <a:lnSpc>
                <a:spcPct val="200000"/>
              </a:lnSpc>
            </a:pPr>
            <a:r>
              <a:rPr lang="en-US" sz="1600">
                <a:highlight>
                  <a:srgbClr val="FFFF00"/>
                </a:highlight>
                <a:latin typeface="Arial"/>
                <a:cs typeface="Arial"/>
              </a:rPr>
              <a:t>Step 2: Fortran subroutine preparation</a:t>
            </a:r>
          </a:p>
          <a:p>
            <a:pPr indent="-431800">
              <a:lnSpc>
                <a:spcPct val="200000"/>
              </a:lnSpc>
            </a:pPr>
            <a:r>
              <a:rPr lang="en-US" sz="1600">
                <a:highlight>
                  <a:srgbClr val="FFFF00"/>
                </a:highlight>
                <a:latin typeface="Arial"/>
                <a:cs typeface="Arial"/>
              </a:rPr>
              <a:t>Step 3: ml_module template</a:t>
            </a:r>
          </a:p>
          <a:p>
            <a:pPr indent="-431800">
              <a:lnSpc>
                <a:spcPct val="200000"/>
              </a:lnSpc>
            </a:pPr>
            <a:r>
              <a:rPr lang="en-US" sz="1600">
                <a:highlight>
                  <a:srgbClr val="FFFF00"/>
                </a:highlight>
                <a:latin typeface="Arial"/>
                <a:cs typeface="Arial"/>
              </a:rPr>
              <a:t>Step 4: Compiling and linking via abaqus_v6.env </a:t>
            </a:r>
          </a:p>
          <a:p>
            <a:pPr indent="-431800">
              <a:lnSpc>
                <a:spcPct val="200000"/>
              </a:lnSpc>
            </a:pPr>
            <a:r>
              <a:rPr lang="en-US" sz="1600">
                <a:highlight>
                  <a:srgbClr val="FFFF00"/>
                </a:highlight>
                <a:latin typeface="Arial"/>
                <a:cs typeface="Arial"/>
              </a:rPr>
              <a:t>Step 5: Updating Abaqus input file </a:t>
            </a:r>
          </a:p>
          <a:p>
            <a:pPr indent="-431800">
              <a:lnSpc>
                <a:spcPct val="200000"/>
              </a:lnSpc>
            </a:pPr>
            <a:r>
              <a:rPr lang="en-US" sz="1600">
                <a:highlight>
                  <a:srgbClr val="FFFF00"/>
                </a:highlight>
                <a:latin typeface="Arial"/>
                <a:cs typeface="Arial"/>
              </a:rPr>
              <a:t>Step 6: Integrating ml_module into Abaqus VUMAT</a:t>
            </a:r>
          </a:p>
          <a:p>
            <a:pPr indent="-431800">
              <a:lnSpc>
                <a:spcPct val="200000"/>
              </a:lnSpc>
            </a:pPr>
            <a:r>
              <a:rPr lang="en-US" sz="1600">
                <a:highlight>
                  <a:srgbClr val="FFFF00"/>
                </a:highlight>
                <a:latin typeface="Arial"/>
                <a:cs typeface="Arial"/>
              </a:rPr>
              <a:t>Step 7: VEXTERNALDB for pre/postprocessing</a:t>
            </a:r>
          </a:p>
          <a:p>
            <a:pPr indent="-431800">
              <a:lnSpc>
                <a:spcPct val="200000"/>
              </a:lnSpc>
            </a:pPr>
            <a:r>
              <a:rPr lang="en-US" sz="1600">
                <a:highlight>
                  <a:srgbClr val="FFFF00"/>
                </a:highlight>
                <a:latin typeface="Arial"/>
                <a:cs typeface="Arial"/>
              </a:rPr>
              <a:t>Results of ML-coupled VUMAT model</a:t>
            </a:r>
          </a:p>
          <a:p>
            <a:pPr indent="-431800">
              <a:lnSpc>
                <a:spcPct val="200000"/>
              </a:lnSpc>
            </a:pPr>
            <a:endParaRPr lang="en-US" sz="1600">
              <a:highlight>
                <a:srgbClr val="FFFF00"/>
              </a:highlight>
              <a:latin typeface="Arial"/>
              <a:cs typeface="Arial"/>
            </a:endParaRPr>
          </a:p>
        </p:txBody>
      </p:sp>
      <p:pic>
        <p:nvPicPr>
          <p:cNvPr id="5122" name="Picture 2" descr="Puumiehenkuja 3 | Aalto-yliopisto">
            <a:extLst>
              <a:ext uri="{FF2B5EF4-FFF2-40B4-BE49-F238E27FC236}">
                <a16:creationId xmlns:a16="http://schemas.microsoft.com/office/drawing/2014/main" id="{C1E515D4-EE0A-E9B8-5BDB-02F45945A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835" y="2023925"/>
            <a:ext cx="6340845" cy="33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4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1783D5-CA80-DCE1-7F2F-BCD13A926C69}"/>
              </a:ext>
            </a:extLst>
          </p:cNvPr>
          <p:cNvSpPr>
            <a:spLocks noGrp="1"/>
          </p:cNvSpPr>
          <p:nvPr>
            <p:ph type="body" sz="quarter" idx="13"/>
          </p:nvPr>
        </p:nvSpPr>
        <p:spPr>
          <a:xfrm>
            <a:off x="274321" y="1024729"/>
            <a:ext cx="11643024" cy="3733541"/>
          </a:xfrm>
        </p:spPr>
        <p:txBody>
          <a:bodyPr lIns="0" tIns="0" rIns="0" bIns="0" anchor="t"/>
          <a:lstStyle/>
          <a:p>
            <a:pPr indent="-431800"/>
            <a:r>
              <a:rPr lang="en-US"/>
              <a:t>Numerous studies on dynamic mechanical properties of materials</a:t>
            </a:r>
          </a:p>
          <a:p>
            <a:pPr indent="-431800"/>
            <a:r>
              <a:rPr lang="en-US"/>
              <a:t>Constitutive laws, the relation between internal forces and deformations</a:t>
            </a:r>
          </a:p>
          <a:p>
            <a:pPr indent="-431800"/>
            <a:r>
              <a:rPr lang="en-US"/>
              <a:t>Constitutive laws in some conditions they cannot fit well some complex behaviors of materials</a:t>
            </a:r>
          </a:p>
          <a:p>
            <a:pPr indent="-431800"/>
            <a:r>
              <a:rPr lang="en-US"/>
              <a:t>Abaqus provides the ability to implement only the constitutive flow, or the complete constitutive behavior law via FORTRAN user subroutines: UMAT or VUMAT for the complete behavior law and UHARD or VUHARD for the hardening flow law </a:t>
            </a:r>
          </a:p>
          <a:p>
            <a:r>
              <a:rPr lang="en-US"/>
              <a:t>The major difference from VUMAT to UMAT is that VUMAT subroutines do not need the evaluation of the so-called consistent Jacobian matrix, but only the evaluation of the stress tensor σ1 at the end of the increment.</a:t>
            </a:r>
          </a:p>
          <a:p>
            <a:pPr indent="-431800"/>
            <a:endParaRPr lang="en-US"/>
          </a:p>
          <a:p>
            <a:pPr indent="-431800"/>
            <a:endParaRPr lang="en-US"/>
          </a:p>
        </p:txBody>
      </p:sp>
      <p:sp>
        <p:nvSpPr>
          <p:cNvPr id="3" name="Title 2">
            <a:extLst>
              <a:ext uri="{FF2B5EF4-FFF2-40B4-BE49-F238E27FC236}">
                <a16:creationId xmlns:a16="http://schemas.microsoft.com/office/drawing/2014/main" id="{3CD87D3E-B820-867C-22C6-D8F3564ED936}"/>
              </a:ext>
            </a:extLst>
          </p:cNvPr>
          <p:cNvSpPr>
            <a:spLocks noGrp="1"/>
          </p:cNvSpPr>
          <p:nvPr>
            <p:ph type="title"/>
          </p:nvPr>
        </p:nvSpPr>
        <p:spPr/>
        <p:txBody>
          <a:bodyPr/>
          <a:lstStyle/>
          <a:p>
            <a:r>
              <a:rPr lang="en-US"/>
              <a:t>Motivations for ML-coupled Abaqus subroutine</a:t>
            </a:r>
            <a:endParaRPr lang="en-FI"/>
          </a:p>
        </p:txBody>
      </p:sp>
    </p:spTree>
    <p:extLst>
      <p:ext uri="{BB962C8B-B14F-4D97-AF65-F5344CB8AC3E}">
        <p14:creationId xmlns:p14="http://schemas.microsoft.com/office/powerpoint/2010/main" val="255330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448F34-E36B-6184-8866-88BC3DD4D5F1}"/>
              </a:ext>
            </a:extLst>
          </p:cNvPr>
          <p:cNvSpPr>
            <a:spLocks noGrp="1"/>
          </p:cNvSpPr>
          <p:nvPr>
            <p:ph type="title"/>
          </p:nvPr>
        </p:nvSpPr>
        <p:spPr/>
        <p:txBody>
          <a:bodyPr/>
          <a:lstStyle/>
          <a:p>
            <a:r>
              <a:rPr lang="en-US"/>
              <a:t>STEP</a:t>
            </a:r>
            <a:endParaRPr lang="en-IN"/>
          </a:p>
        </p:txBody>
      </p:sp>
      <p:pic>
        <p:nvPicPr>
          <p:cNvPr id="5" name="Picture 4">
            <a:extLst>
              <a:ext uri="{FF2B5EF4-FFF2-40B4-BE49-F238E27FC236}">
                <a16:creationId xmlns:a16="http://schemas.microsoft.com/office/drawing/2014/main" id="{149213BB-D00E-A795-0C6E-654A64F2D660}"/>
              </a:ext>
            </a:extLst>
          </p:cNvPr>
          <p:cNvPicPr>
            <a:picLocks noChangeAspect="1"/>
          </p:cNvPicPr>
          <p:nvPr/>
        </p:nvPicPr>
        <p:blipFill>
          <a:blip r:embed="rId2"/>
          <a:stretch>
            <a:fillRect/>
          </a:stretch>
        </p:blipFill>
        <p:spPr>
          <a:xfrm>
            <a:off x="1211156" y="1390473"/>
            <a:ext cx="9769687" cy="4077053"/>
          </a:xfrm>
          <a:prstGeom prst="rect">
            <a:avLst/>
          </a:prstGeom>
        </p:spPr>
      </p:pic>
    </p:spTree>
    <p:extLst>
      <p:ext uri="{BB962C8B-B14F-4D97-AF65-F5344CB8AC3E}">
        <p14:creationId xmlns:p14="http://schemas.microsoft.com/office/powerpoint/2010/main" val="2035022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6E2876-9A5E-798E-82DF-1171FBAC2084}"/>
              </a:ext>
            </a:extLst>
          </p:cNvPr>
          <p:cNvSpPr>
            <a:spLocks noGrp="1"/>
          </p:cNvSpPr>
          <p:nvPr>
            <p:ph type="title"/>
          </p:nvPr>
        </p:nvSpPr>
        <p:spPr/>
        <p:txBody>
          <a:bodyPr/>
          <a:lstStyle/>
          <a:p>
            <a:r>
              <a:rPr lang="en-US"/>
              <a:t>STEP</a:t>
            </a:r>
            <a:endParaRPr lang="en-IN"/>
          </a:p>
        </p:txBody>
      </p:sp>
      <p:pic>
        <p:nvPicPr>
          <p:cNvPr id="4" name="Picture 3">
            <a:extLst>
              <a:ext uri="{FF2B5EF4-FFF2-40B4-BE49-F238E27FC236}">
                <a16:creationId xmlns:a16="http://schemas.microsoft.com/office/drawing/2014/main" id="{9F1F845D-57D5-02B6-D9CC-9E776AE72081}"/>
              </a:ext>
            </a:extLst>
          </p:cNvPr>
          <p:cNvPicPr>
            <a:picLocks noChangeAspect="1"/>
          </p:cNvPicPr>
          <p:nvPr/>
        </p:nvPicPr>
        <p:blipFill>
          <a:blip r:embed="rId2"/>
          <a:stretch>
            <a:fillRect/>
          </a:stretch>
        </p:blipFill>
        <p:spPr>
          <a:xfrm>
            <a:off x="1120876" y="1003230"/>
            <a:ext cx="9950247" cy="4851540"/>
          </a:xfrm>
          <a:prstGeom prst="rect">
            <a:avLst/>
          </a:prstGeom>
        </p:spPr>
      </p:pic>
    </p:spTree>
    <p:extLst>
      <p:ext uri="{BB962C8B-B14F-4D97-AF65-F5344CB8AC3E}">
        <p14:creationId xmlns:p14="http://schemas.microsoft.com/office/powerpoint/2010/main" val="2066777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ED296D-49B5-652A-369B-43B36E2FBF89}"/>
              </a:ext>
            </a:extLst>
          </p:cNvPr>
          <p:cNvSpPr>
            <a:spLocks noGrp="1"/>
          </p:cNvSpPr>
          <p:nvPr>
            <p:ph type="title"/>
          </p:nvPr>
        </p:nvSpPr>
        <p:spPr/>
        <p:txBody>
          <a:bodyPr/>
          <a:lstStyle/>
          <a:p>
            <a:r>
              <a:rPr lang="en-US"/>
              <a:t>INCREMENT AND INCREMENT SIZE</a:t>
            </a:r>
            <a:endParaRPr lang="en-IN"/>
          </a:p>
        </p:txBody>
      </p:sp>
      <p:pic>
        <p:nvPicPr>
          <p:cNvPr id="5" name="Picture 4">
            <a:extLst>
              <a:ext uri="{FF2B5EF4-FFF2-40B4-BE49-F238E27FC236}">
                <a16:creationId xmlns:a16="http://schemas.microsoft.com/office/drawing/2014/main" id="{5C391B17-FC0E-1D92-42F8-8FA7AB33A8D4}"/>
              </a:ext>
            </a:extLst>
          </p:cNvPr>
          <p:cNvPicPr>
            <a:picLocks noChangeAspect="1"/>
          </p:cNvPicPr>
          <p:nvPr/>
        </p:nvPicPr>
        <p:blipFill rotWithShape="1">
          <a:blip r:embed="rId2"/>
          <a:srcRect l="3956"/>
          <a:stretch/>
        </p:blipFill>
        <p:spPr>
          <a:xfrm>
            <a:off x="1225064" y="1037621"/>
            <a:ext cx="9741872" cy="5471634"/>
          </a:xfrm>
          <a:prstGeom prst="rect">
            <a:avLst/>
          </a:prstGeom>
        </p:spPr>
      </p:pic>
    </p:spTree>
    <p:extLst>
      <p:ext uri="{BB962C8B-B14F-4D97-AF65-F5344CB8AC3E}">
        <p14:creationId xmlns:p14="http://schemas.microsoft.com/office/powerpoint/2010/main" val="1982859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C1B9E2-DAC8-2E48-FBD5-EED43EBED885}"/>
              </a:ext>
            </a:extLst>
          </p:cNvPr>
          <p:cNvSpPr>
            <a:spLocks noGrp="1"/>
          </p:cNvSpPr>
          <p:nvPr>
            <p:ph type="title"/>
          </p:nvPr>
        </p:nvSpPr>
        <p:spPr/>
        <p:txBody>
          <a:bodyPr/>
          <a:lstStyle/>
          <a:p>
            <a:r>
              <a:rPr lang="en-IN"/>
              <a:t>Where does VUMAT fit in Abaqus</a:t>
            </a:r>
          </a:p>
        </p:txBody>
      </p:sp>
      <p:pic>
        <p:nvPicPr>
          <p:cNvPr id="5" name="Picture 4">
            <a:extLst>
              <a:ext uri="{FF2B5EF4-FFF2-40B4-BE49-F238E27FC236}">
                <a16:creationId xmlns:a16="http://schemas.microsoft.com/office/drawing/2014/main" id="{E51B5898-87FA-4574-CE4F-2689D24FF281}"/>
              </a:ext>
            </a:extLst>
          </p:cNvPr>
          <p:cNvPicPr>
            <a:picLocks noChangeAspect="1"/>
          </p:cNvPicPr>
          <p:nvPr/>
        </p:nvPicPr>
        <p:blipFill>
          <a:blip r:embed="rId2"/>
          <a:stretch>
            <a:fillRect/>
          </a:stretch>
        </p:blipFill>
        <p:spPr>
          <a:xfrm>
            <a:off x="1531224" y="1321887"/>
            <a:ext cx="9129551" cy="4214225"/>
          </a:xfrm>
          <a:prstGeom prst="rect">
            <a:avLst/>
          </a:prstGeom>
        </p:spPr>
      </p:pic>
    </p:spTree>
    <p:extLst>
      <p:ext uri="{BB962C8B-B14F-4D97-AF65-F5344CB8AC3E}">
        <p14:creationId xmlns:p14="http://schemas.microsoft.com/office/powerpoint/2010/main" val="180931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7E7C3E-3E74-BB94-DEE1-FB414FE011F8}"/>
              </a:ext>
            </a:extLst>
          </p:cNvPr>
          <p:cNvSpPr>
            <a:spLocks noGrp="1"/>
          </p:cNvSpPr>
          <p:nvPr>
            <p:ph type="title"/>
          </p:nvPr>
        </p:nvSpPr>
        <p:spPr/>
        <p:txBody>
          <a:bodyPr/>
          <a:lstStyle/>
          <a:p>
            <a:r>
              <a:rPr lang="en-US"/>
              <a:t>Input and output of ML model</a:t>
            </a:r>
            <a:br>
              <a:rPr lang="en-US"/>
            </a:br>
            <a:endParaRPr lang="en-IN"/>
          </a:p>
        </p:txBody>
      </p:sp>
      <p:graphicFrame>
        <p:nvGraphicFramePr>
          <p:cNvPr id="4" name="Diagram 3">
            <a:extLst>
              <a:ext uri="{FF2B5EF4-FFF2-40B4-BE49-F238E27FC236}">
                <a16:creationId xmlns:a16="http://schemas.microsoft.com/office/drawing/2014/main" id="{F9EBD75F-17F2-995D-1322-1D1CB3FEF6E4}"/>
              </a:ext>
            </a:extLst>
          </p:cNvPr>
          <p:cNvGraphicFramePr/>
          <p:nvPr>
            <p:extLst>
              <p:ext uri="{D42A27DB-BD31-4B8C-83A1-F6EECF244321}">
                <p14:modId xmlns:p14="http://schemas.microsoft.com/office/powerpoint/2010/main" val="2693531590"/>
              </p:ext>
            </p:extLst>
          </p:nvPr>
        </p:nvGraphicFramePr>
        <p:xfrm>
          <a:off x="274320" y="893379"/>
          <a:ext cx="11602370" cy="52449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Oval 12">
            <a:extLst>
              <a:ext uri="{FF2B5EF4-FFF2-40B4-BE49-F238E27FC236}">
                <a16:creationId xmlns:a16="http://schemas.microsoft.com/office/drawing/2014/main" id="{DF1B7080-9363-1462-8DCF-177F2D8EF7A0}"/>
              </a:ext>
            </a:extLst>
          </p:cNvPr>
          <p:cNvSpPr/>
          <p:nvPr/>
        </p:nvSpPr>
        <p:spPr>
          <a:xfrm>
            <a:off x="4619822" y="1957960"/>
            <a:ext cx="3115792" cy="3115792"/>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3464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Abaqus VUMAT for von Mises isotropic hardening model</a:t>
            </a:r>
            <a:endParaRPr lang="en-FI"/>
          </a:p>
        </p:txBody>
      </p:sp>
      <p:pic>
        <p:nvPicPr>
          <p:cNvPr id="4" name="Picture 3">
            <a:extLst>
              <a:ext uri="{FF2B5EF4-FFF2-40B4-BE49-F238E27FC236}">
                <a16:creationId xmlns:a16="http://schemas.microsoft.com/office/drawing/2014/main" id="{0C356D97-108D-EEB2-8DCA-433989151E3A}"/>
              </a:ext>
            </a:extLst>
          </p:cNvPr>
          <p:cNvPicPr>
            <a:picLocks noChangeAspect="1"/>
          </p:cNvPicPr>
          <p:nvPr/>
        </p:nvPicPr>
        <p:blipFill>
          <a:blip r:embed="rId2"/>
          <a:stretch>
            <a:fillRect/>
          </a:stretch>
        </p:blipFill>
        <p:spPr>
          <a:xfrm>
            <a:off x="274320" y="1026918"/>
            <a:ext cx="11709992" cy="5455162"/>
          </a:xfrm>
          <a:prstGeom prst="rect">
            <a:avLst/>
          </a:prstGeom>
        </p:spPr>
      </p:pic>
    </p:spTree>
    <p:extLst>
      <p:ext uri="{BB962C8B-B14F-4D97-AF65-F5344CB8AC3E}">
        <p14:creationId xmlns:p14="http://schemas.microsoft.com/office/powerpoint/2010/main" val="2980972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53EA52-F920-8B1C-B6D4-FFDEADBD14EB}"/>
              </a:ext>
            </a:extLst>
          </p:cNvPr>
          <p:cNvSpPr>
            <a:spLocks noGrp="1"/>
          </p:cNvSpPr>
          <p:nvPr>
            <p:ph type="body" sz="quarter" idx="13"/>
          </p:nvPr>
        </p:nvSpPr>
        <p:spPr/>
        <p:txBody>
          <a:bodyPr/>
          <a:lstStyle/>
          <a:p>
            <a:r>
              <a:rPr lang="en-US" b="1" dirty="0"/>
              <a:t>State dependent variables:</a:t>
            </a:r>
            <a:endParaRPr lang="en-US" dirty="0"/>
          </a:p>
          <a:p>
            <a:pPr marL="0" indent="0">
              <a:buNone/>
            </a:pPr>
            <a:r>
              <a:rPr lang="en-US" dirty="0"/>
              <a:t>The number and type of State Dependent Variables (SDV) depends on the material model. </a:t>
            </a:r>
          </a:p>
          <a:p>
            <a:pPr marL="0" indent="0">
              <a:buNone/>
            </a:pPr>
            <a:r>
              <a:rPr lang="en-US" dirty="0"/>
              <a:t>They are typically used to "remember" the state a material point is in between calls to the VUMAT. </a:t>
            </a:r>
          </a:p>
          <a:p>
            <a:pPr marL="0" indent="0">
              <a:buNone/>
            </a:pPr>
            <a:r>
              <a:rPr lang="en-US" dirty="0"/>
              <a:t>Another use of state variables is to save other values that we are interested in. </a:t>
            </a:r>
          </a:p>
          <a:p>
            <a:pPr marL="0" indent="0">
              <a:buNone/>
            </a:pPr>
            <a:r>
              <a:rPr lang="en-US" dirty="0"/>
              <a:t>We have 4 state dependent variables in this model: PEEQ, Strain Rate, Stress and Temperature </a:t>
            </a:r>
          </a:p>
          <a:p>
            <a:pPr marL="0" indent="0">
              <a:buNone/>
            </a:pPr>
            <a:endParaRPr lang="en-US" dirty="0"/>
          </a:p>
          <a:p>
            <a:r>
              <a:rPr lang="en-US" b="1" dirty="0"/>
              <a:t>Matrices/values are being updated by each increment</a:t>
            </a:r>
          </a:p>
          <a:p>
            <a:pPr marL="0" indent="0">
              <a:buNone/>
            </a:pPr>
            <a:r>
              <a:rPr lang="en-US" dirty="0" err="1"/>
              <a:t>stressOld</a:t>
            </a:r>
            <a:r>
              <a:rPr lang="en-US" dirty="0"/>
              <a:t>: the stress tensor at increment n, </a:t>
            </a:r>
            <a:r>
              <a:rPr lang="en-US" dirty="0" err="1"/>
              <a:t>stressNew</a:t>
            </a:r>
            <a:r>
              <a:rPr lang="en-US" dirty="0"/>
              <a:t> is updated at increment n + 1 </a:t>
            </a:r>
          </a:p>
          <a:p>
            <a:pPr marL="0" indent="0">
              <a:buNone/>
            </a:pPr>
            <a:r>
              <a:rPr lang="en-US" dirty="0" err="1"/>
              <a:t>stateOld</a:t>
            </a:r>
            <a:r>
              <a:rPr lang="en-US" dirty="0"/>
              <a:t>: the SDV values at increment n, </a:t>
            </a:r>
            <a:r>
              <a:rPr lang="en-US" dirty="0" err="1"/>
              <a:t>statetNew</a:t>
            </a:r>
            <a:r>
              <a:rPr lang="en-US" dirty="0"/>
              <a:t> is updated at increment n + 1 </a:t>
            </a:r>
          </a:p>
          <a:p>
            <a:pPr marL="0" indent="0">
              <a:buNone/>
            </a:pPr>
            <a:r>
              <a:rPr lang="en-US" dirty="0"/>
              <a:t>The same for internal energy and inelastic energy, which requires updating</a:t>
            </a:r>
          </a:p>
          <a:p>
            <a:pPr marL="0" indent="0">
              <a:buNone/>
            </a:pPr>
            <a:r>
              <a:rPr lang="en-US" dirty="0"/>
              <a:t>However, some properties have both “old” and “new” provided for each increment already, such as temperature, stretch, </a:t>
            </a:r>
            <a:r>
              <a:rPr lang="en-US" dirty="0" err="1"/>
              <a:t>defgrad</a:t>
            </a:r>
            <a:r>
              <a:rPr lang="en-US" dirty="0"/>
              <a:t> and field. Also, PEEQ (</a:t>
            </a:r>
            <a:r>
              <a:rPr lang="en-US" dirty="0" err="1"/>
              <a:t>strainInc</a:t>
            </a:r>
            <a:r>
              <a:rPr lang="en-US" dirty="0"/>
              <a:t>) does not have New input. </a:t>
            </a:r>
          </a:p>
          <a:p>
            <a:pPr marL="0" indent="0">
              <a:buNone/>
            </a:pPr>
            <a:endParaRPr lang="en-US" dirty="0"/>
          </a:p>
          <a:p>
            <a:endParaRPr lang="en-US" dirty="0"/>
          </a:p>
          <a:p>
            <a:endParaRPr lang="en-FI" dirty="0"/>
          </a:p>
        </p:txBody>
      </p:sp>
      <p:sp>
        <p:nvSpPr>
          <p:cNvPr id="3" name="Title 2">
            <a:extLst>
              <a:ext uri="{FF2B5EF4-FFF2-40B4-BE49-F238E27FC236}">
                <a16:creationId xmlns:a16="http://schemas.microsoft.com/office/drawing/2014/main" id="{7E75AF00-7F1B-5646-062B-4E261A415DD9}"/>
              </a:ext>
            </a:extLst>
          </p:cNvPr>
          <p:cNvSpPr>
            <a:spLocks noGrp="1"/>
          </p:cNvSpPr>
          <p:nvPr>
            <p:ph type="title"/>
          </p:nvPr>
        </p:nvSpPr>
        <p:spPr/>
        <p:txBody>
          <a:bodyPr/>
          <a:lstStyle/>
          <a:p>
            <a:r>
              <a:rPr lang="en-US"/>
              <a:t>Abaqus VUMAT model</a:t>
            </a:r>
            <a:endParaRPr lang="en-FI"/>
          </a:p>
        </p:txBody>
      </p:sp>
    </p:spTree>
    <p:extLst>
      <p:ext uri="{BB962C8B-B14F-4D97-AF65-F5344CB8AC3E}">
        <p14:creationId xmlns:p14="http://schemas.microsoft.com/office/powerpoint/2010/main" val="361238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fade">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fade">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fade">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fade">
                                      <p:cBhvr>
                                        <p:cTn id="5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B0771A-D08C-36FE-6B52-B209B3B123B6}"/>
              </a:ext>
            </a:extLst>
          </p:cNvPr>
          <p:cNvSpPr>
            <a:spLocks noGrp="1"/>
          </p:cNvSpPr>
          <p:nvPr>
            <p:ph type="title"/>
          </p:nvPr>
        </p:nvSpPr>
        <p:spPr/>
        <p:txBody>
          <a:bodyPr/>
          <a:lstStyle/>
          <a:p>
            <a:r>
              <a:rPr lang="en-US"/>
              <a:t>General setup workflow for ML integration</a:t>
            </a:r>
          </a:p>
        </p:txBody>
      </p:sp>
      <p:sp>
        <p:nvSpPr>
          <p:cNvPr id="7" name="TextBox 6">
            <a:extLst>
              <a:ext uri="{FF2B5EF4-FFF2-40B4-BE49-F238E27FC236}">
                <a16:creationId xmlns:a16="http://schemas.microsoft.com/office/drawing/2014/main" id="{B38AF60A-3A8E-FA6F-EA66-7EDA1E7EA5FA}"/>
              </a:ext>
            </a:extLst>
          </p:cNvPr>
          <p:cNvSpPr txBox="1"/>
          <p:nvPr/>
        </p:nvSpPr>
        <p:spPr>
          <a:xfrm>
            <a:off x="199817" y="4419991"/>
            <a:ext cx="11657238" cy="646331"/>
          </a:xfrm>
          <a:prstGeom prst="rect">
            <a:avLst/>
          </a:prstGeom>
          <a:noFill/>
        </p:spPr>
        <p:txBody>
          <a:bodyPr wrap="square">
            <a:spAutoFit/>
          </a:bodyPr>
          <a:lstStyle/>
          <a:p>
            <a:r>
              <a:rPr lang="en-US"/>
              <a:t>Our whole project is located at this repository: </a:t>
            </a:r>
            <a:r>
              <a:rPr lang="en-US">
                <a:hlinkClick r:id="rId2"/>
              </a:rPr>
              <a:t>https://github.com/SpringNuance/VUMAT-Abaqus-ML-Integration</a:t>
            </a:r>
            <a:endParaRPr lang="en-US"/>
          </a:p>
          <a:p>
            <a:endParaRPr lang="en-US"/>
          </a:p>
        </p:txBody>
      </p:sp>
      <p:graphicFrame>
        <p:nvGraphicFramePr>
          <p:cNvPr id="8" name="Diagram 7">
            <a:extLst>
              <a:ext uri="{FF2B5EF4-FFF2-40B4-BE49-F238E27FC236}">
                <a16:creationId xmlns:a16="http://schemas.microsoft.com/office/drawing/2014/main" id="{68EA2F88-B87B-949E-B02C-72C8DE8F93BC}"/>
              </a:ext>
            </a:extLst>
          </p:cNvPr>
          <p:cNvGraphicFramePr/>
          <p:nvPr>
            <p:extLst>
              <p:ext uri="{D42A27DB-BD31-4B8C-83A1-F6EECF244321}">
                <p14:modId xmlns:p14="http://schemas.microsoft.com/office/powerpoint/2010/main" val="4027164950"/>
              </p:ext>
            </p:extLst>
          </p:nvPr>
        </p:nvGraphicFramePr>
        <p:xfrm>
          <a:off x="99908" y="2120202"/>
          <a:ext cx="11992183" cy="2130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6242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815294"/>
            <a:ext cx="3219849" cy="1420325"/>
          </a:xfrm>
          <a:prstGeom prst="rect">
            <a:avLst/>
          </a:prstGeom>
          <a:noFill/>
        </p:spPr>
        <p:txBody>
          <a:bodyPr wrap="square">
            <a:spAutoFit/>
          </a:bodyPr>
          <a:lstStyle/>
          <a:p>
            <a:pPr algn="ctr">
              <a:lnSpc>
                <a:spcPct val="150000"/>
              </a:lnSpc>
            </a:pPr>
            <a:r>
              <a:rPr lang="en-US" sz="2000" b="1"/>
              <a:t>Step 1: Downloading Tensorflow C API and install fortran-tf-lib</a:t>
            </a:r>
          </a:p>
        </p:txBody>
      </p:sp>
    </p:spTree>
    <p:extLst>
      <p:ext uri="{BB962C8B-B14F-4D97-AF65-F5344CB8AC3E}">
        <p14:creationId xmlns:p14="http://schemas.microsoft.com/office/powerpoint/2010/main" val="279242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E10D30-DFBE-B85F-932F-CDCD56410A13}"/>
              </a:ext>
            </a:extLst>
          </p:cNvPr>
          <p:cNvSpPr>
            <a:spLocks noGrp="1"/>
          </p:cNvSpPr>
          <p:nvPr>
            <p:ph type="body" sz="quarter" idx="13"/>
          </p:nvPr>
        </p:nvSpPr>
        <p:spPr>
          <a:xfrm>
            <a:off x="4460240" y="1059025"/>
            <a:ext cx="7609840" cy="5234457"/>
          </a:xfrm>
        </p:spPr>
        <p:txBody>
          <a:bodyPr/>
          <a:lstStyle/>
          <a:p>
            <a:r>
              <a:rPr lang="en-US"/>
              <a:t>The TensorFlow C API allows </a:t>
            </a:r>
            <a:r>
              <a:rPr lang="en-US" err="1"/>
              <a:t>Tensorflow</a:t>
            </a:r>
            <a:r>
              <a:rPr lang="en-US"/>
              <a:t> graph constructions and bindings for non-Python languages, including Fortran, and is defined in </a:t>
            </a:r>
            <a:r>
              <a:rPr lang="en-US" err="1"/>
              <a:t>c_api.h</a:t>
            </a:r>
            <a:r>
              <a:rPr lang="en-US"/>
              <a:t>, focusing on simplicity and uniformity​​. </a:t>
            </a:r>
          </a:p>
          <a:p>
            <a:r>
              <a:rPr lang="en-US"/>
              <a:t>Files like lite/c/</a:t>
            </a:r>
            <a:r>
              <a:rPr lang="en-US" err="1"/>
              <a:t>c_api_types.h</a:t>
            </a:r>
            <a:r>
              <a:rPr lang="en-US"/>
              <a:t> and lite/c/</a:t>
            </a:r>
            <a:r>
              <a:rPr lang="en-US" err="1"/>
              <a:t>common.h</a:t>
            </a:r>
            <a:r>
              <a:rPr lang="en-US"/>
              <a:t> are for defining types and common C types used in TensorFlow's inference, kernel, </a:t>
            </a:r>
          </a:p>
          <a:p>
            <a:pPr marL="0" indent="0">
              <a:buNone/>
            </a:pPr>
            <a:r>
              <a:rPr lang="en-US"/>
              <a:t>   and interpreter APIs</a:t>
            </a:r>
          </a:p>
          <a:p>
            <a:r>
              <a:rPr lang="en-US"/>
              <a:t>The TensorFlow C API is used where neural networks trained in Python is utilized within the Fortran code​​. This is because Fortran and Python have no native communication framework</a:t>
            </a:r>
          </a:p>
          <a:p>
            <a:r>
              <a:rPr lang="en-US"/>
              <a:t>There exists a library, </a:t>
            </a:r>
            <a:r>
              <a:rPr lang="en-US" b="1" err="1"/>
              <a:t>fortran</a:t>
            </a:r>
            <a:r>
              <a:rPr lang="en-US" b="1"/>
              <a:t>-</a:t>
            </a:r>
            <a:r>
              <a:rPr lang="en-US" b="1" err="1"/>
              <a:t>tf</a:t>
            </a:r>
            <a:r>
              <a:rPr lang="en-US" b="1"/>
              <a:t>-lib</a:t>
            </a:r>
            <a:r>
              <a:rPr lang="en-US"/>
              <a:t>, which provides code and examples for directly calling TensorFlow ML models from Fortran, enabling integration of TensorFlow with Fortran </a:t>
            </a:r>
          </a:p>
          <a:p>
            <a:r>
              <a:rPr lang="en-US"/>
              <a:t>Link: </a:t>
            </a:r>
            <a:r>
              <a:rPr lang="en-US">
                <a:hlinkClick r:id="rId2"/>
              </a:rPr>
              <a:t>https://www.tensorflow.org/install/lang_c</a:t>
            </a:r>
            <a:endParaRPr lang="en-US"/>
          </a:p>
          <a:p>
            <a:r>
              <a:rPr lang="en-US"/>
              <a:t>Docs: </a:t>
            </a:r>
            <a:r>
              <a:rPr lang="en-US">
                <a:hlinkClick r:id="rId3"/>
              </a:rPr>
              <a:t>https://github.com/tensorflow/tensorflow/tree/master/tensorflow/c</a:t>
            </a:r>
            <a:endParaRPr lang="en-US"/>
          </a:p>
          <a:p>
            <a:pPr marL="0" indent="0">
              <a:buNone/>
            </a:pPr>
            <a:endParaRPr lang="en-US"/>
          </a:p>
        </p:txBody>
      </p:sp>
      <p:sp>
        <p:nvSpPr>
          <p:cNvPr id="3" name="Title 2">
            <a:extLst>
              <a:ext uri="{FF2B5EF4-FFF2-40B4-BE49-F238E27FC236}">
                <a16:creationId xmlns:a16="http://schemas.microsoft.com/office/drawing/2014/main" id="{5DF5E985-3782-4B1C-54ED-3764C8F1104A}"/>
              </a:ext>
            </a:extLst>
          </p:cNvPr>
          <p:cNvSpPr>
            <a:spLocks noGrp="1"/>
          </p:cNvSpPr>
          <p:nvPr>
            <p:ph type="title"/>
          </p:nvPr>
        </p:nvSpPr>
        <p:spPr/>
        <p:txBody>
          <a:bodyPr/>
          <a:lstStyle/>
          <a:p>
            <a:r>
              <a:rPr lang="en-US"/>
              <a:t>Tensorflow C API</a:t>
            </a:r>
            <a:endParaRPr lang="en-FI"/>
          </a:p>
        </p:txBody>
      </p:sp>
      <p:pic>
        <p:nvPicPr>
          <p:cNvPr id="1026" name="Picture 2">
            <a:extLst>
              <a:ext uri="{FF2B5EF4-FFF2-40B4-BE49-F238E27FC236}">
                <a16:creationId xmlns:a16="http://schemas.microsoft.com/office/drawing/2014/main" id="{99E14563-16A9-5D91-36C3-8253CEBB454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00" r="38981"/>
          <a:stretch/>
        </p:blipFill>
        <p:spPr bwMode="auto">
          <a:xfrm>
            <a:off x="274320" y="2454196"/>
            <a:ext cx="3982274" cy="38392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Hub - AmirulOm/tensorflow_capi_sample: Sample code to call C API for  Tensorflow 2.1">
            <a:extLst>
              <a:ext uri="{FF2B5EF4-FFF2-40B4-BE49-F238E27FC236}">
                <a16:creationId xmlns:a16="http://schemas.microsoft.com/office/drawing/2014/main" id="{E7B6037D-6338-5AFD-E48D-4E9AC78B472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084" t="23083" r="30666" b="33250"/>
          <a:stretch/>
        </p:blipFill>
        <p:spPr bwMode="auto">
          <a:xfrm>
            <a:off x="853440" y="966160"/>
            <a:ext cx="2775791" cy="1369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07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fade">
                                      <p:cBhvr>
                                        <p:cTn id="30" dur="500"/>
                                        <p:tgtEl>
                                          <p:spTgt spid="2">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fade">
                                      <p:cBhvr>
                                        <p:cTn id="3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F5E985-3782-4B1C-54ED-3764C8F1104A}"/>
              </a:ext>
            </a:extLst>
          </p:cNvPr>
          <p:cNvSpPr>
            <a:spLocks noGrp="1"/>
          </p:cNvSpPr>
          <p:nvPr>
            <p:ph type="title"/>
          </p:nvPr>
        </p:nvSpPr>
        <p:spPr/>
        <p:txBody>
          <a:bodyPr/>
          <a:lstStyle/>
          <a:p>
            <a:r>
              <a:rPr lang="en-US" b="1"/>
              <a:t>fortran-tf-lib github library</a:t>
            </a:r>
            <a:endParaRPr lang="en-FI"/>
          </a:p>
        </p:txBody>
      </p:sp>
      <p:sp>
        <p:nvSpPr>
          <p:cNvPr id="4" name="Text Placeholder 3">
            <a:extLst>
              <a:ext uri="{FF2B5EF4-FFF2-40B4-BE49-F238E27FC236}">
                <a16:creationId xmlns:a16="http://schemas.microsoft.com/office/drawing/2014/main" id="{C873A806-2C45-9717-0DE0-EB20F2697503}"/>
              </a:ext>
            </a:extLst>
          </p:cNvPr>
          <p:cNvSpPr>
            <a:spLocks noGrp="1"/>
          </p:cNvSpPr>
          <p:nvPr>
            <p:ph type="body" sz="quarter" idx="13"/>
          </p:nvPr>
        </p:nvSpPr>
        <p:spPr>
          <a:xfrm>
            <a:off x="274320" y="1605280"/>
            <a:ext cx="11785600" cy="4940531"/>
          </a:xfrm>
        </p:spPr>
        <p:txBody>
          <a:bodyPr/>
          <a:lstStyle/>
          <a:p>
            <a:r>
              <a:rPr lang="en-US"/>
              <a:t>Two approaches to extract the ML inference from Fortran code. </a:t>
            </a:r>
          </a:p>
          <a:p>
            <a:pPr marL="0" indent="0">
              <a:buNone/>
            </a:pPr>
            <a:r>
              <a:rPr lang="en-US"/>
              <a:t>1) Use Fortran C bindings as a bridge for communication between Fortran And </a:t>
            </a:r>
            <a:r>
              <a:rPr lang="en-US" err="1"/>
              <a:t>Tensorflow</a:t>
            </a:r>
            <a:r>
              <a:rPr lang="en-US"/>
              <a:t> </a:t>
            </a:r>
            <a:r>
              <a:rPr lang="en-US" b="1"/>
              <a:t>(chosen method)</a:t>
            </a:r>
            <a:endParaRPr lang="en-US"/>
          </a:p>
          <a:p>
            <a:pPr marL="0" indent="0">
              <a:buNone/>
            </a:pPr>
            <a:r>
              <a:rPr lang="en-US"/>
              <a:t>2) Expose </a:t>
            </a:r>
            <a:r>
              <a:rPr lang="en-US" err="1"/>
              <a:t>Tensorflow</a:t>
            </a:r>
            <a:r>
              <a:rPr lang="en-US"/>
              <a:t> model through API accessible from Fortran via an http-request library  </a:t>
            </a:r>
          </a:p>
          <a:p>
            <a:pPr marL="0" indent="0">
              <a:buNone/>
            </a:pPr>
            <a:r>
              <a:rPr lang="en-US"/>
              <a:t>Discussions: </a:t>
            </a:r>
            <a:r>
              <a:rPr lang="fi-FI">
                <a:hlinkClick r:id="rId3"/>
              </a:rPr>
              <a:t>https://stackoverflow.com/questions/66107018/how-to-use-a-neural-network-pytorch-or-tensorflow-based-in-fortran</a:t>
            </a:r>
            <a:endParaRPr lang="fi-FI"/>
          </a:p>
          <a:p>
            <a:r>
              <a:rPr lang="en-US" err="1"/>
              <a:t>fortran</a:t>
            </a:r>
            <a:r>
              <a:rPr lang="en-US"/>
              <a:t>-</a:t>
            </a:r>
            <a:r>
              <a:rPr lang="en-US" err="1"/>
              <a:t>tf</a:t>
            </a:r>
            <a:r>
              <a:rPr lang="en-US"/>
              <a:t>-lib is a library specifically designed for directly calling TensorFlow / </a:t>
            </a:r>
            <a:r>
              <a:rPr lang="en-US" err="1"/>
              <a:t>Keras</a:t>
            </a:r>
            <a:r>
              <a:rPr lang="en-US"/>
              <a:t> ML models from Fortran, providing a direct link between Fortran code and TensorFlow ML model. This abstracts away the Fortran C binding which should have been a manual process</a:t>
            </a:r>
          </a:p>
          <a:p>
            <a:pPr marL="0" indent="0">
              <a:buNone/>
            </a:pPr>
            <a:r>
              <a:rPr lang="en-US"/>
              <a:t>  -  </a:t>
            </a:r>
            <a:r>
              <a:rPr lang="en-US" b="1" err="1"/>
              <a:t>fortran</a:t>
            </a:r>
            <a:r>
              <a:rPr lang="en-US" b="1"/>
              <a:t>-</a:t>
            </a:r>
            <a:r>
              <a:rPr lang="en-US" b="1" err="1"/>
              <a:t>tf</a:t>
            </a:r>
            <a:r>
              <a:rPr lang="en-US" b="1"/>
              <a:t>-lib repository</a:t>
            </a:r>
            <a:r>
              <a:rPr lang="en-US"/>
              <a:t>: </a:t>
            </a:r>
            <a:r>
              <a:rPr lang="en-US">
                <a:hlinkClick r:id="rId4"/>
              </a:rPr>
              <a:t>https://github.com/Cambridge-ICCS/fortran-tf-lib</a:t>
            </a:r>
            <a:endParaRPr lang="en-US"/>
          </a:p>
          <a:p>
            <a:r>
              <a:rPr lang="en-US"/>
              <a:t> To load ML model, the library requires that the caller knows certain opaque model parameters beforehand. To address this, the Python script </a:t>
            </a:r>
            <a:r>
              <a:rPr lang="en-US" err="1"/>
              <a:t>process_model</a:t>
            </a:r>
            <a:r>
              <a:rPr lang="en-US"/>
              <a:t> is provided, which reads a </a:t>
            </a:r>
            <a:r>
              <a:rPr lang="en-US" err="1"/>
              <a:t>Keras</a:t>
            </a:r>
            <a:r>
              <a:rPr lang="en-US"/>
              <a:t> </a:t>
            </a:r>
            <a:r>
              <a:rPr lang="en-US" err="1"/>
              <a:t>SavedModel</a:t>
            </a:r>
            <a:r>
              <a:rPr lang="en-US"/>
              <a:t> and output a simple Fortran module intended to provide a base for the user to start from</a:t>
            </a:r>
          </a:p>
          <a:p>
            <a:pPr marL="0" indent="0">
              <a:buNone/>
            </a:pPr>
            <a:r>
              <a:rPr lang="en-US"/>
              <a:t>   - </a:t>
            </a:r>
            <a:r>
              <a:rPr lang="en-US" b="1" err="1"/>
              <a:t>process_model</a:t>
            </a:r>
            <a:r>
              <a:rPr lang="en-US" b="1"/>
              <a:t> repository</a:t>
            </a:r>
            <a:r>
              <a:rPr lang="en-US"/>
              <a:t>: </a:t>
            </a:r>
            <a:r>
              <a:rPr lang="en-US">
                <a:hlinkClick r:id="rId5"/>
              </a:rPr>
              <a:t>https://github.com/Cambridge-ICCS/process_model</a:t>
            </a:r>
            <a:endParaRPr lang="en-US"/>
          </a:p>
        </p:txBody>
      </p:sp>
      <p:grpSp>
        <p:nvGrpSpPr>
          <p:cNvPr id="8" name="Group 7">
            <a:extLst>
              <a:ext uri="{FF2B5EF4-FFF2-40B4-BE49-F238E27FC236}">
                <a16:creationId xmlns:a16="http://schemas.microsoft.com/office/drawing/2014/main" id="{77E60F36-E7DE-1C8A-486C-76C018FA1889}"/>
              </a:ext>
            </a:extLst>
          </p:cNvPr>
          <p:cNvGrpSpPr/>
          <p:nvPr/>
        </p:nvGrpSpPr>
        <p:grpSpPr>
          <a:xfrm>
            <a:off x="274320" y="881859"/>
            <a:ext cx="11483405" cy="723421"/>
            <a:chOff x="274320" y="881859"/>
            <a:chExt cx="11483405" cy="723421"/>
          </a:xfrm>
        </p:grpSpPr>
        <p:pic>
          <p:nvPicPr>
            <p:cNvPr id="5" name="Picture 4">
              <a:extLst>
                <a:ext uri="{FF2B5EF4-FFF2-40B4-BE49-F238E27FC236}">
                  <a16:creationId xmlns:a16="http://schemas.microsoft.com/office/drawing/2014/main" id="{781AE468-2376-63D2-5ECB-6C1B8F2B6D06}"/>
                </a:ext>
              </a:extLst>
            </p:cNvPr>
            <p:cNvPicPr>
              <a:picLocks noChangeAspect="1"/>
            </p:cNvPicPr>
            <p:nvPr/>
          </p:nvPicPr>
          <p:blipFill rotWithShape="1">
            <a:blip r:embed="rId6"/>
            <a:srcRect b="67547"/>
            <a:stretch/>
          </p:blipFill>
          <p:spPr>
            <a:xfrm>
              <a:off x="274320" y="881859"/>
              <a:ext cx="7373379" cy="723421"/>
            </a:xfrm>
            <a:prstGeom prst="rect">
              <a:avLst/>
            </a:prstGeom>
          </p:spPr>
        </p:pic>
        <p:pic>
          <p:nvPicPr>
            <p:cNvPr id="6" name="Picture 5">
              <a:extLst>
                <a:ext uri="{FF2B5EF4-FFF2-40B4-BE49-F238E27FC236}">
                  <a16:creationId xmlns:a16="http://schemas.microsoft.com/office/drawing/2014/main" id="{1FC6C403-B50B-7335-B603-C0C668F74698}"/>
                </a:ext>
              </a:extLst>
            </p:cNvPr>
            <p:cNvPicPr>
              <a:picLocks noChangeAspect="1"/>
            </p:cNvPicPr>
            <p:nvPr/>
          </p:nvPicPr>
          <p:blipFill>
            <a:blip r:embed="rId7"/>
            <a:stretch>
              <a:fillRect/>
            </a:stretch>
          </p:blipFill>
          <p:spPr>
            <a:xfrm>
              <a:off x="4966607" y="881859"/>
              <a:ext cx="6791118" cy="723421"/>
            </a:xfrm>
            <a:prstGeom prst="rect">
              <a:avLst/>
            </a:prstGeom>
          </p:spPr>
        </p:pic>
        <p:pic>
          <p:nvPicPr>
            <p:cNvPr id="7" name="Picture 6">
              <a:extLst>
                <a:ext uri="{FF2B5EF4-FFF2-40B4-BE49-F238E27FC236}">
                  <a16:creationId xmlns:a16="http://schemas.microsoft.com/office/drawing/2014/main" id="{7D2A209B-3B44-3E67-A1AD-0027A878334C}"/>
                </a:ext>
              </a:extLst>
            </p:cNvPr>
            <p:cNvPicPr>
              <a:picLocks noChangeAspect="1"/>
            </p:cNvPicPr>
            <p:nvPr/>
          </p:nvPicPr>
          <p:blipFill>
            <a:blip r:embed="rId8"/>
            <a:stretch>
              <a:fillRect/>
            </a:stretch>
          </p:blipFill>
          <p:spPr>
            <a:xfrm>
              <a:off x="3631396" y="925620"/>
              <a:ext cx="1209844" cy="543001"/>
            </a:xfrm>
            <a:prstGeom prst="rect">
              <a:avLst/>
            </a:prstGeom>
          </p:spPr>
        </p:pic>
      </p:grpSp>
    </p:spTree>
    <p:extLst>
      <p:ext uri="{BB962C8B-B14F-4D97-AF65-F5344CB8AC3E}">
        <p14:creationId xmlns:p14="http://schemas.microsoft.com/office/powerpoint/2010/main" val="358923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500"/>
                                        <p:tgtEl>
                                          <p:spTgt spid="4">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xEl>
                                              <p:pRg st="6" end="6"/>
                                            </p:txEl>
                                          </p:spTgt>
                                        </p:tgtEl>
                                        <p:attrNameLst>
                                          <p:attrName>style.visibility</p:attrName>
                                        </p:attrNameLst>
                                      </p:cBhvr>
                                      <p:to>
                                        <p:strVal val="visible"/>
                                      </p:to>
                                    </p:set>
                                    <p:animEffect transition="in" filter="fade">
                                      <p:cBhvr>
                                        <p:cTn id="34" dur="500"/>
                                        <p:tgtEl>
                                          <p:spTgt spid="4">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B78E83-A969-D94E-99D9-1801B580AD36}"/>
              </a:ext>
            </a:extLst>
          </p:cNvPr>
          <p:cNvSpPr>
            <a:spLocks noGrp="1"/>
          </p:cNvSpPr>
          <p:nvPr>
            <p:ph type="body" sz="quarter" idx="13"/>
          </p:nvPr>
        </p:nvSpPr>
        <p:spPr>
          <a:xfrm>
            <a:off x="274320" y="1054874"/>
            <a:ext cx="11425767" cy="3004946"/>
          </a:xfrm>
        </p:spPr>
        <p:txBody>
          <a:bodyPr/>
          <a:lstStyle/>
          <a:p>
            <a:r>
              <a:rPr lang="en-US"/>
              <a:t>The answer is </a:t>
            </a:r>
            <a:r>
              <a:rPr lang="en-US" b="1"/>
              <a:t>ifort</a:t>
            </a:r>
            <a:r>
              <a:rPr lang="en-US"/>
              <a:t>, which is the classic Intel compiler for Fortran</a:t>
            </a:r>
          </a:p>
          <a:p>
            <a:r>
              <a:rPr lang="en-US"/>
              <a:t>Compiler gfortran is the open source compiler from GNU package. However, Abaqus do not use GNU for Fortran compilation, but instead using Intel compiler. </a:t>
            </a:r>
          </a:p>
          <a:p>
            <a:r>
              <a:rPr lang="en-US"/>
              <a:t>Latest Intel compiler for fortran, ifx, may not be compatible with the library fortran-tf. </a:t>
            </a:r>
          </a:p>
          <a:p>
            <a:r>
              <a:rPr lang="en-US"/>
              <a:t>=&gt; Only ifort is compatible with both Abaqus and fortran-tf library. </a:t>
            </a:r>
          </a:p>
          <a:p>
            <a:r>
              <a:rPr lang="en-US"/>
              <a:t>The Tensorflow C API and fotran-tf compiling scripts:</a:t>
            </a:r>
          </a:p>
          <a:p>
            <a:pPr marL="0" indent="0">
              <a:buNone/>
            </a:pPr>
            <a:r>
              <a:rPr lang="en-US">
                <a:hlinkClick r:id="rId2"/>
              </a:rPr>
              <a:t>https://github.com/SpringNuance/VUMAT-Abaqus-ML-Integration/tree/main/fortran_tf_installation/fortran-tf-lib</a:t>
            </a:r>
          </a:p>
          <a:p>
            <a:pPr marL="0" indent="0">
              <a:buNone/>
            </a:pPr>
            <a:r>
              <a:rPr lang="en-US"/>
              <a:t>Compiling on Puhti: </a:t>
            </a:r>
            <a:r>
              <a:rPr lang="en-US">
                <a:hlinkClick r:id="rId2"/>
              </a:rPr>
              <a:t>https://docs.csc.fi/computing/compiling-puhti/</a:t>
            </a:r>
            <a:endParaRPr lang="en-US"/>
          </a:p>
          <a:p>
            <a:pPr marL="0" indent="0">
              <a:buNone/>
            </a:pPr>
            <a:endParaRPr lang="en-US"/>
          </a:p>
          <a:p>
            <a:pPr marL="0" indent="0">
              <a:buNone/>
            </a:pPr>
            <a:endParaRPr lang="en-US"/>
          </a:p>
          <a:p>
            <a:pPr marL="0" indent="0">
              <a:buNone/>
            </a:pPr>
            <a:endParaRPr lang="en-US"/>
          </a:p>
          <a:p>
            <a:endParaRPr lang="en-US"/>
          </a:p>
          <a:p>
            <a:pPr marL="0" indent="0">
              <a:buNone/>
            </a:pPr>
            <a:r>
              <a:rPr lang="en-US"/>
              <a:t>      </a:t>
            </a:r>
            <a:endParaRPr lang="en-FI"/>
          </a:p>
        </p:txBody>
      </p:sp>
      <p:sp>
        <p:nvSpPr>
          <p:cNvPr id="3" name="Title 2">
            <a:extLst>
              <a:ext uri="{FF2B5EF4-FFF2-40B4-BE49-F238E27FC236}">
                <a16:creationId xmlns:a16="http://schemas.microsoft.com/office/drawing/2014/main" id="{E3D76913-2F88-24B1-EAA4-1D4E9921520D}"/>
              </a:ext>
            </a:extLst>
          </p:cNvPr>
          <p:cNvSpPr>
            <a:spLocks noGrp="1"/>
          </p:cNvSpPr>
          <p:nvPr>
            <p:ph type="title"/>
          </p:nvPr>
        </p:nvSpPr>
        <p:spPr/>
        <p:txBody>
          <a:bodyPr/>
          <a:lstStyle/>
          <a:p>
            <a:r>
              <a:rPr lang="en-US"/>
              <a:t>Bugs and debugging: which compiler gfortran / ifort / ifx for Fortran? </a:t>
            </a:r>
            <a:endParaRPr lang="en-FI"/>
          </a:p>
        </p:txBody>
      </p:sp>
      <p:sp>
        <p:nvSpPr>
          <p:cNvPr id="5" name="TextBox 4">
            <a:extLst>
              <a:ext uri="{FF2B5EF4-FFF2-40B4-BE49-F238E27FC236}">
                <a16:creationId xmlns:a16="http://schemas.microsoft.com/office/drawing/2014/main" id="{89632AF8-350E-A611-F556-C2BCADD87341}"/>
              </a:ext>
            </a:extLst>
          </p:cNvPr>
          <p:cNvSpPr txBox="1"/>
          <p:nvPr/>
        </p:nvSpPr>
        <p:spPr>
          <a:xfrm>
            <a:off x="106347" y="4059820"/>
            <a:ext cx="9940529" cy="1754326"/>
          </a:xfrm>
          <a:prstGeom prst="rect">
            <a:avLst/>
          </a:prstGeom>
          <a:noFill/>
        </p:spPr>
        <p:txBody>
          <a:bodyPr wrap="square">
            <a:spAutoFit/>
          </a:bodyPr>
          <a:lstStyle/>
          <a:p>
            <a:r>
              <a:rPr lang="en-US"/>
              <a:t>module load intel-oneapi-compilers-classic</a:t>
            </a:r>
          </a:p>
          <a:p>
            <a:r>
              <a:rPr lang="en-FI"/>
              <a:t>cmake .. -DCMAKE_BUILD_TYPE=Release \         </a:t>
            </a:r>
            <a:endParaRPr lang="en-US"/>
          </a:p>
          <a:p>
            <a:r>
              <a:rPr lang="en-US"/>
              <a:t>               </a:t>
            </a:r>
            <a:r>
              <a:rPr lang="en-FI"/>
              <a:t>-DCMAKE_Fortran_COMPILER=ifort \         </a:t>
            </a:r>
            <a:endParaRPr lang="en-US"/>
          </a:p>
          <a:p>
            <a:r>
              <a:rPr lang="en-US"/>
              <a:t>               </a:t>
            </a:r>
            <a:r>
              <a:rPr lang="en-FI"/>
              <a:t>-DCMAKE_C_COMPILER=icc \         </a:t>
            </a:r>
            <a:endParaRPr lang="en-US"/>
          </a:p>
          <a:p>
            <a:r>
              <a:rPr lang="en-US"/>
              <a:t>               </a:t>
            </a:r>
            <a:r>
              <a:rPr lang="en-FI"/>
              <a:t>-DTENSORFLOW_LOCATION=/projappl/project_2004956/fortran-tf-lib/tensorflow \         </a:t>
            </a:r>
            <a:r>
              <a:rPr lang="en-US"/>
              <a:t>                      </a:t>
            </a:r>
          </a:p>
          <a:p>
            <a:r>
              <a:rPr lang="en-US"/>
              <a:t>               </a:t>
            </a:r>
            <a:r>
              <a:rPr lang="en-FI"/>
              <a:t>-DCMAKE_INSTALL_PREFIX=/projappl/project_2004956/fortran-tf-lib/</a:t>
            </a:r>
            <a:r>
              <a:rPr lang="en-US"/>
              <a:t>tf_</a:t>
            </a:r>
            <a:r>
              <a:rPr lang="en-FI"/>
              <a:t>intel</a:t>
            </a:r>
          </a:p>
        </p:txBody>
      </p:sp>
      <p:sp>
        <p:nvSpPr>
          <p:cNvPr id="7" name="TextBox 6">
            <a:extLst>
              <a:ext uri="{FF2B5EF4-FFF2-40B4-BE49-F238E27FC236}">
                <a16:creationId xmlns:a16="http://schemas.microsoft.com/office/drawing/2014/main" id="{1CE25906-CF06-1B77-E68B-7E79C189B2DA}"/>
              </a:ext>
            </a:extLst>
          </p:cNvPr>
          <p:cNvSpPr txBox="1"/>
          <p:nvPr/>
        </p:nvSpPr>
        <p:spPr>
          <a:xfrm>
            <a:off x="5566787" y="4059820"/>
            <a:ext cx="6428432" cy="369332"/>
          </a:xfrm>
          <a:prstGeom prst="rect">
            <a:avLst/>
          </a:prstGeom>
          <a:noFill/>
        </p:spPr>
        <p:txBody>
          <a:bodyPr wrap="square">
            <a:spAutoFit/>
          </a:bodyPr>
          <a:lstStyle/>
          <a:p>
            <a:r>
              <a:rPr lang="en-US" b="1"/>
              <a:t>Loading Intel classic compilers, including ifort, icc, icpc</a:t>
            </a:r>
            <a:endParaRPr lang="en-FI" b="1"/>
          </a:p>
        </p:txBody>
      </p:sp>
      <p:sp>
        <p:nvSpPr>
          <p:cNvPr id="8" name="Arrow: Right 7">
            <a:extLst>
              <a:ext uri="{FF2B5EF4-FFF2-40B4-BE49-F238E27FC236}">
                <a16:creationId xmlns:a16="http://schemas.microsoft.com/office/drawing/2014/main" id="{B1F85C1B-83E9-65E5-8FE3-4459E11EBAFD}"/>
              </a:ext>
            </a:extLst>
          </p:cNvPr>
          <p:cNvSpPr/>
          <p:nvPr/>
        </p:nvSpPr>
        <p:spPr>
          <a:xfrm rot="10800000">
            <a:off x="4841240" y="4118735"/>
            <a:ext cx="685687" cy="25150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sp>
        <p:nvSpPr>
          <p:cNvPr id="10" name="Arrow: Right 9">
            <a:extLst>
              <a:ext uri="{FF2B5EF4-FFF2-40B4-BE49-F238E27FC236}">
                <a16:creationId xmlns:a16="http://schemas.microsoft.com/office/drawing/2014/main" id="{705530DB-81EE-E795-4406-97E94B9E43E5}"/>
              </a:ext>
            </a:extLst>
          </p:cNvPr>
          <p:cNvSpPr/>
          <p:nvPr/>
        </p:nvSpPr>
        <p:spPr>
          <a:xfrm rot="10800000">
            <a:off x="5184083" y="4784584"/>
            <a:ext cx="685687" cy="25150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sp>
        <p:nvSpPr>
          <p:cNvPr id="11" name="TextBox 10">
            <a:extLst>
              <a:ext uri="{FF2B5EF4-FFF2-40B4-BE49-F238E27FC236}">
                <a16:creationId xmlns:a16="http://schemas.microsoft.com/office/drawing/2014/main" id="{37B77E0C-95FC-68F3-6EE4-CA412066F9DC}"/>
              </a:ext>
            </a:extLst>
          </p:cNvPr>
          <p:cNvSpPr txBox="1"/>
          <p:nvPr/>
        </p:nvSpPr>
        <p:spPr>
          <a:xfrm>
            <a:off x="6007300" y="4725669"/>
            <a:ext cx="6428432" cy="369332"/>
          </a:xfrm>
          <a:prstGeom prst="rect">
            <a:avLst/>
          </a:prstGeom>
          <a:noFill/>
        </p:spPr>
        <p:txBody>
          <a:bodyPr wrap="square">
            <a:spAutoFit/>
          </a:bodyPr>
          <a:lstStyle/>
          <a:p>
            <a:r>
              <a:rPr lang="en-US" b="1"/>
              <a:t>Fortran-tf library requires both Fortran and C compilers</a:t>
            </a:r>
            <a:endParaRPr lang="en-FI" b="1"/>
          </a:p>
        </p:txBody>
      </p:sp>
      <p:sp>
        <p:nvSpPr>
          <p:cNvPr id="12" name="TextBox 11">
            <a:extLst>
              <a:ext uri="{FF2B5EF4-FFF2-40B4-BE49-F238E27FC236}">
                <a16:creationId xmlns:a16="http://schemas.microsoft.com/office/drawing/2014/main" id="{5F4B412F-34B5-FFBA-FE85-5FB2DEA42C9A}"/>
              </a:ext>
            </a:extLst>
          </p:cNvPr>
          <p:cNvSpPr txBox="1"/>
          <p:nvPr/>
        </p:nvSpPr>
        <p:spPr>
          <a:xfrm>
            <a:off x="9616343" y="5138219"/>
            <a:ext cx="2809410" cy="369332"/>
          </a:xfrm>
          <a:prstGeom prst="rect">
            <a:avLst/>
          </a:prstGeom>
          <a:noFill/>
        </p:spPr>
        <p:txBody>
          <a:bodyPr wrap="square">
            <a:spAutoFit/>
          </a:bodyPr>
          <a:lstStyle/>
          <a:p>
            <a:r>
              <a:rPr lang="en-US" b="1"/>
              <a:t>Path to TF installation</a:t>
            </a:r>
            <a:endParaRPr lang="en-FI" b="1"/>
          </a:p>
        </p:txBody>
      </p:sp>
      <p:sp>
        <p:nvSpPr>
          <p:cNvPr id="13" name="TextBox 12">
            <a:extLst>
              <a:ext uri="{FF2B5EF4-FFF2-40B4-BE49-F238E27FC236}">
                <a16:creationId xmlns:a16="http://schemas.microsoft.com/office/drawing/2014/main" id="{9B267417-A491-2F18-9AD7-19FE32BFB755}"/>
              </a:ext>
            </a:extLst>
          </p:cNvPr>
          <p:cNvSpPr txBox="1"/>
          <p:nvPr/>
        </p:nvSpPr>
        <p:spPr>
          <a:xfrm>
            <a:off x="8955012" y="5550769"/>
            <a:ext cx="3480720" cy="923330"/>
          </a:xfrm>
          <a:prstGeom prst="rect">
            <a:avLst/>
          </a:prstGeom>
          <a:noFill/>
        </p:spPr>
        <p:txBody>
          <a:bodyPr wrap="square">
            <a:spAutoFit/>
          </a:bodyPr>
          <a:lstStyle/>
          <a:p>
            <a:r>
              <a:rPr lang="en-US" b="1"/>
              <a:t>Installation prefix for libfortran-tf.so, TF_Types </a:t>
            </a:r>
            <a:br>
              <a:rPr lang="en-US" b="1"/>
            </a:br>
            <a:r>
              <a:rPr lang="en-US" b="1"/>
              <a:t>and TF_Interface modules</a:t>
            </a:r>
            <a:endParaRPr lang="en-FI" b="1"/>
          </a:p>
        </p:txBody>
      </p:sp>
      <p:sp>
        <p:nvSpPr>
          <p:cNvPr id="14" name="Arrow: Right 13">
            <a:extLst>
              <a:ext uri="{FF2B5EF4-FFF2-40B4-BE49-F238E27FC236}">
                <a16:creationId xmlns:a16="http://schemas.microsoft.com/office/drawing/2014/main" id="{63EB9DE8-0E67-A546-8BDB-AD0353633276}"/>
              </a:ext>
            </a:extLst>
          </p:cNvPr>
          <p:cNvSpPr/>
          <p:nvPr/>
        </p:nvSpPr>
        <p:spPr>
          <a:xfrm rot="12717192">
            <a:off x="8254722" y="5915353"/>
            <a:ext cx="685687" cy="25150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spTree>
    <p:extLst>
      <p:ext uri="{BB962C8B-B14F-4D97-AF65-F5344CB8AC3E}">
        <p14:creationId xmlns:p14="http://schemas.microsoft.com/office/powerpoint/2010/main" val="91536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10" grpId="0" animBg="1"/>
      <p:bldP spid="11" grpId="0"/>
      <p:bldP spid="12" grpId="0"/>
      <p:bldP spid="13"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723854"/>
            <a:ext cx="3219849" cy="1420325"/>
          </a:xfrm>
          <a:prstGeom prst="rect">
            <a:avLst/>
          </a:prstGeom>
          <a:noFill/>
        </p:spPr>
        <p:txBody>
          <a:bodyPr wrap="square">
            <a:spAutoFit/>
          </a:bodyPr>
          <a:lstStyle/>
          <a:p>
            <a:pPr algn="ctr">
              <a:lnSpc>
                <a:spcPct val="150000"/>
              </a:lnSpc>
            </a:pPr>
            <a:r>
              <a:rPr lang="en-US" sz="2000" b="1"/>
              <a:t>Step 2: Abaqus </a:t>
            </a:r>
          </a:p>
          <a:p>
            <a:pPr algn="ctr">
              <a:lnSpc>
                <a:spcPct val="150000"/>
              </a:lnSpc>
            </a:pPr>
            <a:r>
              <a:rPr lang="en-US" sz="2000" b="1"/>
              <a:t>VUMAT for von Mises isotropic hardening</a:t>
            </a:r>
          </a:p>
        </p:txBody>
      </p:sp>
    </p:spTree>
    <p:extLst>
      <p:ext uri="{BB962C8B-B14F-4D97-AF65-F5344CB8AC3E}">
        <p14:creationId xmlns:p14="http://schemas.microsoft.com/office/powerpoint/2010/main" val="2644880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C045F2-6D49-9456-F703-031D4A46C343}"/>
              </a:ext>
            </a:extLst>
          </p:cNvPr>
          <p:cNvSpPr>
            <a:spLocks noGrp="1"/>
          </p:cNvSpPr>
          <p:nvPr>
            <p:ph type="title"/>
          </p:nvPr>
        </p:nvSpPr>
        <p:spPr/>
        <p:txBody>
          <a:bodyPr/>
          <a:lstStyle/>
          <a:p>
            <a:r>
              <a:rPr lang="en-US"/>
              <a:t>Analyze input arguments of VUMAT</a:t>
            </a:r>
            <a:endParaRPr lang="en-FI"/>
          </a:p>
        </p:txBody>
      </p:sp>
      <p:pic>
        <p:nvPicPr>
          <p:cNvPr id="4" name="Picture 3">
            <a:extLst>
              <a:ext uri="{FF2B5EF4-FFF2-40B4-BE49-F238E27FC236}">
                <a16:creationId xmlns:a16="http://schemas.microsoft.com/office/drawing/2014/main" id="{75AB6E8B-E9A6-9756-A650-6573ED6657EF}"/>
              </a:ext>
            </a:extLst>
          </p:cNvPr>
          <p:cNvPicPr>
            <a:picLocks noChangeAspect="1"/>
          </p:cNvPicPr>
          <p:nvPr/>
        </p:nvPicPr>
        <p:blipFill>
          <a:blip r:embed="rId2"/>
          <a:stretch>
            <a:fillRect/>
          </a:stretch>
        </p:blipFill>
        <p:spPr>
          <a:xfrm>
            <a:off x="274320" y="865631"/>
            <a:ext cx="6897063" cy="2896004"/>
          </a:xfrm>
          <a:prstGeom prst="rect">
            <a:avLst/>
          </a:prstGeom>
        </p:spPr>
      </p:pic>
      <p:sp>
        <p:nvSpPr>
          <p:cNvPr id="6" name="TextBox 5">
            <a:extLst>
              <a:ext uri="{FF2B5EF4-FFF2-40B4-BE49-F238E27FC236}">
                <a16:creationId xmlns:a16="http://schemas.microsoft.com/office/drawing/2014/main" id="{F2C5B295-47C5-16CA-1B25-F995B56AA497}"/>
              </a:ext>
            </a:extLst>
          </p:cNvPr>
          <p:cNvSpPr txBox="1"/>
          <p:nvPr/>
        </p:nvSpPr>
        <p:spPr>
          <a:xfrm>
            <a:off x="173837" y="3882066"/>
            <a:ext cx="7671300" cy="2677656"/>
          </a:xfrm>
          <a:prstGeom prst="rect">
            <a:avLst/>
          </a:prstGeom>
          <a:noFill/>
        </p:spPr>
        <p:txBody>
          <a:bodyPr wrap="square">
            <a:spAutoFit/>
          </a:bodyPr>
          <a:lstStyle/>
          <a:p>
            <a:r>
              <a:rPr lang="en-US" sz="1400" b="0" i="1">
                <a:solidFill>
                  <a:srgbClr val="5C6370"/>
                </a:solidFill>
                <a:effectLst/>
                <a:latin typeface="Consolas" panose="020B0609020204030204" pitchFamily="49" charset="0"/>
              </a:rPr>
              <a:t>!   For plane strain, axisymmetric, and 3D cases using</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the J2 Mises Plasticity with piecewise-linear isotropic hardening.</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The state variable is stored as:</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STATE(*,1) = PEEQ</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STATE(*,2) = strain rate</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STATE(*,3) = stress  </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STATE(*,4) = temperature </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We don’t use the temperature provided by VUMAT: tempOld and tempNew</a:t>
            </a:r>
            <a:endParaRPr lang="en-US" sz="1400" b="0">
              <a:solidFill>
                <a:srgbClr val="ABB2BF"/>
              </a:solidFill>
              <a:effectLst/>
              <a:latin typeface="Consolas" panose="020B0609020204030204" pitchFamily="49" charset="0"/>
            </a:endParaRPr>
          </a:p>
          <a:p>
            <a:r>
              <a:rPr lang="en-US" sz="1400" b="0" i="1">
                <a:solidFill>
                  <a:srgbClr val="5C6370"/>
                </a:solidFill>
                <a:effectLst/>
                <a:latin typeface="Consolas" panose="020B0609020204030204" pitchFamily="49" charset="0"/>
              </a:rPr>
              <a:t>! but we use the temperature from the previous increment from SDV</a:t>
            </a:r>
            <a:endParaRPr lang="en-US" sz="1400" b="0">
              <a:solidFill>
                <a:srgbClr val="ABB2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25B95DD-667F-D9D0-A42D-3C74F82D612D}"/>
              </a:ext>
            </a:extLst>
          </p:cNvPr>
          <p:cNvSpPr txBox="1"/>
          <p:nvPr/>
        </p:nvSpPr>
        <p:spPr>
          <a:xfrm>
            <a:off x="7441825" y="996357"/>
            <a:ext cx="4576339" cy="5632311"/>
          </a:xfrm>
          <a:prstGeom prst="rect">
            <a:avLst/>
          </a:prstGeom>
          <a:noFill/>
        </p:spPr>
        <p:txBody>
          <a:bodyPr wrap="square">
            <a:spAutoFit/>
          </a:bodyPr>
          <a:lstStyle/>
          <a:p>
            <a:r>
              <a:rPr lang="en-US"/>
              <a:t>We can see there are matrices that have “new” and “old” versions</a:t>
            </a:r>
          </a:p>
          <a:p>
            <a:endParaRPr lang="en-US"/>
          </a:p>
          <a:p>
            <a:r>
              <a:rPr lang="en-US" err="1"/>
              <a:t>stressOld</a:t>
            </a:r>
            <a:r>
              <a:rPr lang="en-US"/>
              <a:t>: the stress tensor at increment n, </a:t>
            </a:r>
            <a:r>
              <a:rPr lang="en-US" err="1"/>
              <a:t>stressNew</a:t>
            </a:r>
            <a:r>
              <a:rPr lang="en-US"/>
              <a:t> is updated at increment n + 1 </a:t>
            </a:r>
          </a:p>
          <a:p>
            <a:endParaRPr lang="en-US"/>
          </a:p>
          <a:p>
            <a:r>
              <a:rPr lang="en-US" err="1"/>
              <a:t>stateOld</a:t>
            </a:r>
            <a:r>
              <a:rPr lang="en-US"/>
              <a:t>: the SDV values at increment n, </a:t>
            </a:r>
            <a:r>
              <a:rPr lang="en-US" err="1"/>
              <a:t>statetNew</a:t>
            </a:r>
            <a:r>
              <a:rPr lang="en-US"/>
              <a:t> is updated at increment n + 1 </a:t>
            </a:r>
          </a:p>
          <a:p>
            <a:endParaRPr lang="en-US"/>
          </a:p>
          <a:p>
            <a:r>
              <a:rPr lang="en-US"/>
              <a:t>The same for internal energy and inelastic energy, which requires updating</a:t>
            </a:r>
          </a:p>
          <a:p>
            <a:endParaRPr lang="en-US"/>
          </a:p>
          <a:p>
            <a:r>
              <a:rPr lang="en-US"/>
              <a:t>However, some properties have both “old” and “new” provided for each increment already, such as temperature, stretch, </a:t>
            </a:r>
            <a:r>
              <a:rPr lang="en-US" err="1"/>
              <a:t>defgrad</a:t>
            </a:r>
            <a:r>
              <a:rPr lang="en-US"/>
              <a:t> and field. Also, PEEQ (</a:t>
            </a:r>
            <a:r>
              <a:rPr lang="en-US" err="1"/>
              <a:t>strainInc</a:t>
            </a:r>
            <a:r>
              <a:rPr lang="en-US"/>
              <a:t>) does not have New input. </a:t>
            </a:r>
          </a:p>
          <a:p>
            <a:endParaRPr lang="en-US"/>
          </a:p>
          <a:p>
            <a:r>
              <a:rPr lang="en-US" b="1">
                <a:solidFill>
                  <a:schemeClr val="accent6"/>
                </a:solidFill>
              </a:rPr>
              <a:t>dt</a:t>
            </a:r>
            <a:r>
              <a:rPr lang="en-US"/>
              <a:t>: time increment is crucial for delta PEEQ </a:t>
            </a:r>
            <a:endParaRPr lang="en-FI"/>
          </a:p>
          <a:p>
            <a:endParaRPr lang="en-FI"/>
          </a:p>
        </p:txBody>
      </p:sp>
    </p:spTree>
    <p:extLst>
      <p:ext uri="{BB962C8B-B14F-4D97-AF65-F5344CB8AC3E}">
        <p14:creationId xmlns:p14="http://schemas.microsoft.com/office/powerpoint/2010/main" val="208357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Abaqus VUMAT for von Mises isotropic hardening model</a:t>
            </a:r>
            <a:endParaRPr lang="en-FI"/>
          </a:p>
        </p:txBody>
      </p:sp>
      <p:sp>
        <p:nvSpPr>
          <p:cNvPr id="2" name="Rectangle 1">
            <a:extLst>
              <a:ext uri="{FF2B5EF4-FFF2-40B4-BE49-F238E27FC236}">
                <a16:creationId xmlns:a16="http://schemas.microsoft.com/office/drawing/2014/main" id="{1CF4790E-9B12-BC1E-00A5-F252F18A9E7F}"/>
              </a:ext>
            </a:extLst>
          </p:cNvPr>
          <p:cNvSpPr/>
          <p:nvPr/>
        </p:nvSpPr>
        <p:spPr>
          <a:xfrm>
            <a:off x="6073140" y="853440"/>
            <a:ext cx="45720" cy="56607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FI"/>
          </a:p>
        </p:txBody>
      </p:sp>
      <p:sp>
        <p:nvSpPr>
          <p:cNvPr id="5" name="TextBox 4">
            <a:extLst>
              <a:ext uri="{FF2B5EF4-FFF2-40B4-BE49-F238E27FC236}">
                <a16:creationId xmlns:a16="http://schemas.microsoft.com/office/drawing/2014/main" id="{C8235126-93F8-1007-5145-B848F6789B3D}"/>
              </a:ext>
            </a:extLst>
          </p:cNvPr>
          <p:cNvSpPr txBox="1"/>
          <p:nvPr/>
        </p:nvSpPr>
        <p:spPr>
          <a:xfrm>
            <a:off x="1831694" y="995947"/>
            <a:ext cx="2277897" cy="369332"/>
          </a:xfrm>
          <a:prstGeom prst="rect">
            <a:avLst/>
          </a:prstGeom>
          <a:noFill/>
        </p:spPr>
        <p:txBody>
          <a:bodyPr wrap="square">
            <a:spAutoFit/>
          </a:bodyPr>
          <a:lstStyle/>
          <a:p>
            <a:r>
              <a:rPr lang="en-US"/>
              <a:t>VUMAT Fortran v77</a:t>
            </a:r>
            <a:endParaRPr lang="en-FI"/>
          </a:p>
        </p:txBody>
      </p:sp>
      <p:sp>
        <p:nvSpPr>
          <p:cNvPr id="6" name="TextBox 5">
            <a:extLst>
              <a:ext uri="{FF2B5EF4-FFF2-40B4-BE49-F238E27FC236}">
                <a16:creationId xmlns:a16="http://schemas.microsoft.com/office/drawing/2014/main" id="{8410F010-15B8-05BF-59F7-5F55D0271216}"/>
              </a:ext>
            </a:extLst>
          </p:cNvPr>
          <p:cNvSpPr txBox="1"/>
          <p:nvPr/>
        </p:nvSpPr>
        <p:spPr>
          <a:xfrm>
            <a:off x="7968205" y="1007524"/>
            <a:ext cx="2277897" cy="369332"/>
          </a:xfrm>
          <a:prstGeom prst="rect">
            <a:avLst/>
          </a:prstGeom>
          <a:noFill/>
        </p:spPr>
        <p:txBody>
          <a:bodyPr wrap="square">
            <a:spAutoFit/>
          </a:bodyPr>
          <a:lstStyle/>
          <a:p>
            <a:r>
              <a:rPr lang="en-US"/>
              <a:t>VUMAT Fortran v90</a:t>
            </a:r>
            <a:endParaRPr lang="en-FI"/>
          </a:p>
        </p:txBody>
      </p:sp>
      <p:pic>
        <p:nvPicPr>
          <p:cNvPr id="7" name="Picture 6">
            <a:extLst>
              <a:ext uri="{FF2B5EF4-FFF2-40B4-BE49-F238E27FC236}">
                <a16:creationId xmlns:a16="http://schemas.microsoft.com/office/drawing/2014/main" id="{EB3DF1FC-32A2-BB58-7F69-AEF8EC62F1CF}"/>
              </a:ext>
            </a:extLst>
          </p:cNvPr>
          <p:cNvPicPr>
            <a:picLocks noChangeAspect="1"/>
          </p:cNvPicPr>
          <p:nvPr/>
        </p:nvPicPr>
        <p:blipFill>
          <a:blip r:embed="rId2"/>
          <a:stretch>
            <a:fillRect/>
          </a:stretch>
        </p:blipFill>
        <p:spPr>
          <a:xfrm>
            <a:off x="6251352" y="1461400"/>
            <a:ext cx="5803488" cy="4927825"/>
          </a:xfrm>
          <a:prstGeom prst="rect">
            <a:avLst/>
          </a:prstGeom>
        </p:spPr>
      </p:pic>
      <p:pic>
        <p:nvPicPr>
          <p:cNvPr id="8" name="Picture 7">
            <a:extLst>
              <a:ext uri="{FF2B5EF4-FFF2-40B4-BE49-F238E27FC236}">
                <a16:creationId xmlns:a16="http://schemas.microsoft.com/office/drawing/2014/main" id="{CFCBF8A3-6D2F-E51B-6770-EF8B12E4D566}"/>
              </a:ext>
            </a:extLst>
          </p:cNvPr>
          <p:cNvPicPr>
            <a:picLocks noChangeAspect="1"/>
          </p:cNvPicPr>
          <p:nvPr/>
        </p:nvPicPr>
        <p:blipFill>
          <a:blip r:embed="rId3"/>
          <a:stretch>
            <a:fillRect/>
          </a:stretch>
        </p:blipFill>
        <p:spPr>
          <a:xfrm>
            <a:off x="274319" y="1421202"/>
            <a:ext cx="5585307" cy="4968023"/>
          </a:xfrm>
          <a:prstGeom prst="rect">
            <a:avLst/>
          </a:prstGeom>
        </p:spPr>
      </p:pic>
    </p:spTree>
    <p:extLst>
      <p:ext uri="{BB962C8B-B14F-4D97-AF65-F5344CB8AC3E}">
        <p14:creationId xmlns:p14="http://schemas.microsoft.com/office/powerpoint/2010/main" val="824349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Fortran version 77 v.s version 90 </a:t>
            </a:r>
            <a:endParaRPr lang="en-FI"/>
          </a:p>
        </p:txBody>
      </p:sp>
      <p:sp>
        <p:nvSpPr>
          <p:cNvPr id="2" name="TextBox 1">
            <a:extLst>
              <a:ext uri="{FF2B5EF4-FFF2-40B4-BE49-F238E27FC236}">
                <a16:creationId xmlns:a16="http://schemas.microsoft.com/office/drawing/2014/main" id="{5140FDDF-5E35-C14F-341A-CB37ED838663}"/>
              </a:ext>
            </a:extLst>
          </p:cNvPr>
          <p:cNvSpPr txBox="1"/>
          <p:nvPr/>
        </p:nvSpPr>
        <p:spPr>
          <a:xfrm>
            <a:off x="274320" y="878725"/>
            <a:ext cx="11846560" cy="1754326"/>
          </a:xfrm>
          <a:prstGeom prst="rect">
            <a:avLst/>
          </a:prstGeom>
          <a:noFill/>
        </p:spPr>
        <p:txBody>
          <a:bodyPr wrap="square">
            <a:spAutoFit/>
          </a:bodyPr>
          <a:lstStyle/>
          <a:p>
            <a:r>
              <a:rPr lang="en-US"/>
              <a:t>When developing the subroutine, it is always preferable to choose later versions. </a:t>
            </a:r>
          </a:p>
          <a:p>
            <a:r>
              <a:rPr lang="en-US"/>
              <a:t>If template code is given in v77, it is better to convert it to v90</a:t>
            </a:r>
          </a:p>
          <a:p>
            <a:r>
              <a:rPr lang="en-US"/>
              <a:t>Abaqus fortran extension accepted by Abaqus: .f / .for  / f90 / f95  </a:t>
            </a:r>
          </a:p>
          <a:p>
            <a:endParaRPr lang="en-US"/>
          </a:p>
          <a:p>
            <a:r>
              <a:rPr lang="en-US"/>
              <a:t>As a rule of thumb, we should always use .f90 for VUMAT. This suffix means that the source code is free format, not that the code conforms to the Fortran 90 standard. </a:t>
            </a:r>
          </a:p>
        </p:txBody>
      </p:sp>
      <p:sp>
        <p:nvSpPr>
          <p:cNvPr id="5" name="TextBox 4">
            <a:extLst>
              <a:ext uri="{FF2B5EF4-FFF2-40B4-BE49-F238E27FC236}">
                <a16:creationId xmlns:a16="http://schemas.microsoft.com/office/drawing/2014/main" id="{C4B93237-1CDD-DB33-2C62-D42795380F3B}"/>
              </a:ext>
            </a:extLst>
          </p:cNvPr>
          <p:cNvSpPr txBox="1"/>
          <p:nvPr/>
        </p:nvSpPr>
        <p:spPr>
          <a:xfrm>
            <a:off x="775286" y="7265489"/>
            <a:ext cx="11633200" cy="5355312"/>
          </a:xfrm>
          <a:prstGeom prst="rect">
            <a:avLst/>
          </a:prstGeom>
          <a:noFill/>
        </p:spPr>
        <p:txBody>
          <a:bodyPr wrap="square">
            <a:spAutoFit/>
          </a:bodyPr>
          <a:lstStyle/>
          <a:p>
            <a:r>
              <a:rPr lang="en-US"/>
              <a:t>Column Restrictions: In fixed format, code must adhere to specific column rules </a:t>
            </a:r>
          </a:p>
          <a:p>
            <a:r>
              <a:rPr lang="en-US"/>
              <a:t>- code must start at least from column 7 and comments are in column 1-5. </a:t>
            </a:r>
          </a:p>
          <a:p>
            <a:r>
              <a:rPr lang="en-US"/>
              <a:t>- column 6 is for line continuation symbol, marked by * or an integer 1-9</a:t>
            </a:r>
          </a:p>
          <a:p>
            <a:r>
              <a:rPr lang="en-US"/>
              <a:t>- each line is at most 72 columns. More code than that and we have to move to next line</a:t>
            </a:r>
          </a:p>
          <a:p>
            <a:endParaRPr lang="en-US"/>
          </a:p>
          <a:p>
            <a:r>
              <a:rPr lang="en-US"/>
              <a:t>Free format does not have such column restrictions. However, its line limit is 132 columns. </a:t>
            </a:r>
          </a:p>
          <a:p>
            <a:endParaRPr lang="en-US"/>
          </a:p>
          <a:p>
            <a:r>
              <a:rPr lang="en-US"/>
              <a:t>In free format, an ampersand &amp; at the end of a line indicates continuation.</a:t>
            </a:r>
          </a:p>
          <a:p>
            <a:endParaRPr lang="en-US"/>
          </a:p>
          <a:p>
            <a:r>
              <a:rPr lang="en-US"/>
              <a:t>Comment Style: Fixed format uses a 'C' or '*' in the first column for comments. Free format uses '!' anywhere in the line for comments.</a:t>
            </a:r>
          </a:p>
          <a:p>
            <a:endParaRPr lang="en-US"/>
          </a:p>
          <a:p>
            <a:r>
              <a:rPr lang="en-US"/>
              <a:t>Length of Lines: Fixed format typically limits lines to 72 characters, while free format supports longer lines, typically up to 132 characters.</a:t>
            </a:r>
          </a:p>
          <a:p>
            <a:endParaRPr lang="en-US"/>
          </a:p>
          <a:p>
            <a:r>
              <a:rPr lang="en-US"/>
              <a:t>File Extensions: Traditionally, different file extensions are used (.f or .for for fixed format, .f90 or later like .f95, .f03 for free format).</a:t>
            </a:r>
          </a:p>
          <a:p>
            <a:endParaRPr lang="en-US"/>
          </a:p>
          <a:p>
            <a:r>
              <a:rPr lang="en-US"/>
              <a:t>Whitespace Sensitivity: Free format is less sensitive to whitespace compared to fixed format.</a:t>
            </a:r>
            <a:endParaRPr lang="en-FI"/>
          </a:p>
        </p:txBody>
      </p:sp>
      <p:graphicFrame>
        <p:nvGraphicFramePr>
          <p:cNvPr id="4" name="Table 3">
            <a:extLst>
              <a:ext uri="{FF2B5EF4-FFF2-40B4-BE49-F238E27FC236}">
                <a16:creationId xmlns:a16="http://schemas.microsoft.com/office/drawing/2014/main" id="{364F7F20-EDEF-234D-3407-5418F39294E3}"/>
              </a:ext>
            </a:extLst>
          </p:cNvPr>
          <p:cNvGraphicFramePr>
            <a:graphicFrameLocks noGrp="1"/>
          </p:cNvGraphicFramePr>
          <p:nvPr>
            <p:extLst>
              <p:ext uri="{D42A27DB-BD31-4B8C-83A1-F6EECF244321}">
                <p14:modId xmlns:p14="http://schemas.microsoft.com/office/powerpoint/2010/main" val="1680898927"/>
              </p:ext>
            </p:extLst>
          </p:nvPr>
        </p:nvGraphicFramePr>
        <p:xfrm>
          <a:off x="172718" y="2662457"/>
          <a:ext cx="12019281" cy="3774602"/>
        </p:xfrm>
        <a:graphic>
          <a:graphicData uri="http://schemas.openxmlformats.org/drawingml/2006/table">
            <a:tbl>
              <a:tblPr firstRow="1" bandRow="1">
                <a:tableStyleId>{5C22544A-7EE6-4342-B048-85BDC9FD1C3A}</a:tableStyleId>
              </a:tblPr>
              <a:tblGrid>
                <a:gridCol w="2108749">
                  <a:extLst>
                    <a:ext uri="{9D8B030D-6E8A-4147-A177-3AD203B41FA5}">
                      <a16:colId xmlns:a16="http://schemas.microsoft.com/office/drawing/2014/main" val="4005411418"/>
                    </a:ext>
                  </a:extLst>
                </a:gridCol>
                <a:gridCol w="4995478">
                  <a:extLst>
                    <a:ext uri="{9D8B030D-6E8A-4147-A177-3AD203B41FA5}">
                      <a16:colId xmlns:a16="http://schemas.microsoft.com/office/drawing/2014/main" val="1479209576"/>
                    </a:ext>
                  </a:extLst>
                </a:gridCol>
                <a:gridCol w="4915054">
                  <a:extLst>
                    <a:ext uri="{9D8B030D-6E8A-4147-A177-3AD203B41FA5}">
                      <a16:colId xmlns:a16="http://schemas.microsoft.com/office/drawing/2014/main" val="3041345965"/>
                    </a:ext>
                  </a:extLst>
                </a:gridCol>
              </a:tblGrid>
              <a:tr h="365922">
                <a:tc>
                  <a:txBody>
                    <a:bodyPr/>
                    <a:lstStyle/>
                    <a:p>
                      <a:endParaRPr lang="en-FI"/>
                    </a:p>
                  </a:txBody>
                  <a:tcPr/>
                </a:tc>
                <a:tc>
                  <a:txBody>
                    <a:bodyPr/>
                    <a:lstStyle/>
                    <a:p>
                      <a:r>
                        <a:rPr lang="en-US"/>
                        <a:t>Version 77 (fixed format)</a:t>
                      </a:r>
                      <a:endParaRPr lang="en-FI"/>
                    </a:p>
                  </a:txBody>
                  <a:tcPr/>
                </a:tc>
                <a:tc>
                  <a:txBody>
                    <a:bodyPr/>
                    <a:lstStyle/>
                    <a:p>
                      <a:r>
                        <a:rPr lang="en-US"/>
                        <a:t>Version 90 (free format)</a:t>
                      </a:r>
                      <a:endParaRPr lang="en-FI"/>
                    </a:p>
                  </a:txBody>
                  <a:tcPr/>
                </a:tc>
                <a:extLst>
                  <a:ext uri="{0D108BD9-81ED-4DB2-BD59-A6C34878D82A}">
                    <a16:rowId xmlns:a16="http://schemas.microsoft.com/office/drawing/2014/main" val="787885515"/>
                  </a:ext>
                </a:extLst>
              </a:tr>
              <a:tr h="370840">
                <a:tc>
                  <a:txBody>
                    <a:bodyPr/>
                    <a:lstStyle/>
                    <a:p>
                      <a:r>
                        <a:rPr lang="en-US"/>
                        <a:t>Comment style</a:t>
                      </a:r>
                      <a:endParaRPr lang="en-FI"/>
                    </a:p>
                  </a:txBody>
                  <a:tcPr/>
                </a:tc>
                <a:tc>
                  <a:txBody>
                    <a:bodyPr/>
                    <a:lstStyle/>
                    <a:p>
                      <a:r>
                        <a:rPr lang="en-US"/>
                        <a:t>'C' or '*' in the first column</a:t>
                      </a:r>
                      <a:endParaRPr lang="en-FI"/>
                    </a:p>
                  </a:txBody>
                  <a:tcPr/>
                </a:tc>
                <a:tc>
                  <a:txBody>
                    <a:bodyPr/>
                    <a:lstStyle/>
                    <a:p>
                      <a:r>
                        <a:rPr lang="en-US"/>
                        <a:t>'!' anywhere in the line </a:t>
                      </a:r>
                      <a:endParaRPr lang="en-FI"/>
                    </a:p>
                  </a:txBody>
                  <a:tcPr/>
                </a:tc>
                <a:extLst>
                  <a:ext uri="{0D108BD9-81ED-4DB2-BD59-A6C34878D82A}">
                    <a16:rowId xmlns:a16="http://schemas.microsoft.com/office/drawing/2014/main" val="1512479439"/>
                  </a:ext>
                </a:extLst>
              </a:tr>
              <a:tr h="370840">
                <a:tc>
                  <a:txBody>
                    <a:bodyPr/>
                    <a:lstStyle/>
                    <a:p>
                      <a:r>
                        <a:rPr lang="en-US"/>
                        <a:t>Length of line</a:t>
                      </a:r>
                      <a:endParaRPr lang="en-FI"/>
                    </a:p>
                  </a:txBody>
                  <a:tcPr/>
                </a:tc>
                <a:tc>
                  <a:txBody>
                    <a:bodyPr/>
                    <a:lstStyle/>
                    <a:p>
                      <a:r>
                        <a:rPr lang="en-US"/>
                        <a:t>At most 72 characters </a:t>
                      </a:r>
                      <a:endParaRPr lang="en-FI"/>
                    </a:p>
                  </a:txBody>
                  <a:tcPr/>
                </a:tc>
                <a:tc>
                  <a:txBody>
                    <a:bodyPr/>
                    <a:lstStyle/>
                    <a:p>
                      <a:r>
                        <a:rPr lang="en-US"/>
                        <a:t>At most 132 characters</a:t>
                      </a:r>
                      <a:endParaRPr lang="en-FI"/>
                    </a:p>
                  </a:txBody>
                  <a:tcPr/>
                </a:tc>
                <a:extLst>
                  <a:ext uri="{0D108BD9-81ED-4DB2-BD59-A6C34878D82A}">
                    <a16:rowId xmlns:a16="http://schemas.microsoft.com/office/drawing/2014/main" val="3295442804"/>
                  </a:ext>
                </a:extLst>
              </a:tr>
              <a:tr h="370840">
                <a:tc>
                  <a:txBody>
                    <a:bodyPr/>
                    <a:lstStyle/>
                    <a:p>
                      <a:r>
                        <a:rPr lang="en-US"/>
                        <a:t>File extension</a:t>
                      </a:r>
                      <a:endParaRPr lang="en-FI"/>
                    </a:p>
                  </a:txBody>
                  <a:tcPr/>
                </a:tc>
                <a:tc>
                  <a:txBody>
                    <a:bodyPr/>
                    <a:lstStyle/>
                    <a:p>
                      <a:r>
                        <a:rPr lang="en-US"/>
                        <a:t>.f or .for</a:t>
                      </a:r>
                      <a:endParaRPr lang="en-FI"/>
                    </a:p>
                  </a:txBody>
                  <a:tcPr/>
                </a:tc>
                <a:tc>
                  <a:txBody>
                    <a:bodyPr/>
                    <a:lstStyle/>
                    <a:p>
                      <a:r>
                        <a:rPr lang="en-US"/>
                        <a:t>.f90 or .f95 and later</a:t>
                      </a:r>
                      <a:endParaRPr lang="en-FI"/>
                    </a:p>
                  </a:txBody>
                  <a:tcPr/>
                </a:tc>
                <a:extLst>
                  <a:ext uri="{0D108BD9-81ED-4DB2-BD59-A6C34878D82A}">
                    <a16:rowId xmlns:a16="http://schemas.microsoft.com/office/drawing/2014/main" val="874164394"/>
                  </a:ext>
                </a:extLst>
              </a:tr>
              <a:tr h="370840">
                <a:tc>
                  <a:txBody>
                    <a:bodyPr/>
                    <a:lstStyle/>
                    <a:p>
                      <a:r>
                        <a:rPr lang="en-US"/>
                        <a:t>Column restriction</a:t>
                      </a:r>
                      <a:endParaRPr lang="en-FI"/>
                    </a:p>
                  </a:txBody>
                  <a:tcPr/>
                </a:tc>
                <a:tc>
                  <a:txBody>
                    <a:bodyPr/>
                    <a:lstStyle/>
                    <a:p>
                      <a:r>
                        <a:rPr lang="en-US"/>
                        <a:t>Comments are in column 1-5. </a:t>
                      </a:r>
                      <a:br>
                        <a:rPr lang="en-US"/>
                      </a:br>
                      <a:r>
                        <a:rPr lang="en-US"/>
                        <a:t>Column 6 is line continuation symbol. </a:t>
                      </a:r>
                      <a:br>
                        <a:rPr lang="en-US"/>
                      </a:br>
                      <a:r>
                        <a:rPr lang="en-US"/>
                        <a:t>Code starts from at least column 7</a:t>
                      </a:r>
                      <a:endParaRPr lang="en-FI"/>
                    </a:p>
                  </a:txBody>
                  <a:tcPr/>
                </a:tc>
                <a:tc>
                  <a:txBody>
                    <a:bodyPr/>
                    <a:lstStyle/>
                    <a:p>
                      <a:r>
                        <a:rPr lang="en-US"/>
                        <a:t>No column restrictions at all</a:t>
                      </a:r>
                      <a:endParaRPr lang="en-FI"/>
                    </a:p>
                  </a:txBody>
                  <a:tcPr/>
                </a:tc>
                <a:extLst>
                  <a:ext uri="{0D108BD9-81ED-4DB2-BD59-A6C34878D82A}">
                    <a16:rowId xmlns:a16="http://schemas.microsoft.com/office/drawing/2014/main" val="2247938923"/>
                  </a:ext>
                </a:extLst>
              </a:tr>
              <a:tr h="370840">
                <a:tc>
                  <a:txBody>
                    <a:bodyPr/>
                    <a:lstStyle/>
                    <a:p>
                      <a:r>
                        <a:rPr lang="en-US"/>
                        <a:t>Newline style</a:t>
                      </a:r>
                      <a:endParaRPr lang="en-FI"/>
                    </a:p>
                  </a:txBody>
                  <a:tcPr/>
                </a:tc>
                <a:tc>
                  <a:txBody>
                    <a:bodyPr/>
                    <a:lstStyle/>
                    <a:p>
                      <a:r>
                        <a:rPr lang="en-US"/>
                        <a:t>Using * or 1-9 on column 6 at start of line code</a:t>
                      </a:r>
                      <a:endParaRPr lang="en-FI"/>
                    </a:p>
                  </a:txBody>
                  <a:tcPr/>
                </a:tc>
                <a:tc>
                  <a:txBody>
                    <a:bodyPr/>
                    <a:lstStyle/>
                    <a:p>
                      <a:r>
                        <a:rPr lang="en-US"/>
                        <a:t>Using ampersand &amp; at the end of line code</a:t>
                      </a:r>
                      <a:endParaRPr lang="en-FI"/>
                    </a:p>
                  </a:txBody>
                  <a:tcPr/>
                </a:tc>
                <a:extLst>
                  <a:ext uri="{0D108BD9-81ED-4DB2-BD59-A6C34878D82A}">
                    <a16:rowId xmlns:a16="http://schemas.microsoft.com/office/drawing/2014/main" val="803658825"/>
                  </a:ext>
                </a:extLst>
              </a:tr>
              <a:tr h="370840">
                <a:tc>
                  <a:txBody>
                    <a:bodyPr/>
                    <a:lstStyle/>
                    <a:p>
                      <a:r>
                        <a:rPr lang="en-US"/>
                        <a:t>Declare constants</a:t>
                      </a:r>
                      <a:endParaRPr lang="en-FI"/>
                    </a:p>
                  </a:txBody>
                  <a:tcPr/>
                </a:tc>
                <a:tc>
                  <a:txBody>
                    <a:bodyPr/>
                    <a:lstStyle/>
                    <a:p>
                      <a:r>
                        <a:rPr lang="fi-FI" sz="1800" b="0" i="0" kern="1200">
                          <a:solidFill>
                            <a:schemeClr val="dk1"/>
                          </a:solidFill>
                          <a:effectLst/>
                          <a:latin typeface="+mn-lt"/>
                          <a:ea typeface="+mn-ea"/>
                          <a:cs typeface="+mn-cs"/>
                        </a:rPr>
                        <a:t>PARAMETER (PI = 3.14159)</a:t>
                      </a:r>
                      <a:endParaRPr lang="en-FI"/>
                    </a:p>
                  </a:txBody>
                  <a:tcPr/>
                </a:tc>
                <a:tc>
                  <a:txBody>
                    <a:bodyPr/>
                    <a:lstStyle/>
                    <a:p>
                      <a:r>
                        <a:rPr lang="fi-FI" sz="1800" b="0" i="0" kern="1200">
                          <a:solidFill>
                            <a:schemeClr val="dk1"/>
                          </a:solidFill>
                          <a:effectLst/>
                          <a:latin typeface="+mn-lt"/>
                          <a:ea typeface="+mn-ea"/>
                          <a:cs typeface="+mn-cs"/>
                        </a:rPr>
                        <a:t>REAL, PARAMETER :: PI = 3.14159</a:t>
                      </a:r>
                      <a:endParaRPr lang="en-FI"/>
                    </a:p>
                  </a:txBody>
                  <a:tcPr/>
                </a:tc>
                <a:extLst>
                  <a:ext uri="{0D108BD9-81ED-4DB2-BD59-A6C34878D82A}">
                    <a16:rowId xmlns:a16="http://schemas.microsoft.com/office/drawing/2014/main" val="2703653460"/>
                  </a:ext>
                </a:extLst>
              </a:tr>
              <a:tr h="370840">
                <a:tc>
                  <a:txBody>
                    <a:bodyPr/>
                    <a:lstStyle/>
                    <a:p>
                      <a:r>
                        <a:rPr lang="en-US"/>
                        <a:t>IMPLICIT NONE</a:t>
                      </a:r>
                      <a:endParaRPr lang="en-FI"/>
                    </a:p>
                  </a:txBody>
                  <a:tcPr/>
                </a:tc>
                <a:tc>
                  <a:txBody>
                    <a:bodyPr/>
                    <a:lstStyle/>
                    <a:p>
                      <a:r>
                        <a:rPr lang="en-US"/>
                        <a:t>Not official in v77, which usually do not enforce strong type declaration</a:t>
                      </a:r>
                      <a:endParaRPr lang="en-FI"/>
                    </a:p>
                  </a:txBody>
                  <a:tcPr/>
                </a:tc>
                <a:tc>
                  <a:txBody>
                    <a:bodyPr/>
                    <a:lstStyle/>
                    <a:p>
                      <a:r>
                        <a:rPr lang="en-US"/>
                        <a:t>Official in v90, enforcing strong type</a:t>
                      </a:r>
                    </a:p>
                    <a:p>
                      <a:r>
                        <a:rPr lang="en-US" sz="1600">
                          <a:solidFill>
                            <a:srgbClr val="FF0000"/>
                          </a:solidFill>
                        </a:rPr>
                        <a:t>(DO NOT USE IMPLICIT NONE FOR VUMAT !!)</a:t>
                      </a:r>
                      <a:endParaRPr lang="en-FI" sz="1600">
                        <a:solidFill>
                          <a:srgbClr val="FF0000"/>
                        </a:solidFill>
                      </a:endParaRPr>
                    </a:p>
                  </a:txBody>
                  <a:tcPr/>
                </a:tc>
                <a:extLst>
                  <a:ext uri="{0D108BD9-81ED-4DB2-BD59-A6C34878D82A}">
                    <a16:rowId xmlns:a16="http://schemas.microsoft.com/office/drawing/2014/main" val="3407693421"/>
                  </a:ext>
                </a:extLst>
              </a:tr>
            </a:tbl>
          </a:graphicData>
        </a:graphic>
      </p:graphicFrame>
    </p:spTree>
    <p:extLst>
      <p:ext uri="{BB962C8B-B14F-4D97-AF65-F5344CB8AC3E}">
        <p14:creationId xmlns:p14="http://schemas.microsoft.com/office/powerpoint/2010/main" val="2558627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683214"/>
            <a:ext cx="3219849" cy="1420325"/>
          </a:xfrm>
          <a:prstGeom prst="rect">
            <a:avLst/>
          </a:prstGeom>
          <a:noFill/>
        </p:spPr>
        <p:txBody>
          <a:bodyPr wrap="square">
            <a:spAutoFit/>
          </a:bodyPr>
          <a:lstStyle/>
          <a:p>
            <a:pPr algn="ctr">
              <a:lnSpc>
                <a:spcPct val="150000"/>
              </a:lnSpc>
            </a:pPr>
            <a:r>
              <a:rPr lang="en-US" sz="2000" b="1"/>
              <a:t>Step 3: ML</a:t>
            </a:r>
          </a:p>
          <a:p>
            <a:pPr algn="ctr">
              <a:lnSpc>
                <a:spcPct val="150000"/>
              </a:lnSpc>
            </a:pPr>
            <a:r>
              <a:rPr lang="en-US" sz="2000" b="1"/>
              <a:t>model conversion and ml_module template</a:t>
            </a:r>
          </a:p>
        </p:txBody>
      </p:sp>
    </p:spTree>
    <p:extLst>
      <p:ext uri="{BB962C8B-B14F-4D97-AF65-F5344CB8AC3E}">
        <p14:creationId xmlns:p14="http://schemas.microsoft.com/office/powerpoint/2010/main" val="3541084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Converting from .h5 to .pb format in Tensorflow</a:t>
            </a:r>
            <a:endParaRPr lang="en-FI"/>
          </a:p>
        </p:txBody>
      </p:sp>
      <p:grpSp>
        <p:nvGrpSpPr>
          <p:cNvPr id="11" name="Group 10">
            <a:extLst>
              <a:ext uri="{FF2B5EF4-FFF2-40B4-BE49-F238E27FC236}">
                <a16:creationId xmlns:a16="http://schemas.microsoft.com/office/drawing/2014/main" id="{853CE873-E743-992B-83A9-E0462724E973}"/>
              </a:ext>
            </a:extLst>
          </p:cNvPr>
          <p:cNvGrpSpPr/>
          <p:nvPr/>
        </p:nvGrpSpPr>
        <p:grpSpPr>
          <a:xfrm>
            <a:off x="1777250" y="3123605"/>
            <a:ext cx="8637500" cy="2543530"/>
            <a:chOff x="632405" y="636209"/>
            <a:chExt cx="8637500" cy="2543530"/>
          </a:xfrm>
        </p:grpSpPr>
        <p:sp>
          <p:nvSpPr>
            <p:cNvPr id="4" name="TextBox 3">
              <a:extLst>
                <a:ext uri="{FF2B5EF4-FFF2-40B4-BE49-F238E27FC236}">
                  <a16:creationId xmlns:a16="http://schemas.microsoft.com/office/drawing/2014/main" id="{EC5DCBD2-5EF4-2A5B-7159-9A0AD172B66A}"/>
                </a:ext>
              </a:extLst>
            </p:cNvPr>
            <p:cNvSpPr txBox="1"/>
            <p:nvPr/>
          </p:nvSpPr>
          <p:spPr>
            <a:xfrm>
              <a:off x="632405" y="1284704"/>
              <a:ext cx="5085748" cy="923330"/>
            </a:xfrm>
            <a:prstGeom prst="rect">
              <a:avLst/>
            </a:prstGeom>
            <a:noFill/>
          </p:spPr>
          <p:txBody>
            <a:bodyPr wrap="square">
              <a:spAutoFit/>
            </a:bodyPr>
            <a:lstStyle/>
            <a:p>
              <a:r>
                <a:rPr lang="en-US" i="1"/>
                <a:t>import tensorflow as tf</a:t>
              </a:r>
            </a:p>
            <a:p>
              <a:r>
                <a:rPr lang="en-US" i="1"/>
                <a:t>model = tf.keras.models.load_model('LSTM.h5')</a:t>
              </a:r>
            </a:p>
            <a:p>
              <a:r>
                <a:rPr lang="en-US" i="1"/>
                <a:t>model.save("LSTM", save_format='tf')</a:t>
              </a:r>
              <a:endParaRPr lang="en-FI" i="1"/>
            </a:p>
          </p:txBody>
        </p:sp>
        <p:pic>
          <p:nvPicPr>
            <p:cNvPr id="2" name="Picture 1">
              <a:extLst>
                <a:ext uri="{FF2B5EF4-FFF2-40B4-BE49-F238E27FC236}">
                  <a16:creationId xmlns:a16="http://schemas.microsoft.com/office/drawing/2014/main" id="{D841628D-9A29-E6D8-8CBB-9D0785252BB3}"/>
                </a:ext>
              </a:extLst>
            </p:cNvPr>
            <p:cNvPicPr>
              <a:picLocks noChangeAspect="1"/>
            </p:cNvPicPr>
            <p:nvPr/>
          </p:nvPicPr>
          <p:blipFill>
            <a:blip r:embed="rId2"/>
            <a:stretch>
              <a:fillRect/>
            </a:stretch>
          </p:blipFill>
          <p:spPr>
            <a:xfrm>
              <a:off x="1224617" y="2388915"/>
              <a:ext cx="1472496" cy="409027"/>
            </a:xfrm>
            <a:prstGeom prst="rect">
              <a:avLst/>
            </a:prstGeom>
          </p:spPr>
        </p:pic>
        <p:sp>
          <p:nvSpPr>
            <p:cNvPr id="5" name="Arrow: Right 4">
              <a:extLst>
                <a:ext uri="{FF2B5EF4-FFF2-40B4-BE49-F238E27FC236}">
                  <a16:creationId xmlns:a16="http://schemas.microsoft.com/office/drawing/2014/main" id="{F0E3CD51-2438-BB17-121C-3C101533AD69}"/>
                </a:ext>
              </a:extLst>
            </p:cNvPr>
            <p:cNvSpPr/>
            <p:nvPr/>
          </p:nvSpPr>
          <p:spPr>
            <a:xfrm>
              <a:off x="3952188" y="2351112"/>
              <a:ext cx="978408" cy="48463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pic>
          <p:nvPicPr>
            <p:cNvPr id="6" name="Picture 5">
              <a:extLst>
                <a:ext uri="{FF2B5EF4-FFF2-40B4-BE49-F238E27FC236}">
                  <a16:creationId xmlns:a16="http://schemas.microsoft.com/office/drawing/2014/main" id="{589EC252-05B1-5678-6C8A-055885BB95C7}"/>
                </a:ext>
              </a:extLst>
            </p:cNvPr>
            <p:cNvPicPr>
              <a:picLocks noChangeAspect="1"/>
            </p:cNvPicPr>
            <p:nvPr/>
          </p:nvPicPr>
          <p:blipFill>
            <a:blip r:embed="rId3"/>
            <a:stretch>
              <a:fillRect/>
            </a:stretch>
          </p:blipFill>
          <p:spPr>
            <a:xfrm>
              <a:off x="5821374" y="636209"/>
              <a:ext cx="3448531" cy="2543530"/>
            </a:xfrm>
            <a:prstGeom prst="rect">
              <a:avLst/>
            </a:prstGeom>
          </p:spPr>
        </p:pic>
      </p:grpSp>
      <p:sp>
        <p:nvSpPr>
          <p:cNvPr id="8" name="TextBox 7">
            <a:extLst>
              <a:ext uri="{FF2B5EF4-FFF2-40B4-BE49-F238E27FC236}">
                <a16:creationId xmlns:a16="http://schemas.microsoft.com/office/drawing/2014/main" id="{9D0DA2C0-D89C-074D-EADB-E5661DC42DA5}"/>
              </a:ext>
            </a:extLst>
          </p:cNvPr>
          <p:cNvSpPr txBox="1"/>
          <p:nvPr/>
        </p:nvSpPr>
        <p:spPr>
          <a:xfrm>
            <a:off x="297780" y="5804246"/>
            <a:ext cx="11596440" cy="646331"/>
          </a:xfrm>
          <a:prstGeom prst="rect">
            <a:avLst/>
          </a:prstGeom>
          <a:noFill/>
        </p:spPr>
        <p:txBody>
          <a:bodyPr wrap="square">
            <a:spAutoFit/>
          </a:bodyPr>
          <a:lstStyle/>
          <a:p>
            <a:r>
              <a:rPr lang="en-US"/>
              <a:t>Note: </a:t>
            </a:r>
            <a:r>
              <a:rPr lang="en-US">
                <a:solidFill>
                  <a:srgbClr val="FF0000"/>
                </a:solidFill>
              </a:rPr>
              <a:t>YOU MUST NOT CHANGE ANYTHING UNDER THIS FOLDER, EVEN THE NAME OF THE MODEL. TENSORFLOW C API &amp; process_model python EXPECTS THE NAME saved_model.pb</a:t>
            </a:r>
            <a:endParaRPr lang="en-FI">
              <a:solidFill>
                <a:srgbClr val="FF0000"/>
              </a:solidFill>
            </a:endParaRPr>
          </a:p>
        </p:txBody>
      </p:sp>
      <p:sp>
        <p:nvSpPr>
          <p:cNvPr id="10" name="TextBox 9">
            <a:extLst>
              <a:ext uri="{FF2B5EF4-FFF2-40B4-BE49-F238E27FC236}">
                <a16:creationId xmlns:a16="http://schemas.microsoft.com/office/drawing/2014/main" id="{DC0C1F78-2D16-1B0F-65CC-668D0BA19C30}"/>
              </a:ext>
            </a:extLst>
          </p:cNvPr>
          <p:cNvSpPr txBox="1"/>
          <p:nvPr/>
        </p:nvSpPr>
        <p:spPr>
          <a:xfrm>
            <a:off x="274320" y="891814"/>
            <a:ext cx="11596440" cy="2534027"/>
          </a:xfrm>
          <a:prstGeom prst="rect">
            <a:avLst/>
          </a:prstGeom>
          <a:noFill/>
        </p:spPr>
        <p:txBody>
          <a:bodyPr wrap="square">
            <a:spAutoFit/>
          </a:bodyPr>
          <a:lstStyle/>
          <a:p>
            <a:pPr>
              <a:lnSpc>
                <a:spcPct val="150000"/>
              </a:lnSpc>
            </a:pPr>
            <a:r>
              <a:rPr lang="en-US"/>
              <a:t>The TensorFlow C API expects a frozen model in a .pb (protobuf) file, which contains the graph definition as well as the weights of the model in a binary format. </a:t>
            </a:r>
          </a:p>
          <a:p>
            <a:pPr>
              <a:lnSpc>
                <a:spcPct val="150000"/>
              </a:lnSpc>
            </a:pPr>
            <a:r>
              <a:rPr lang="en-US"/>
              <a:t>Converting an .h5 file to a .pb file makes the model accessible for the TensorFlow C API, which does not directly support the .h5 format. </a:t>
            </a:r>
          </a:p>
          <a:p>
            <a:pPr>
              <a:lnSpc>
                <a:spcPct val="150000"/>
              </a:lnSpc>
            </a:pPr>
            <a:r>
              <a:rPr lang="en-US"/>
              <a:t>An .h5 file used by Keras stores the model architecture and weights separately in a hierarchical format that's optimized for datasets that contain large arrays of data.</a:t>
            </a:r>
          </a:p>
        </p:txBody>
      </p:sp>
    </p:spTree>
    <p:extLst>
      <p:ext uri="{BB962C8B-B14F-4D97-AF65-F5344CB8AC3E}">
        <p14:creationId xmlns:p14="http://schemas.microsoft.com/office/powerpoint/2010/main" val="169933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Generate Fortran ml_module template </a:t>
            </a:r>
            <a:endParaRPr lang="en-FI"/>
          </a:p>
        </p:txBody>
      </p:sp>
      <p:sp>
        <p:nvSpPr>
          <p:cNvPr id="4" name="TextBox 3">
            <a:extLst>
              <a:ext uri="{FF2B5EF4-FFF2-40B4-BE49-F238E27FC236}">
                <a16:creationId xmlns:a16="http://schemas.microsoft.com/office/drawing/2014/main" id="{EC5DCBD2-5EF4-2A5B-7159-9A0AD172B66A}"/>
              </a:ext>
            </a:extLst>
          </p:cNvPr>
          <p:cNvSpPr txBox="1"/>
          <p:nvPr/>
        </p:nvSpPr>
        <p:spPr>
          <a:xfrm>
            <a:off x="125996" y="949854"/>
            <a:ext cx="11942074" cy="5355312"/>
          </a:xfrm>
          <a:prstGeom prst="rect">
            <a:avLst/>
          </a:prstGeom>
          <a:noFill/>
        </p:spPr>
        <p:txBody>
          <a:bodyPr wrap="square">
            <a:spAutoFit/>
          </a:bodyPr>
          <a:lstStyle/>
          <a:p>
            <a:r>
              <a:rPr lang="en-US"/>
              <a:t>To load the ML model, the library requires that the caller knows certain rather opaque model parameters beforehand. Often, the values in the example above will work for the tags parameter to TF_LoadSessionFromSavedModel. However, the values needed for TF_GraphOperationByName (such as serving_default_input_1, etc) are more likely to be different.</a:t>
            </a:r>
          </a:p>
          <a:p>
            <a:endParaRPr lang="en-US"/>
          </a:p>
          <a:p>
            <a:r>
              <a:rPr lang="en-US"/>
              <a:t>To address this, the library provides a Python script, process_model that will read a Keras SavedModel and output a simple Fortran module intended to provide a base for the user to start from. The appropriate values will be read from the model and hard-coded into the Fortran code. </a:t>
            </a:r>
          </a:p>
          <a:p>
            <a:endParaRPr lang="en-US"/>
          </a:p>
          <a:p>
            <a:r>
              <a:rPr lang="en-US"/>
              <a:t>It is better to do this on local computer than on CSC as “process_model” is automatically added to PATH on local</a:t>
            </a:r>
          </a:p>
          <a:p>
            <a:endParaRPr lang="en-US"/>
          </a:p>
          <a:p>
            <a:r>
              <a:rPr lang="fi-FI"/>
              <a:t>First, we install the process_model from github</a:t>
            </a:r>
          </a:p>
          <a:p>
            <a:r>
              <a:rPr lang="fi-FI"/>
              <a:t>$ </a:t>
            </a:r>
            <a:r>
              <a:rPr lang="fi-FI" b="1"/>
              <a:t>pip install git+https://github.com/Cambridge-ICCS/process_model.git</a:t>
            </a:r>
          </a:p>
          <a:p>
            <a:endParaRPr lang="fi-FI"/>
          </a:p>
          <a:p>
            <a:r>
              <a:rPr lang="fi-FI"/>
              <a:t>Then, use process_model to generate the ml_module.f90 template from LSTM folder that contains saved_model.pb</a:t>
            </a:r>
          </a:p>
          <a:p>
            <a:r>
              <a:rPr lang="fi-FI"/>
              <a:t>$ </a:t>
            </a:r>
            <a:r>
              <a:rPr lang="fi-FI" b="1"/>
              <a:t>process_model -o ml_module.f90 LSTM</a:t>
            </a:r>
          </a:p>
          <a:p>
            <a:r>
              <a:rPr lang="fi-FI"/>
              <a:t>You can ignore the warnings produced by the process</a:t>
            </a:r>
          </a:p>
          <a:p>
            <a:endParaRPr lang="fi-FI"/>
          </a:p>
          <a:p>
            <a:endParaRPr lang="en-FI"/>
          </a:p>
        </p:txBody>
      </p:sp>
      <p:sp>
        <p:nvSpPr>
          <p:cNvPr id="5" name="Arrow: Right 4">
            <a:extLst>
              <a:ext uri="{FF2B5EF4-FFF2-40B4-BE49-F238E27FC236}">
                <a16:creationId xmlns:a16="http://schemas.microsoft.com/office/drawing/2014/main" id="{E94C5F03-CFC2-5B73-0254-9BECFB9C6839}"/>
              </a:ext>
            </a:extLst>
          </p:cNvPr>
          <p:cNvSpPr/>
          <p:nvPr/>
        </p:nvSpPr>
        <p:spPr>
          <a:xfrm>
            <a:off x="6096000" y="5783827"/>
            <a:ext cx="978408" cy="48463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pic>
        <p:nvPicPr>
          <p:cNvPr id="6" name="Picture 5">
            <a:extLst>
              <a:ext uri="{FF2B5EF4-FFF2-40B4-BE49-F238E27FC236}">
                <a16:creationId xmlns:a16="http://schemas.microsoft.com/office/drawing/2014/main" id="{ADC5C936-5B4E-7A8B-BC53-21D621281F99}"/>
              </a:ext>
            </a:extLst>
          </p:cNvPr>
          <p:cNvPicPr>
            <a:picLocks noChangeAspect="1"/>
          </p:cNvPicPr>
          <p:nvPr/>
        </p:nvPicPr>
        <p:blipFill>
          <a:blip r:embed="rId3"/>
          <a:stretch>
            <a:fillRect/>
          </a:stretch>
        </p:blipFill>
        <p:spPr>
          <a:xfrm>
            <a:off x="7799143" y="5813240"/>
            <a:ext cx="2409982" cy="455219"/>
          </a:xfrm>
          <a:prstGeom prst="rect">
            <a:avLst/>
          </a:prstGeom>
        </p:spPr>
      </p:pic>
      <p:pic>
        <p:nvPicPr>
          <p:cNvPr id="7" name="Picture 6">
            <a:extLst>
              <a:ext uri="{FF2B5EF4-FFF2-40B4-BE49-F238E27FC236}">
                <a16:creationId xmlns:a16="http://schemas.microsoft.com/office/drawing/2014/main" id="{4D978166-2C36-AD1B-2997-2899A3653128}"/>
              </a:ext>
            </a:extLst>
          </p:cNvPr>
          <p:cNvPicPr>
            <a:picLocks noChangeAspect="1"/>
          </p:cNvPicPr>
          <p:nvPr/>
        </p:nvPicPr>
        <p:blipFill rotWithShape="1">
          <a:blip r:embed="rId4"/>
          <a:srcRect r="46884" b="87582"/>
          <a:stretch/>
        </p:blipFill>
        <p:spPr>
          <a:xfrm>
            <a:off x="2928912" y="5831531"/>
            <a:ext cx="2296231" cy="395960"/>
          </a:xfrm>
          <a:prstGeom prst="rect">
            <a:avLst/>
          </a:prstGeom>
        </p:spPr>
      </p:pic>
    </p:spTree>
    <p:extLst>
      <p:ext uri="{BB962C8B-B14F-4D97-AF65-F5344CB8AC3E}">
        <p14:creationId xmlns:p14="http://schemas.microsoft.com/office/powerpoint/2010/main" val="134477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fade">
                                      <p:cBhvr>
                                        <p:cTn id="25" dur="500"/>
                                        <p:tgtEl>
                                          <p:spTgt spid="4">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9" end="9"/>
                                            </p:txEl>
                                          </p:spTgt>
                                        </p:tgtEl>
                                        <p:attrNameLst>
                                          <p:attrName>style.visibility</p:attrName>
                                        </p:attrNameLst>
                                      </p:cBhvr>
                                      <p:to>
                                        <p:strVal val="visible"/>
                                      </p:to>
                                    </p:set>
                                    <p:animEffect transition="in" filter="fade">
                                      <p:cBhvr>
                                        <p:cTn id="30" dur="500"/>
                                        <p:tgtEl>
                                          <p:spTgt spid="4">
                                            <p:txEl>
                                              <p:pRg st="9" end="9"/>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animEffect transition="in" filter="fade">
                                      <p:cBhvr>
                                        <p:cTn id="33" dur="500"/>
                                        <p:tgtEl>
                                          <p:spTgt spid="4">
                                            <p:txEl>
                                              <p:pRg st="10" end="1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
                                            <p:txEl>
                                              <p:pRg st="11" end="11"/>
                                            </p:txEl>
                                          </p:spTgt>
                                        </p:tgtEl>
                                        <p:attrNameLst>
                                          <p:attrName>style.visibility</p:attrName>
                                        </p:attrNameLst>
                                      </p:cBhvr>
                                      <p:to>
                                        <p:strVal val="visible"/>
                                      </p:to>
                                    </p:set>
                                    <p:animEffect transition="in" filter="fade">
                                      <p:cBhvr>
                                        <p:cTn id="36" dur="500"/>
                                        <p:tgtEl>
                                          <p:spTgt spid="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par>
                                <p:cTn id="43" presetID="10"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24C102-20F2-65C9-A1F8-6698D8623084}"/>
              </a:ext>
            </a:extLst>
          </p:cNvPr>
          <p:cNvSpPr>
            <a:spLocks noGrp="1"/>
          </p:cNvSpPr>
          <p:nvPr>
            <p:ph type="body" sz="quarter" idx="13"/>
          </p:nvPr>
        </p:nvSpPr>
        <p:spPr>
          <a:xfrm>
            <a:off x="383116" y="964438"/>
            <a:ext cx="11425767" cy="3733541"/>
          </a:xfrm>
        </p:spPr>
        <p:txBody>
          <a:bodyPr/>
          <a:lstStyle/>
          <a:p>
            <a:r>
              <a:rPr lang="en-US"/>
              <a:t>The output is a module, named ml_module by default. It has procedures called ml_module_init, ml_module_calc and ml_module_finish. </a:t>
            </a:r>
          </a:p>
          <a:p>
            <a:r>
              <a:rPr lang="en-US"/>
              <a:t>It also have some *_associate_tensor routines tailored for the inputs of the model. So if the model expects a Tensor of type TF_FLOAT and of shape [-1, 40] then there will be a r32_2_associate_tensor routine to generate appropriately shaped and typed tensors from Fortran arrays.</a:t>
            </a:r>
          </a:p>
          <a:p>
            <a:r>
              <a:rPr lang="en-US"/>
              <a:t>For example, the LSTM expects the input of shape (batch size, time step, 3), so the function is a r32_2_associate_tensor </a:t>
            </a:r>
          </a:p>
          <a:p>
            <a:r>
              <a:rPr lang="en-US"/>
              <a:t>The ml_module_init routine is called once before Explicit analysis. It loads the models into module variables.</a:t>
            </a:r>
          </a:p>
          <a:p>
            <a:r>
              <a:rPr lang="en-US"/>
              <a:t>The ml_module_calc is called frequently for ML inference</a:t>
            </a:r>
          </a:p>
          <a:p>
            <a:r>
              <a:rPr lang="en-US"/>
              <a:t>The ml_module_clean is called once after analysis completion</a:t>
            </a:r>
            <a:endParaRPr lang="en-FI"/>
          </a:p>
        </p:txBody>
      </p:sp>
      <p:sp>
        <p:nvSpPr>
          <p:cNvPr id="3" name="Title 2">
            <a:extLst>
              <a:ext uri="{FF2B5EF4-FFF2-40B4-BE49-F238E27FC236}">
                <a16:creationId xmlns:a16="http://schemas.microsoft.com/office/drawing/2014/main" id="{2B471E80-559D-2D19-7F26-E32A235796B9}"/>
              </a:ext>
            </a:extLst>
          </p:cNvPr>
          <p:cNvSpPr>
            <a:spLocks noGrp="1"/>
          </p:cNvSpPr>
          <p:nvPr>
            <p:ph type="title"/>
          </p:nvPr>
        </p:nvSpPr>
        <p:spPr/>
        <p:txBody>
          <a:bodyPr/>
          <a:lstStyle/>
          <a:p>
            <a:r>
              <a:rPr lang="en-US"/>
              <a:t>Fortran ml_module template</a:t>
            </a:r>
            <a:endParaRPr lang="en-FI"/>
          </a:p>
        </p:txBody>
      </p:sp>
      <p:pic>
        <p:nvPicPr>
          <p:cNvPr id="5" name="Picture 4">
            <a:extLst>
              <a:ext uri="{FF2B5EF4-FFF2-40B4-BE49-F238E27FC236}">
                <a16:creationId xmlns:a16="http://schemas.microsoft.com/office/drawing/2014/main" id="{8519FAD8-08EB-B17D-E753-B7B38A3BF4C3}"/>
              </a:ext>
            </a:extLst>
          </p:cNvPr>
          <p:cNvPicPr>
            <a:picLocks noChangeAspect="1"/>
          </p:cNvPicPr>
          <p:nvPr/>
        </p:nvPicPr>
        <p:blipFill>
          <a:blip r:embed="rId2"/>
          <a:stretch>
            <a:fillRect/>
          </a:stretch>
        </p:blipFill>
        <p:spPr>
          <a:xfrm>
            <a:off x="8130396" y="3996817"/>
            <a:ext cx="3305636" cy="2305372"/>
          </a:xfrm>
          <a:prstGeom prst="rect">
            <a:avLst/>
          </a:prstGeom>
        </p:spPr>
      </p:pic>
      <p:pic>
        <p:nvPicPr>
          <p:cNvPr id="8" name="Picture 7">
            <a:extLst>
              <a:ext uri="{FF2B5EF4-FFF2-40B4-BE49-F238E27FC236}">
                <a16:creationId xmlns:a16="http://schemas.microsoft.com/office/drawing/2014/main" id="{34BB8024-9567-C2F0-0258-DB45F2B8FFDA}"/>
              </a:ext>
            </a:extLst>
          </p:cNvPr>
          <p:cNvPicPr>
            <a:picLocks noChangeAspect="1"/>
          </p:cNvPicPr>
          <p:nvPr/>
        </p:nvPicPr>
        <p:blipFill>
          <a:blip r:embed="rId3"/>
          <a:stretch>
            <a:fillRect/>
          </a:stretch>
        </p:blipFill>
        <p:spPr>
          <a:xfrm>
            <a:off x="375964" y="4854187"/>
            <a:ext cx="7754432" cy="1448002"/>
          </a:xfrm>
          <a:prstGeom prst="rect">
            <a:avLst/>
          </a:prstGeom>
        </p:spPr>
      </p:pic>
    </p:spTree>
    <p:extLst>
      <p:ext uri="{BB962C8B-B14F-4D97-AF65-F5344CB8AC3E}">
        <p14:creationId xmlns:p14="http://schemas.microsoft.com/office/powerpoint/2010/main" val="371257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683214"/>
            <a:ext cx="3219849" cy="1420325"/>
          </a:xfrm>
          <a:prstGeom prst="rect">
            <a:avLst/>
          </a:prstGeom>
          <a:noFill/>
        </p:spPr>
        <p:txBody>
          <a:bodyPr wrap="square">
            <a:spAutoFit/>
          </a:bodyPr>
          <a:lstStyle/>
          <a:p>
            <a:pPr algn="ctr">
              <a:lnSpc>
                <a:spcPct val="150000"/>
              </a:lnSpc>
            </a:pPr>
            <a:r>
              <a:rPr lang="en-US" sz="2000" b="1"/>
              <a:t>Step 4: Custom </a:t>
            </a:r>
          </a:p>
          <a:p>
            <a:pPr algn="ctr">
              <a:lnSpc>
                <a:spcPct val="150000"/>
              </a:lnSpc>
            </a:pPr>
            <a:r>
              <a:rPr lang="en-US" sz="2000" b="1"/>
              <a:t>Abaqus Fortran compiling and linking</a:t>
            </a:r>
          </a:p>
        </p:txBody>
      </p:sp>
    </p:spTree>
    <p:extLst>
      <p:ext uri="{BB962C8B-B14F-4D97-AF65-F5344CB8AC3E}">
        <p14:creationId xmlns:p14="http://schemas.microsoft.com/office/powerpoint/2010/main" val="1701736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0C511A-46A1-7740-2547-7E7B88896B68}"/>
              </a:ext>
            </a:extLst>
          </p:cNvPr>
          <p:cNvSpPr>
            <a:spLocks noGrp="1"/>
          </p:cNvSpPr>
          <p:nvPr>
            <p:ph type="title"/>
          </p:nvPr>
        </p:nvSpPr>
        <p:spPr/>
        <p:txBody>
          <a:bodyPr/>
          <a:lstStyle/>
          <a:p>
            <a:r>
              <a:rPr lang="en-US"/>
              <a:t>Order of Abaqus Explicit execution</a:t>
            </a:r>
            <a:endParaRPr lang="en-FI"/>
          </a:p>
        </p:txBody>
      </p:sp>
      <p:sp>
        <p:nvSpPr>
          <p:cNvPr id="17" name="Arrow: Right 16">
            <a:extLst>
              <a:ext uri="{FF2B5EF4-FFF2-40B4-BE49-F238E27FC236}">
                <a16:creationId xmlns:a16="http://schemas.microsoft.com/office/drawing/2014/main" id="{12756691-9F7F-DCEB-9FB8-1B3590952EDC}"/>
              </a:ext>
            </a:extLst>
          </p:cNvPr>
          <p:cNvSpPr/>
          <p:nvPr/>
        </p:nvSpPr>
        <p:spPr>
          <a:xfrm>
            <a:off x="4707372" y="830589"/>
            <a:ext cx="841359" cy="738139"/>
          </a:xfrm>
          <a:prstGeom prst="rightArrow">
            <a:avLst>
              <a:gd name="adj1" fmla="val 75000"/>
              <a:gd name="adj2" fmla="val 50000"/>
            </a:avLst>
          </a:pr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a:lstStyle/>
          <a:p>
            <a:endParaRPr lang="en-FI"/>
          </a:p>
        </p:txBody>
      </p:sp>
      <p:sp>
        <p:nvSpPr>
          <p:cNvPr id="18" name="Freeform: Shape 17">
            <a:extLst>
              <a:ext uri="{FF2B5EF4-FFF2-40B4-BE49-F238E27FC236}">
                <a16:creationId xmlns:a16="http://schemas.microsoft.com/office/drawing/2014/main" id="{6812C8D3-01CD-5299-76A8-EC9C131094B1}"/>
              </a:ext>
            </a:extLst>
          </p:cNvPr>
          <p:cNvSpPr/>
          <p:nvPr/>
        </p:nvSpPr>
        <p:spPr>
          <a:xfrm>
            <a:off x="88757" y="830589"/>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1: Preparing MPI setup and running </a:t>
            </a:r>
            <a:br>
              <a:rPr lang="en-US" sz="1500" kern="1200"/>
            </a:br>
            <a:r>
              <a:rPr lang="en-US" sz="1500" kern="1200"/>
              <a:t>DriverLM command</a:t>
            </a:r>
            <a:endParaRPr lang="en-FI" sz="1500" kern="1200"/>
          </a:p>
        </p:txBody>
      </p:sp>
      <p:sp>
        <p:nvSpPr>
          <p:cNvPr id="19" name="Arrow: Right 18">
            <a:extLst>
              <a:ext uri="{FF2B5EF4-FFF2-40B4-BE49-F238E27FC236}">
                <a16:creationId xmlns:a16="http://schemas.microsoft.com/office/drawing/2014/main" id="{0574FCBF-E70E-920C-EF06-E78ECF395F8A}"/>
              </a:ext>
            </a:extLst>
          </p:cNvPr>
          <p:cNvSpPr/>
          <p:nvPr/>
        </p:nvSpPr>
        <p:spPr>
          <a:xfrm>
            <a:off x="4991373" y="1629218"/>
            <a:ext cx="495007" cy="738139"/>
          </a:xfrm>
          <a:prstGeom prst="rightArrow">
            <a:avLst>
              <a:gd name="adj1" fmla="val 75000"/>
              <a:gd name="adj2" fmla="val 50000"/>
            </a:avLst>
          </a:prstGeom>
        </p:spPr>
        <p:style>
          <a:lnRef idx="2">
            <a:schemeClr val="accent3">
              <a:tint val="40000"/>
              <a:alpha val="90000"/>
              <a:hueOff val="-385199"/>
              <a:satOff val="3358"/>
              <a:lumOff val="299"/>
              <a:alphaOff val="0"/>
            </a:schemeClr>
          </a:lnRef>
          <a:fillRef idx="1">
            <a:schemeClr val="accent3">
              <a:tint val="40000"/>
              <a:alpha val="90000"/>
              <a:hueOff val="-385199"/>
              <a:satOff val="3358"/>
              <a:lumOff val="299"/>
              <a:alphaOff val="0"/>
            </a:schemeClr>
          </a:fillRef>
          <a:effectRef idx="0">
            <a:schemeClr val="accent3">
              <a:tint val="40000"/>
              <a:alpha val="90000"/>
              <a:hueOff val="-385199"/>
              <a:satOff val="3358"/>
              <a:lumOff val="299"/>
              <a:alphaOff val="0"/>
            </a:schemeClr>
          </a:effectRef>
          <a:fontRef idx="minor">
            <a:schemeClr val="dk1">
              <a:hueOff val="0"/>
              <a:satOff val="0"/>
              <a:lumOff val="0"/>
              <a:alphaOff val="0"/>
            </a:schemeClr>
          </a:fontRef>
        </p:style>
        <p:txBody>
          <a:bodyPr/>
          <a:lstStyle/>
          <a:p>
            <a:endParaRPr lang="en-FI"/>
          </a:p>
        </p:txBody>
      </p:sp>
      <p:sp>
        <p:nvSpPr>
          <p:cNvPr id="20" name="Freeform: Shape 19">
            <a:extLst>
              <a:ext uri="{FF2B5EF4-FFF2-40B4-BE49-F238E27FC236}">
                <a16:creationId xmlns:a16="http://schemas.microsoft.com/office/drawing/2014/main" id="{3DA184A9-9B23-44F6-816D-81AE1DD8543F}"/>
              </a:ext>
            </a:extLst>
          </p:cNvPr>
          <p:cNvSpPr/>
          <p:nvPr/>
        </p:nvSpPr>
        <p:spPr>
          <a:xfrm>
            <a:off x="137255" y="1629218"/>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334986"/>
              <a:satOff val="6191"/>
              <a:lumOff val="-164"/>
              <a:alphaOff val="0"/>
            </a:schemeClr>
          </a:fillRef>
          <a:effectRef idx="0">
            <a:schemeClr val="accent3">
              <a:hueOff val="-334986"/>
              <a:satOff val="6191"/>
              <a:lumOff val="-164"/>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2: </a:t>
            </a:r>
            <a:r>
              <a:rPr lang="fi-FI" sz="1500" kern="1200"/>
              <a:t>Compiling Single/Double Precision Abaqus/Explicit User Subroutines</a:t>
            </a:r>
            <a:endParaRPr lang="en-FI" sz="1500" kern="1200"/>
          </a:p>
        </p:txBody>
      </p:sp>
      <p:sp>
        <p:nvSpPr>
          <p:cNvPr id="21" name="Arrow: Right 20">
            <a:extLst>
              <a:ext uri="{FF2B5EF4-FFF2-40B4-BE49-F238E27FC236}">
                <a16:creationId xmlns:a16="http://schemas.microsoft.com/office/drawing/2014/main" id="{04572DE6-BDDB-8F71-2368-CBA4950CD121}"/>
              </a:ext>
            </a:extLst>
          </p:cNvPr>
          <p:cNvSpPr/>
          <p:nvPr/>
        </p:nvSpPr>
        <p:spPr>
          <a:xfrm>
            <a:off x="4900807" y="2435650"/>
            <a:ext cx="647948" cy="738139"/>
          </a:xfrm>
          <a:prstGeom prst="rightArrow">
            <a:avLst>
              <a:gd name="adj1" fmla="val 75000"/>
              <a:gd name="adj2" fmla="val 50000"/>
            </a:avLst>
          </a:prstGeom>
        </p:spPr>
        <p:style>
          <a:lnRef idx="2">
            <a:schemeClr val="accent3">
              <a:tint val="40000"/>
              <a:alpha val="90000"/>
              <a:hueOff val="-770398"/>
              <a:satOff val="6715"/>
              <a:lumOff val="597"/>
              <a:alphaOff val="0"/>
            </a:schemeClr>
          </a:lnRef>
          <a:fillRef idx="1">
            <a:schemeClr val="accent3">
              <a:tint val="40000"/>
              <a:alpha val="90000"/>
              <a:hueOff val="-770398"/>
              <a:satOff val="6715"/>
              <a:lumOff val="597"/>
              <a:alphaOff val="0"/>
            </a:schemeClr>
          </a:fillRef>
          <a:effectRef idx="0">
            <a:schemeClr val="accent3">
              <a:tint val="40000"/>
              <a:alpha val="90000"/>
              <a:hueOff val="-770398"/>
              <a:satOff val="6715"/>
              <a:lumOff val="597"/>
              <a:alphaOff val="0"/>
            </a:schemeClr>
          </a:effectRef>
          <a:fontRef idx="minor">
            <a:schemeClr val="dk1">
              <a:hueOff val="0"/>
              <a:satOff val="0"/>
              <a:lumOff val="0"/>
              <a:alphaOff val="0"/>
            </a:schemeClr>
          </a:fontRef>
        </p:style>
        <p:txBody>
          <a:bodyPr/>
          <a:lstStyle/>
          <a:p>
            <a:endParaRPr lang="en-FI"/>
          </a:p>
        </p:txBody>
      </p:sp>
      <p:sp>
        <p:nvSpPr>
          <p:cNvPr id="22" name="Freeform: Shape 21">
            <a:extLst>
              <a:ext uri="{FF2B5EF4-FFF2-40B4-BE49-F238E27FC236}">
                <a16:creationId xmlns:a16="http://schemas.microsoft.com/office/drawing/2014/main" id="{04F920CC-73BE-87DE-AB62-0D6F0106ECDC}"/>
              </a:ext>
            </a:extLst>
          </p:cNvPr>
          <p:cNvSpPr/>
          <p:nvPr/>
        </p:nvSpPr>
        <p:spPr>
          <a:xfrm>
            <a:off x="154293" y="2454495"/>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669972"/>
              <a:satOff val="12381"/>
              <a:lumOff val="-327"/>
              <a:alphaOff val="0"/>
            </a:schemeClr>
          </a:fillRef>
          <a:effectRef idx="0">
            <a:schemeClr val="accent3">
              <a:hueOff val="-669972"/>
              <a:satOff val="12381"/>
              <a:lumOff val="-327"/>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3: </a:t>
            </a:r>
            <a:r>
              <a:rPr lang="fi-FI" sz="1500" kern="1200"/>
              <a:t>Linking Single/Double Precision Abaqus/Explicit User Subroutines</a:t>
            </a:r>
            <a:endParaRPr lang="en-FI" sz="1500" kern="1200"/>
          </a:p>
        </p:txBody>
      </p:sp>
      <p:sp>
        <p:nvSpPr>
          <p:cNvPr id="23" name="Arrow: Right 22">
            <a:extLst>
              <a:ext uri="{FF2B5EF4-FFF2-40B4-BE49-F238E27FC236}">
                <a16:creationId xmlns:a16="http://schemas.microsoft.com/office/drawing/2014/main" id="{DE75E494-B29D-18D3-3DF2-E40F2F752532}"/>
              </a:ext>
            </a:extLst>
          </p:cNvPr>
          <p:cNvSpPr/>
          <p:nvPr/>
        </p:nvSpPr>
        <p:spPr>
          <a:xfrm>
            <a:off x="4797054" y="3266447"/>
            <a:ext cx="751701" cy="738139"/>
          </a:xfrm>
          <a:prstGeom prst="rightArrow">
            <a:avLst>
              <a:gd name="adj1" fmla="val 75000"/>
              <a:gd name="adj2" fmla="val 50000"/>
            </a:avLst>
          </a:prstGeom>
        </p:spPr>
        <p:style>
          <a:lnRef idx="2">
            <a:schemeClr val="accent3">
              <a:tint val="40000"/>
              <a:alpha val="90000"/>
              <a:hueOff val="-1155597"/>
              <a:satOff val="10073"/>
              <a:lumOff val="896"/>
              <a:alphaOff val="0"/>
            </a:schemeClr>
          </a:lnRef>
          <a:fillRef idx="1">
            <a:schemeClr val="accent3">
              <a:tint val="40000"/>
              <a:alpha val="90000"/>
              <a:hueOff val="-1155597"/>
              <a:satOff val="10073"/>
              <a:lumOff val="896"/>
              <a:alphaOff val="0"/>
            </a:schemeClr>
          </a:fillRef>
          <a:effectRef idx="0">
            <a:schemeClr val="accent3">
              <a:tint val="40000"/>
              <a:alpha val="90000"/>
              <a:hueOff val="-1155597"/>
              <a:satOff val="10073"/>
              <a:lumOff val="896"/>
              <a:alphaOff val="0"/>
            </a:schemeClr>
          </a:effectRef>
          <a:fontRef idx="minor">
            <a:schemeClr val="dk1">
              <a:hueOff val="0"/>
              <a:satOff val="0"/>
              <a:lumOff val="0"/>
              <a:alphaOff val="0"/>
            </a:schemeClr>
          </a:fontRef>
        </p:style>
        <p:txBody>
          <a:bodyPr/>
          <a:lstStyle/>
          <a:p>
            <a:endParaRPr lang="en-FI"/>
          </a:p>
        </p:txBody>
      </p:sp>
      <p:sp>
        <p:nvSpPr>
          <p:cNvPr id="24" name="Freeform: Shape 23">
            <a:extLst>
              <a:ext uri="{FF2B5EF4-FFF2-40B4-BE49-F238E27FC236}">
                <a16:creationId xmlns:a16="http://schemas.microsoft.com/office/drawing/2014/main" id="{890D3C36-8CF2-5E95-B1F1-BC6FF804FAD9}"/>
              </a:ext>
            </a:extLst>
          </p:cNvPr>
          <p:cNvSpPr/>
          <p:nvPr/>
        </p:nvSpPr>
        <p:spPr>
          <a:xfrm>
            <a:off x="133586" y="3266447"/>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1004958"/>
              <a:satOff val="18572"/>
              <a:lumOff val="-491"/>
              <a:alphaOff val="0"/>
            </a:schemeClr>
          </a:fillRef>
          <a:effectRef idx="0">
            <a:schemeClr val="accent3">
              <a:hueOff val="-1004958"/>
              <a:satOff val="18572"/>
              <a:lumOff val="-491"/>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4: Begin Analysis Input File Processor</a:t>
            </a:r>
            <a:endParaRPr lang="en-FI" sz="1500" kern="1200"/>
          </a:p>
        </p:txBody>
      </p:sp>
      <p:sp>
        <p:nvSpPr>
          <p:cNvPr id="25" name="Arrow: Right 24">
            <a:extLst>
              <a:ext uri="{FF2B5EF4-FFF2-40B4-BE49-F238E27FC236}">
                <a16:creationId xmlns:a16="http://schemas.microsoft.com/office/drawing/2014/main" id="{DC63D483-9A25-1DB1-5D73-3B619D29158B}"/>
              </a:ext>
            </a:extLst>
          </p:cNvPr>
          <p:cNvSpPr/>
          <p:nvPr/>
        </p:nvSpPr>
        <p:spPr>
          <a:xfrm>
            <a:off x="4776044" y="4078400"/>
            <a:ext cx="772699" cy="738139"/>
          </a:xfrm>
          <a:prstGeom prst="rightArrow">
            <a:avLst>
              <a:gd name="adj1" fmla="val 75000"/>
              <a:gd name="adj2" fmla="val 50000"/>
            </a:avLst>
          </a:prstGeom>
        </p:spPr>
        <p:style>
          <a:lnRef idx="2">
            <a:schemeClr val="accent3">
              <a:tint val="40000"/>
              <a:alpha val="90000"/>
              <a:hueOff val="-1540797"/>
              <a:satOff val="13431"/>
              <a:lumOff val="1195"/>
              <a:alphaOff val="0"/>
            </a:schemeClr>
          </a:lnRef>
          <a:fillRef idx="1">
            <a:schemeClr val="accent3">
              <a:tint val="40000"/>
              <a:alpha val="90000"/>
              <a:hueOff val="-1540797"/>
              <a:satOff val="13431"/>
              <a:lumOff val="1195"/>
              <a:alphaOff val="0"/>
            </a:schemeClr>
          </a:fillRef>
          <a:effectRef idx="0">
            <a:schemeClr val="accent3">
              <a:tint val="40000"/>
              <a:alpha val="90000"/>
              <a:hueOff val="-1540797"/>
              <a:satOff val="13431"/>
              <a:lumOff val="1195"/>
              <a:alphaOff val="0"/>
            </a:schemeClr>
          </a:effectRef>
          <a:fontRef idx="minor">
            <a:schemeClr val="dk1">
              <a:hueOff val="0"/>
              <a:satOff val="0"/>
              <a:lumOff val="0"/>
              <a:alphaOff val="0"/>
            </a:schemeClr>
          </a:fontRef>
        </p:style>
        <p:txBody>
          <a:bodyPr/>
          <a:lstStyle/>
          <a:p>
            <a:endParaRPr lang="en-FI"/>
          </a:p>
        </p:txBody>
      </p:sp>
      <p:sp>
        <p:nvSpPr>
          <p:cNvPr id="26" name="Freeform: Shape 25">
            <a:extLst>
              <a:ext uri="{FF2B5EF4-FFF2-40B4-BE49-F238E27FC236}">
                <a16:creationId xmlns:a16="http://schemas.microsoft.com/office/drawing/2014/main" id="{613E256F-F96D-AD3E-F724-14BDE3918D73}"/>
              </a:ext>
            </a:extLst>
          </p:cNvPr>
          <p:cNvSpPr/>
          <p:nvPr/>
        </p:nvSpPr>
        <p:spPr>
          <a:xfrm>
            <a:off x="123087" y="4078400"/>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1339944"/>
              <a:satOff val="24763"/>
              <a:lumOff val="-654"/>
              <a:alphaOff val="0"/>
            </a:schemeClr>
          </a:fillRef>
          <a:effectRef idx="0">
            <a:schemeClr val="accent3">
              <a:hueOff val="-1339944"/>
              <a:satOff val="24763"/>
              <a:lumOff val="-654"/>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5: Begin </a:t>
            </a:r>
            <a:r>
              <a:rPr lang="fi-FI" sz="1500" kern="1200"/>
              <a:t>Abaqus/Explicit Packager. This stage is invoked before the start of analysis, which runs the VUMAT at stepTime = 0 for all integration points</a:t>
            </a:r>
            <a:endParaRPr lang="en-FI" sz="1500" kern="1200"/>
          </a:p>
        </p:txBody>
      </p:sp>
      <p:sp>
        <p:nvSpPr>
          <p:cNvPr id="27" name="Arrow: Right 26">
            <a:extLst>
              <a:ext uri="{FF2B5EF4-FFF2-40B4-BE49-F238E27FC236}">
                <a16:creationId xmlns:a16="http://schemas.microsoft.com/office/drawing/2014/main" id="{23E4ABF7-B319-12BE-4842-F093B1FC221C}"/>
              </a:ext>
            </a:extLst>
          </p:cNvPr>
          <p:cNvSpPr/>
          <p:nvPr/>
        </p:nvSpPr>
        <p:spPr>
          <a:xfrm>
            <a:off x="4797054" y="4890353"/>
            <a:ext cx="751701" cy="738139"/>
          </a:xfrm>
          <a:prstGeom prst="rightArrow">
            <a:avLst>
              <a:gd name="adj1" fmla="val 75000"/>
              <a:gd name="adj2" fmla="val 50000"/>
            </a:avLst>
          </a:prstGeom>
        </p:spPr>
        <p:style>
          <a:lnRef idx="2">
            <a:schemeClr val="accent3">
              <a:tint val="40000"/>
              <a:alpha val="90000"/>
              <a:hueOff val="-1925996"/>
              <a:satOff val="16788"/>
              <a:lumOff val="1493"/>
              <a:alphaOff val="0"/>
            </a:schemeClr>
          </a:lnRef>
          <a:fillRef idx="1">
            <a:schemeClr val="accent3">
              <a:tint val="40000"/>
              <a:alpha val="90000"/>
              <a:hueOff val="-1925996"/>
              <a:satOff val="16788"/>
              <a:lumOff val="1493"/>
              <a:alphaOff val="0"/>
            </a:schemeClr>
          </a:fillRef>
          <a:effectRef idx="0">
            <a:schemeClr val="accent3">
              <a:tint val="40000"/>
              <a:alpha val="90000"/>
              <a:hueOff val="-1925996"/>
              <a:satOff val="16788"/>
              <a:lumOff val="1493"/>
              <a:alphaOff val="0"/>
            </a:schemeClr>
          </a:effectRef>
          <a:fontRef idx="minor">
            <a:schemeClr val="dk1">
              <a:hueOff val="0"/>
              <a:satOff val="0"/>
              <a:lumOff val="0"/>
              <a:alphaOff val="0"/>
            </a:schemeClr>
          </a:fontRef>
        </p:style>
        <p:txBody>
          <a:bodyPr/>
          <a:lstStyle/>
          <a:p>
            <a:endParaRPr lang="en-FI"/>
          </a:p>
        </p:txBody>
      </p:sp>
      <p:sp>
        <p:nvSpPr>
          <p:cNvPr id="28" name="Freeform: Shape 27">
            <a:extLst>
              <a:ext uri="{FF2B5EF4-FFF2-40B4-BE49-F238E27FC236}">
                <a16:creationId xmlns:a16="http://schemas.microsoft.com/office/drawing/2014/main" id="{8A954909-EE5D-D590-72FB-5E763B96451B}"/>
              </a:ext>
            </a:extLst>
          </p:cNvPr>
          <p:cNvSpPr/>
          <p:nvPr/>
        </p:nvSpPr>
        <p:spPr>
          <a:xfrm>
            <a:off x="133586" y="4890353"/>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1674930"/>
              <a:satOff val="30953"/>
              <a:lumOff val="-818"/>
              <a:alphaOff val="0"/>
            </a:schemeClr>
          </a:fillRef>
          <a:effectRef idx="0">
            <a:schemeClr val="accent3">
              <a:hueOff val="-1674930"/>
              <a:satOff val="30953"/>
              <a:lumOff val="-818"/>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6: </a:t>
            </a:r>
            <a:r>
              <a:rPr lang="fi-FI" sz="1500" kern="1200"/>
              <a:t>Begin Abaqus/Explicit Analysis, where VUMAT runs from increment 1 onwards. VEXTERNALDB is called once here at the start of analysis</a:t>
            </a:r>
            <a:endParaRPr lang="en-FI" sz="1500" kern="1200"/>
          </a:p>
        </p:txBody>
      </p:sp>
      <p:sp>
        <p:nvSpPr>
          <p:cNvPr id="29" name="Arrow: Right 28">
            <a:extLst>
              <a:ext uri="{FF2B5EF4-FFF2-40B4-BE49-F238E27FC236}">
                <a16:creationId xmlns:a16="http://schemas.microsoft.com/office/drawing/2014/main" id="{87947884-A820-243C-41DB-61CAC2AD2BD3}"/>
              </a:ext>
            </a:extLst>
          </p:cNvPr>
          <p:cNvSpPr/>
          <p:nvPr/>
        </p:nvSpPr>
        <p:spPr>
          <a:xfrm>
            <a:off x="4786591" y="5702306"/>
            <a:ext cx="762164" cy="738139"/>
          </a:xfrm>
          <a:prstGeom prst="rightArrow">
            <a:avLst>
              <a:gd name="adj1" fmla="val 75000"/>
              <a:gd name="adj2" fmla="val 50000"/>
            </a:avLst>
          </a:prstGeom>
        </p:spPr>
        <p:style>
          <a:lnRef idx="2">
            <a:schemeClr val="accent3">
              <a:tint val="40000"/>
              <a:alpha val="90000"/>
              <a:hueOff val="-2311195"/>
              <a:satOff val="20146"/>
              <a:lumOff val="1792"/>
              <a:alphaOff val="0"/>
            </a:schemeClr>
          </a:lnRef>
          <a:fillRef idx="1">
            <a:schemeClr val="accent3">
              <a:tint val="40000"/>
              <a:alpha val="90000"/>
              <a:hueOff val="-2311195"/>
              <a:satOff val="20146"/>
              <a:lumOff val="1792"/>
              <a:alphaOff val="0"/>
            </a:schemeClr>
          </a:fillRef>
          <a:effectRef idx="0">
            <a:schemeClr val="accent3">
              <a:tint val="40000"/>
              <a:alpha val="90000"/>
              <a:hueOff val="-2311195"/>
              <a:satOff val="20146"/>
              <a:lumOff val="1792"/>
              <a:alphaOff val="0"/>
            </a:schemeClr>
          </a:effectRef>
          <a:fontRef idx="minor">
            <a:schemeClr val="dk1">
              <a:hueOff val="0"/>
              <a:satOff val="0"/>
              <a:lumOff val="0"/>
              <a:alphaOff val="0"/>
            </a:schemeClr>
          </a:fontRef>
        </p:style>
        <p:txBody>
          <a:bodyPr/>
          <a:lstStyle/>
          <a:p>
            <a:endParaRPr lang="en-FI"/>
          </a:p>
        </p:txBody>
      </p:sp>
      <p:sp>
        <p:nvSpPr>
          <p:cNvPr id="30" name="Freeform: Shape 29">
            <a:extLst>
              <a:ext uri="{FF2B5EF4-FFF2-40B4-BE49-F238E27FC236}">
                <a16:creationId xmlns:a16="http://schemas.microsoft.com/office/drawing/2014/main" id="{A1F64FE5-1979-66C0-F2A1-390B5FD5DB1A}"/>
              </a:ext>
            </a:extLst>
          </p:cNvPr>
          <p:cNvSpPr/>
          <p:nvPr/>
        </p:nvSpPr>
        <p:spPr>
          <a:xfrm>
            <a:off x="128355" y="5702306"/>
            <a:ext cx="4843752" cy="738139"/>
          </a:xfrm>
          <a:custGeom>
            <a:avLst/>
            <a:gdLst>
              <a:gd name="connsiteX0" fmla="*/ 0 w 4843752"/>
              <a:gd name="connsiteY0" fmla="*/ 123026 h 738139"/>
              <a:gd name="connsiteX1" fmla="*/ 123026 w 4843752"/>
              <a:gd name="connsiteY1" fmla="*/ 0 h 738139"/>
              <a:gd name="connsiteX2" fmla="*/ 4720726 w 4843752"/>
              <a:gd name="connsiteY2" fmla="*/ 0 h 738139"/>
              <a:gd name="connsiteX3" fmla="*/ 4843752 w 4843752"/>
              <a:gd name="connsiteY3" fmla="*/ 123026 h 738139"/>
              <a:gd name="connsiteX4" fmla="*/ 4843752 w 4843752"/>
              <a:gd name="connsiteY4" fmla="*/ 615113 h 738139"/>
              <a:gd name="connsiteX5" fmla="*/ 4720726 w 4843752"/>
              <a:gd name="connsiteY5" fmla="*/ 738139 h 738139"/>
              <a:gd name="connsiteX6" fmla="*/ 123026 w 4843752"/>
              <a:gd name="connsiteY6" fmla="*/ 738139 h 738139"/>
              <a:gd name="connsiteX7" fmla="*/ 0 w 4843752"/>
              <a:gd name="connsiteY7" fmla="*/ 615113 h 738139"/>
              <a:gd name="connsiteX8" fmla="*/ 0 w 4843752"/>
              <a:gd name="connsiteY8" fmla="*/ 123026 h 73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3752" h="738139">
                <a:moveTo>
                  <a:pt x="0" y="123026"/>
                </a:moveTo>
                <a:cubicBezTo>
                  <a:pt x="0" y="55081"/>
                  <a:pt x="55081" y="0"/>
                  <a:pt x="123026" y="0"/>
                </a:cubicBezTo>
                <a:lnTo>
                  <a:pt x="4720726" y="0"/>
                </a:lnTo>
                <a:cubicBezTo>
                  <a:pt x="4788671" y="0"/>
                  <a:pt x="4843752" y="55081"/>
                  <a:pt x="4843752" y="123026"/>
                </a:cubicBezTo>
                <a:lnTo>
                  <a:pt x="4843752" y="615113"/>
                </a:lnTo>
                <a:cubicBezTo>
                  <a:pt x="4843752" y="683058"/>
                  <a:pt x="4788671" y="738139"/>
                  <a:pt x="4720726" y="738139"/>
                </a:cubicBezTo>
                <a:lnTo>
                  <a:pt x="123026" y="738139"/>
                </a:lnTo>
                <a:cubicBezTo>
                  <a:pt x="55081" y="738139"/>
                  <a:pt x="0" y="683058"/>
                  <a:pt x="0" y="615113"/>
                </a:cubicBezTo>
                <a:lnTo>
                  <a:pt x="0" y="123026"/>
                </a:lnTo>
                <a:close/>
              </a:path>
            </a:pathLst>
          </a:custGeom>
        </p:spPr>
        <p:style>
          <a:lnRef idx="2">
            <a:schemeClr val="lt1">
              <a:hueOff val="0"/>
              <a:satOff val="0"/>
              <a:lumOff val="0"/>
              <a:alphaOff val="0"/>
            </a:schemeClr>
          </a:lnRef>
          <a:fillRef idx="1">
            <a:schemeClr val="accent3">
              <a:hueOff val="-2009916"/>
              <a:satOff val="37144"/>
              <a:lumOff val="-981"/>
              <a:alphaOff val="0"/>
            </a:schemeClr>
          </a:fillRef>
          <a:effectRef idx="0">
            <a:schemeClr val="accent3">
              <a:hueOff val="-2009916"/>
              <a:satOff val="37144"/>
              <a:lumOff val="-981"/>
              <a:alphaOff val="0"/>
            </a:schemeClr>
          </a:effectRef>
          <a:fontRef idx="minor">
            <a:schemeClr val="lt1"/>
          </a:fontRef>
        </p:style>
        <p:txBody>
          <a:bodyPr spcFirstLastPara="0" vert="horz" wrap="square" lIns="93183" tIns="64608" rIns="93183" bIns="64608" numCol="1" spcCol="1270" anchor="ctr" anchorCtr="0">
            <a:noAutofit/>
          </a:bodyPr>
          <a:lstStyle/>
          <a:p>
            <a:pPr marL="0" lvl="0" indent="0" algn="ctr" defTabSz="666750">
              <a:lnSpc>
                <a:spcPct val="90000"/>
              </a:lnSpc>
              <a:spcBef>
                <a:spcPct val="0"/>
              </a:spcBef>
              <a:spcAft>
                <a:spcPct val="35000"/>
              </a:spcAft>
              <a:buNone/>
            </a:pPr>
            <a:r>
              <a:rPr lang="en-US" sz="1500" kern="1200"/>
              <a:t>Step 7: Abaqus/Explicit Analysis finishes. VEXTERNALDB is called once here </a:t>
            </a:r>
            <a:br>
              <a:rPr lang="en-US" sz="1500" kern="1200"/>
            </a:br>
            <a:r>
              <a:rPr lang="en-US" sz="1500" kern="1200"/>
              <a:t>at the end of the analysis</a:t>
            </a:r>
            <a:endParaRPr lang="en-FI" sz="1500" kern="1200"/>
          </a:p>
        </p:txBody>
      </p:sp>
      <p:pic>
        <p:nvPicPr>
          <p:cNvPr id="8" name="Picture 7">
            <a:extLst>
              <a:ext uri="{FF2B5EF4-FFF2-40B4-BE49-F238E27FC236}">
                <a16:creationId xmlns:a16="http://schemas.microsoft.com/office/drawing/2014/main" id="{4CC3147F-8FF5-C21A-A61B-1E2FB7BB0A5B}"/>
              </a:ext>
            </a:extLst>
          </p:cNvPr>
          <p:cNvPicPr>
            <a:picLocks noChangeAspect="1"/>
          </p:cNvPicPr>
          <p:nvPr/>
        </p:nvPicPr>
        <p:blipFill rotWithShape="1">
          <a:blip r:embed="rId3"/>
          <a:srcRect r="25023" b="-45704"/>
          <a:stretch/>
        </p:blipFill>
        <p:spPr>
          <a:xfrm>
            <a:off x="5639743" y="996839"/>
            <a:ext cx="5976348" cy="562171"/>
          </a:xfrm>
          <a:prstGeom prst="rect">
            <a:avLst/>
          </a:prstGeom>
        </p:spPr>
      </p:pic>
      <p:pic>
        <p:nvPicPr>
          <p:cNvPr id="6" name="Picture 5">
            <a:extLst>
              <a:ext uri="{FF2B5EF4-FFF2-40B4-BE49-F238E27FC236}">
                <a16:creationId xmlns:a16="http://schemas.microsoft.com/office/drawing/2014/main" id="{CD38C547-7311-CD21-77C1-BE5D41EC181C}"/>
              </a:ext>
            </a:extLst>
          </p:cNvPr>
          <p:cNvPicPr>
            <a:picLocks noChangeAspect="1"/>
          </p:cNvPicPr>
          <p:nvPr/>
        </p:nvPicPr>
        <p:blipFill rotWithShape="1">
          <a:blip r:embed="rId4"/>
          <a:srcRect t="67990"/>
          <a:stretch/>
        </p:blipFill>
        <p:spPr>
          <a:xfrm>
            <a:off x="5548746" y="1814487"/>
            <a:ext cx="6525490" cy="367604"/>
          </a:xfrm>
          <a:prstGeom prst="rect">
            <a:avLst/>
          </a:prstGeom>
        </p:spPr>
      </p:pic>
      <p:pic>
        <p:nvPicPr>
          <p:cNvPr id="9" name="Picture 8">
            <a:extLst>
              <a:ext uri="{FF2B5EF4-FFF2-40B4-BE49-F238E27FC236}">
                <a16:creationId xmlns:a16="http://schemas.microsoft.com/office/drawing/2014/main" id="{81C05CE8-B2C2-A98C-47DE-3D3A82557862}"/>
              </a:ext>
            </a:extLst>
          </p:cNvPr>
          <p:cNvPicPr>
            <a:picLocks noChangeAspect="1"/>
          </p:cNvPicPr>
          <p:nvPr/>
        </p:nvPicPr>
        <p:blipFill>
          <a:blip r:embed="rId5"/>
          <a:stretch>
            <a:fillRect/>
          </a:stretch>
        </p:blipFill>
        <p:spPr>
          <a:xfrm>
            <a:off x="5639743" y="2693045"/>
            <a:ext cx="6414655" cy="367604"/>
          </a:xfrm>
          <a:prstGeom prst="rect">
            <a:avLst/>
          </a:prstGeom>
        </p:spPr>
      </p:pic>
      <p:pic>
        <p:nvPicPr>
          <p:cNvPr id="10" name="Picture 9">
            <a:extLst>
              <a:ext uri="{FF2B5EF4-FFF2-40B4-BE49-F238E27FC236}">
                <a16:creationId xmlns:a16="http://schemas.microsoft.com/office/drawing/2014/main" id="{07B100F1-218B-3EB3-B3A4-5A7B79AB9685}"/>
              </a:ext>
            </a:extLst>
          </p:cNvPr>
          <p:cNvPicPr>
            <a:picLocks noChangeAspect="1"/>
          </p:cNvPicPr>
          <p:nvPr/>
        </p:nvPicPr>
        <p:blipFill>
          <a:blip r:embed="rId6"/>
          <a:stretch>
            <a:fillRect/>
          </a:stretch>
        </p:blipFill>
        <p:spPr>
          <a:xfrm>
            <a:off x="5638819" y="3443546"/>
            <a:ext cx="6414655" cy="353806"/>
          </a:xfrm>
          <a:prstGeom prst="rect">
            <a:avLst/>
          </a:prstGeom>
        </p:spPr>
      </p:pic>
      <p:pic>
        <p:nvPicPr>
          <p:cNvPr id="11" name="Picture 10">
            <a:extLst>
              <a:ext uri="{FF2B5EF4-FFF2-40B4-BE49-F238E27FC236}">
                <a16:creationId xmlns:a16="http://schemas.microsoft.com/office/drawing/2014/main" id="{F42EC12D-A83B-4F08-C64F-E3C9A6E762B9}"/>
              </a:ext>
            </a:extLst>
          </p:cNvPr>
          <p:cNvPicPr>
            <a:picLocks noChangeAspect="1"/>
          </p:cNvPicPr>
          <p:nvPr/>
        </p:nvPicPr>
        <p:blipFill>
          <a:blip r:embed="rId7"/>
          <a:stretch>
            <a:fillRect/>
          </a:stretch>
        </p:blipFill>
        <p:spPr>
          <a:xfrm>
            <a:off x="5638819" y="4322104"/>
            <a:ext cx="6551782" cy="324703"/>
          </a:xfrm>
          <a:prstGeom prst="rect">
            <a:avLst/>
          </a:prstGeom>
        </p:spPr>
      </p:pic>
      <p:pic>
        <p:nvPicPr>
          <p:cNvPr id="13" name="Picture 12">
            <a:extLst>
              <a:ext uri="{FF2B5EF4-FFF2-40B4-BE49-F238E27FC236}">
                <a16:creationId xmlns:a16="http://schemas.microsoft.com/office/drawing/2014/main" id="{E468D9ED-4AF2-5183-8C56-93E3C941CAC3}"/>
              </a:ext>
            </a:extLst>
          </p:cNvPr>
          <p:cNvPicPr>
            <a:picLocks noChangeAspect="1"/>
          </p:cNvPicPr>
          <p:nvPr/>
        </p:nvPicPr>
        <p:blipFill>
          <a:blip r:embed="rId8"/>
          <a:stretch>
            <a:fillRect/>
          </a:stretch>
        </p:blipFill>
        <p:spPr>
          <a:xfrm>
            <a:off x="5638818" y="5141664"/>
            <a:ext cx="6551783" cy="269621"/>
          </a:xfrm>
          <a:prstGeom prst="rect">
            <a:avLst/>
          </a:prstGeom>
        </p:spPr>
      </p:pic>
      <p:pic>
        <p:nvPicPr>
          <p:cNvPr id="14" name="Picture 13">
            <a:extLst>
              <a:ext uri="{FF2B5EF4-FFF2-40B4-BE49-F238E27FC236}">
                <a16:creationId xmlns:a16="http://schemas.microsoft.com/office/drawing/2014/main" id="{E96EF386-5D4C-6396-ACD6-930E9C41BE23}"/>
              </a:ext>
            </a:extLst>
          </p:cNvPr>
          <p:cNvPicPr>
            <a:picLocks noChangeAspect="1"/>
          </p:cNvPicPr>
          <p:nvPr/>
        </p:nvPicPr>
        <p:blipFill>
          <a:blip r:embed="rId9"/>
          <a:stretch>
            <a:fillRect/>
          </a:stretch>
        </p:blipFill>
        <p:spPr>
          <a:xfrm>
            <a:off x="5548746" y="6020222"/>
            <a:ext cx="4020111" cy="285790"/>
          </a:xfrm>
          <a:prstGeom prst="rect">
            <a:avLst/>
          </a:prstGeom>
        </p:spPr>
      </p:pic>
      <p:pic>
        <p:nvPicPr>
          <p:cNvPr id="15" name="Picture 14">
            <a:extLst>
              <a:ext uri="{FF2B5EF4-FFF2-40B4-BE49-F238E27FC236}">
                <a16:creationId xmlns:a16="http://schemas.microsoft.com/office/drawing/2014/main" id="{24150CC4-BC72-889B-FF8D-DBAA5D019C19}"/>
              </a:ext>
            </a:extLst>
          </p:cNvPr>
          <p:cNvPicPr>
            <a:picLocks noChangeAspect="1"/>
          </p:cNvPicPr>
          <p:nvPr/>
        </p:nvPicPr>
        <p:blipFill>
          <a:blip r:embed="rId10"/>
          <a:stretch>
            <a:fillRect/>
          </a:stretch>
        </p:blipFill>
        <p:spPr>
          <a:xfrm>
            <a:off x="5548746" y="5812532"/>
            <a:ext cx="6641854" cy="187220"/>
          </a:xfrm>
          <a:prstGeom prst="rect">
            <a:avLst/>
          </a:prstGeom>
        </p:spPr>
      </p:pic>
      <p:sp>
        <p:nvSpPr>
          <p:cNvPr id="31" name="Rectangle 30">
            <a:extLst>
              <a:ext uri="{FF2B5EF4-FFF2-40B4-BE49-F238E27FC236}">
                <a16:creationId xmlns:a16="http://schemas.microsoft.com/office/drawing/2014/main" id="{269F111F-A8B5-B1AD-ABCC-3C85AE4DF713}"/>
              </a:ext>
            </a:extLst>
          </p:cNvPr>
          <p:cNvSpPr/>
          <p:nvPr/>
        </p:nvSpPr>
        <p:spPr>
          <a:xfrm>
            <a:off x="88756" y="1568728"/>
            <a:ext cx="4934741" cy="1697719"/>
          </a:xfrm>
          <a:prstGeom prst="rect">
            <a:avLst/>
          </a:prstGeom>
          <a:noFill/>
          <a:ln w="38100">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solidFill>
                <a:schemeClr val="bg1"/>
              </a:solidFill>
            </a:endParaRPr>
          </a:p>
        </p:txBody>
      </p:sp>
    </p:spTree>
    <p:extLst>
      <p:ext uri="{BB962C8B-B14F-4D97-AF65-F5344CB8AC3E}">
        <p14:creationId xmlns:p14="http://schemas.microsoft.com/office/powerpoint/2010/main" val="13368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childTnLst>
                                </p:cTn>
                              </p:par>
                              <p:par>
                                <p:cTn id="80" presetID="10" presetClass="entr" presetSubtype="0" fill="hold" nodeType="with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Fortran compiling environment in Abaqus: abaqus_v6.env</a:t>
            </a:r>
            <a:endParaRPr lang="en-FI"/>
          </a:p>
        </p:txBody>
      </p:sp>
      <p:sp>
        <p:nvSpPr>
          <p:cNvPr id="2" name="TextBox 1">
            <a:extLst>
              <a:ext uri="{FF2B5EF4-FFF2-40B4-BE49-F238E27FC236}">
                <a16:creationId xmlns:a16="http://schemas.microsoft.com/office/drawing/2014/main" id="{5140FDDF-5E35-C14F-341A-CB37ED838663}"/>
              </a:ext>
            </a:extLst>
          </p:cNvPr>
          <p:cNvSpPr txBox="1"/>
          <p:nvPr/>
        </p:nvSpPr>
        <p:spPr>
          <a:xfrm>
            <a:off x="244342" y="5937379"/>
            <a:ext cx="11703315" cy="584775"/>
          </a:xfrm>
          <a:prstGeom prst="rect">
            <a:avLst/>
          </a:prstGeom>
          <a:noFill/>
        </p:spPr>
        <p:txBody>
          <a:bodyPr wrap="square">
            <a:spAutoFit/>
          </a:bodyPr>
          <a:lstStyle/>
          <a:p>
            <a:r>
              <a:rPr lang="en-US" sz="1600"/>
              <a:t>What is abaqus_v6.env: </a:t>
            </a:r>
            <a:r>
              <a:rPr lang="en-US" sz="1600">
                <a:hlinkClick r:id="rId2"/>
              </a:rPr>
              <a:t>https://docs.software.vt.edu/abaqusv2022/English/SIMACAEILGRefMap/simailg-m-EnvUsing-sb.htm</a:t>
            </a:r>
            <a:endParaRPr lang="en-US" sz="1600"/>
          </a:p>
          <a:p>
            <a:r>
              <a:rPr lang="en-US" sz="1600"/>
              <a:t>How to link gfortran to Abaqus (xizou.github.io) </a:t>
            </a:r>
            <a:r>
              <a:rPr lang="fi-FI" sz="1600">
                <a:hlinkClick r:id="rId3"/>
              </a:rPr>
              <a:t>https://xizou.github.io/2017/07/26/link-gfortran-to-abaqus/</a:t>
            </a:r>
            <a:endParaRPr lang="fi-FI" sz="1600"/>
          </a:p>
        </p:txBody>
      </p:sp>
      <p:sp>
        <p:nvSpPr>
          <p:cNvPr id="5" name="TextBox 4">
            <a:extLst>
              <a:ext uri="{FF2B5EF4-FFF2-40B4-BE49-F238E27FC236}">
                <a16:creationId xmlns:a16="http://schemas.microsoft.com/office/drawing/2014/main" id="{16DD666E-58B6-BEB5-2568-C7DDA07FBBD0}"/>
              </a:ext>
            </a:extLst>
          </p:cNvPr>
          <p:cNvSpPr txBox="1"/>
          <p:nvPr/>
        </p:nvSpPr>
        <p:spPr>
          <a:xfrm>
            <a:off x="274320" y="920621"/>
            <a:ext cx="12389618" cy="5016758"/>
          </a:xfrm>
          <a:prstGeom prst="rect">
            <a:avLst/>
          </a:prstGeom>
          <a:noFill/>
        </p:spPr>
        <p:txBody>
          <a:bodyPr wrap="square">
            <a:spAutoFit/>
          </a:bodyPr>
          <a:lstStyle/>
          <a:p>
            <a:r>
              <a:rPr lang="en-US" sz="1600">
                <a:solidFill>
                  <a:srgbClr val="000000"/>
                </a:solidFill>
                <a:latin typeface="Consolas" panose="020B0609020204030204" pitchFamily="49" charset="0"/>
              </a:rPr>
              <a:t>compile_fortran = [</a:t>
            </a:r>
          </a:p>
          <a:p>
            <a:r>
              <a:rPr lang="en-US" sz="1600">
                <a:solidFill>
                  <a:srgbClr val="000000"/>
                </a:solidFill>
                <a:latin typeface="Consolas" panose="020B0609020204030204" pitchFamily="49" charset="0"/>
              </a:rPr>
              <a:t>    'ifort',</a:t>
            </a:r>
          </a:p>
          <a:p>
            <a:r>
              <a:rPr lang="en-US" sz="1600">
                <a:solidFill>
                  <a:srgbClr val="000000"/>
                </a:solidFill>
                <a:latin typeface="Consolas" panose="020B0609020204030204" pitchFamily="49" charset="0"/>
              </a:rPr>
              <a:t>    '-V', '-c', '-fpp', '-fPIC', '-extend-source',</a:t>
            </a:r>
          </a:p>
          <a:p>
            <a:r>
              <a:rPr lang="en-US" sz="1600">
                <a:solidFill>
                  <a:srgbClr val="000000"/>
                </a:solidFill>
                <a:latin typeface="Consolas" panose="020B0609020204030204" pitchFamily="49" charset="0"/>
              </a:rPr>
              <a:t>    '-DABQ_LNX86_64', '-DABQ_FORTRAN',</a:t>
            </a:r>
          </a:p>
          <a:p>
            <a:r>
              <a:rPr lang="en-US" sz="1600">
                <a:solidFill>
                  <a:srgbClr val="000000"/>
                </a:solidFill>
                <a:latin typeface="Consolas" panose="020B0609020204030204" pitchFamily="49" charset="0"/>
              </a:rPr>
              <a:t>    '-auto', '-pc64', '-align', 'array64byte',</a:t>
            </a:r>
          </a:p>
          <a:p>
            <a:r>
              <a:rPr lang="en-US" sz="1600">
                <a:solidFill>
                  <a:srgbClr val="000000"/>
                </a:solidFill>
                <a:latin typeface="Consolas" panose="020B0609020204030204" pitchFamily="49" charset="0"/>
              </a:rPr>
              <a:t>    '-prec-div', '-prec-sqrt', '-fp-model', 'precise',</a:t>
            </a:r>
          </a:p>
          <a:p>
            <a:r>
              <a:rPr lang="en-US" sz="1600">
                <a:solidFill>
                  <a:srgbClr val="000000"/>
                </a:solidFill>
                <a:latin typeface="Consolas" panose="020B0609020204030204" pitchFamily="49" charset="0"/>
              </a:rPr>
              <a:t>    '-fimf-arch-consistency=true',</a:t>
            </a:r>
          </a:p>
          <a:p>
            <a:r>
              <a:rPr lang="en-US" sz="1600">
                <a:solidFill>
                  <a:srgbClr val="000000"/>
                </a:solidFill>
                <a:latin typeface="Consolas" panose="020B0609020204030204" pitchFamily="49" charset="0"/>
              </a:rPr>
              <a:t>    '-mP2OPT_hpo_vec_divbyzero=F', '-no-fma',</a:t>
            </a:r>
          </a:p>
          <a:p>
            <a:r>
              <a:rPr lang="en-US" sz="1600">
                <a:solidFill>
                  <a:srgbClr val="000000"/>
                </a:solidFill>
                <a:latin typeface="Consolas" panose="020B0609020204030204" pitchFamily="49" charset="0"/>
              </a:rPr>
              <a:t>    '-fp-speculation=safe', '-fprotect-parens',</a:t>
            </a:r>
          </a:p>
          <a:p>
            <a:r>
              <a:rPr lang="en-US" sz="1600">
                <a:solidFill>
                  <a:srgbClr val="000000"/>
                </a:solidFill>
                <a:latin typeface="Consolas" panose="020B0609020204030204" pitchFamily="49" charset="0"/>
              </a:rPr>
              <a:t>    '-fstack-protector-strong', '-reentrancy', 'threaded',</a:t>
            </a:r>
          </a:p>
          <a:p>
            <a:r>
              <a:rPr lang="en-US" sz="1600">
                <a:solidFill>
                  <a:srgbClr val="000000"/>
                </a:solidFill>
                <a:latin typeface="Consolas" panose="020B0609020204030204" pitchFamily="49" charset="0"/>
              </a:rPr>
              <a:t>    '-msse3', '-axcore-avx2,avx', '-WB',</a:t>
            </a:r>
          </a:p>
          <a:p>
            <a:r>
              <a:rPr lang="en-US" sz="1600">
                <a:solidFill>
                  <a:srgbClr val="000000"/>
                </a:solidFill>
                <a:latin typeface="Consolas" panose="020B0609020204030204" pitchFamily="49" charset="0"/>
              </a:rPr>
              <a:t>    '-I.',</a:t>
            </a:r>
          </a:p>
          <a:p>
            <a:r>
              <a:rPr lang="en-US" sz="1600">
                <a:solidFill>
                  <a:srgbClr val="000000"/>
                </a:solidFill>
                <a:latin typeface="Consolas" panose="020B0609020204030204" pitchFamily="49" charset="0"/>
              </a:rPr>
              <a:t>    '-DDPX',</a:t>
            </a:r>
          </a:p>
          <a:p>
            <a:r>
              <a:rPr lang="en-US" sz="1600">
                <a:solidFill>
                  <a:srgbClr val="000000"/>
                </a:solidFill>
                <a:latin typeface="Consolas" panose="020B0609020204030204" pitchFamily="49" charset="0"/>
              </a:rPr>
              <a:t>    '-I/appl/soft/eng/simulia/EstProducts/2023',</a:t>
            </a:r>
          </a:p>
          <a:p>
            <a:r>
              <a:rPr lang="en-US" sz="1600">
                <a:solidFill>
                  <a:srgbClr val="000000"/>
                </a:solidFill>
                <a:latin typeface="Consolas" panose="020B0609020204030204" pitchFamily="49" charset="0"/>
              </a:rPr>
              <a:t>    '-I/appl/soft/eng/simulia/EstProducts/2023/linux_a64/code/include',</a:t>
            </a:r>
          </a:p>
          <a:p>
            <a:r>
              <a:rPr lang="en-US" sz="1600">
                <a:solidFill>
                  <a:srgbClr val="000000"/>
                </a:solidFill>
                <a:latin typeface="Consolas" panose="020B0609020204030204" pitchFamily="49" charset="0"/>
              </a:rPr>
              <a:t>    '-I/appl/soft/eng/simulia/EstProducts/2023/linux_a64/../SMAUsubs/PublicInterfaces',</a:t>
            </a:r>
          </a:p>
          <a:p>
            <a:r>
              <a:rPr lang="en-US" sz="1600">
                <a:solidFill>
                  <a:srgbClr val="000000"/>
                </a:solidFill>
                <a:latin typeface="Consolas" panose="020B0609020204030204" pitchFamily="49" charset="0"/>
              </a:rPr>
              <a:t>    '-I/appl/soft/eng/simulia/EstProducts/2023/linux_a64/code/bin/SMAExternal/pmpi/include',</a:t>
            </a:r>
          </a:p>
          <a:p>
            <a:r>
              <a:rPr lang="en-US" sz="1600">
                <a:solidFill>
                  <a:srgbClr val="000000"/>
                </a:solidFill>
                <a:latin typeface="Consolas" panose="020B0609020204030204" pitchFamily="49" charset="0"/>
              </a:rPr>
              <a:t>    '-I/projappl/project_2004956/fortran-tf-lib/fortran-tf-lib/tf_intel/include/fortran-tf',</a:t>
            </a:r>
          </a:p>
          <a:p>
            <a:r>
              <a:rPr lang="en-US" sz="1600">
                <a:solidFill>
                  <a:srgbClr val="000000"/>
                </a:solidFill>
                <a:latin typeface="Consolas" panose="020B0609020204030204" pitchFamily="49" charset="0"/>
              </a:rPr>
              <a:t>    '-I/scratch/project_2004956/test_VUMAT_ML',</a:t>
            </a:r>
          </a:p>
          <a:p>
            <a:r>
              <a:rPr lang="en-US" sz="1600">
                <a:solidFill>
                  <a:srgbClr val="000000"/>
                </a:solidFill>
                <a:latin typeface="Consolas" panose="020B0609020204030204" pitchFamily="49" charset="0"/>
              </a:rPr>
              <a:t>]</a:t>
            </a:r>
          </a:p>
        </p:txBody>
      </p:sp>
      <p:sp>
        <p:nvSpPr>
          <p:cNvPr id="6" name="Rectangle 5">
            <a:extLst>
              <a:ext uri="{FF2B5EF4-FFF2-40B4-BE49-F238E27FC236}">
                <a16:creationId xmlns:a16="http://schemas.microsoft.com/office/drawing/2014/main" id="{40189B31-3882-2AA9-20D6-C343733F134B}"/>
              </a:ext>
            </a:extLst>
          </p:cNvPr>
          <p:cNvSpPr/>
          <p:nvPr/>
        </p:nvSpPr>
        <p:spPr>
          <a:xfrm>
            <a:off x="792141" y="1196939"/>
            <a:ext cx="11155516" cy="3937769"/>
          </a:xfrm>
          <a:prstGeom prst="rect">
            <a:avLst/>
          </a:prstGeom>
          <a:noFill/>
          <a:ln w="38100">
            <a:solidFill>
              <a:schemeClr val="accent3"/>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solidFill>
                <a:schemeClr val="bg1"/>
              </a:solidFill>
            </a:endParaRPr>
          </a:p>
        </p:txBody>
      </p:sp>
      <p:sp>
        <p:nvSpPr>
          <p:cNvPr id="7" name="Rectangle 6">
            <a:extLst>
              <a:ext uri="{FF2B5EF4-FFF2-40B4-BE49-F238E27FC236}">
                <a16:creationId xmlns:a16="http://schemas.microsoft.com/office/drawing/2014/main" id="{6FA82173-C3BE-BD61-0E88-2C13DE76605C}"/>
              </a:ext>
            </a:extLst>
          </p:cNvPr>
          <p:cNvSpPr/>
          <p:nvPr/>
        </p:nvSpPr>
        <p:spPr>
          <a:xfrm>
            <a:off x="792140" y="5138469"/>
            <a:ext cx="11155515" cy="522592"/>
          </a:xfrm>
          <a:prstGeom prst="rect">
            <a:avLst/>
          </a:prstGeom>
          <a:noFill/>
          <a:ln w="38100">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solidFill>
                <a:schemeClr val="bg1"/>
              </a:solidFill>
            </a:endParaRPr>
          </a:p>
        </p:txBody>
      </p:sp>
      <p:sp>
        <p:nvSpPr>
          <p:cNvPr id="9" name="TextBox 8">
            <a:extLst>
              <a:ext uri="{FF2B5EF4-FFF2-40B4-BE49-F238E27FC236}">
                <a16:creationId xmlns:a16="http://schemas.microsoft.com/office/drawing/2014/main" id="{B2D810F4-0099-8089-C391-B4A60F3FBEDF}"/>
              </a:ext>
            </a:extLst>
          </p:cNvPr>
          <p:cNvSpPr txBox="1"/>
          <p:nvPr/>
        </p:nvSpPr>
        <p:spPr>
          <a:xfrm>
            <a:off x="7003701" y="1334893"/>
            <a:ext cx="4913979" cy="2800767"/>
          </a:xfrm>
          <a:prstGeom prst="rect">
            <a:avLst/>
          </a:prstGeom>
          <a:noFill/>
        </p:spPr>
        <p:txBody>
          <a:bodyPr wrap="square">
            <a:spAutoFit/>
          </a:bodyPr>
          <a:lstStyle/>
          <a:p>
            <a:r>
              <a:rPr lang="en-US" sz="1600" b="1"/>
              <a:t>First, we create a file “abaqus_v6.env” in the current simulation directory. Then we fill in two Python format lists, one called compile_fortran and another link_sl</a:t>
            </a:r>
          </a:p>
          <a:p>
            <a:r>
              <a:rPr lang="en-US" sz="1600" b="1"/>
              <a:t>Abaqus would respect this Fortran compilation settings, enabling us to add TF_Types, TF_Interface and Tensorflow C API Library</a:t>
            </a:r>
          </a:p>
          <a:p>
            <a:endParaRPr lang="en-US" sz="1600" b="1"/>
          </a:p>
          <a:p>
            <a:r>
              <a:rPr lang="en-US" sz="1600" b="1"/>
              <a:t>Green: default compiling flags</a:t>
            </a:r>
          </a:p>
          <a:p>
            <a:r>
              <a:rPr lang="en-US" sz="1600" b="1"/>
              <a:t>Red: -I include flags to make the compiler aware of tf-types, tf-interface and ml_module.mod  </a:t>
            </a:r>
            <a:endParaRPr lang="en-FI" sz="1600" b="1"/>
          </a:p>
        </p:txBody>
      </p:sp>
    </p:spTree>
    <p:extLst>
      <p:ext uri="{BB962C8B-B14F-4D97-AF65-F5344CB8AC3E}">
        <p14:creationId xmlns:p14="http://schemas.microsoft.com/office/powerpoint/2010/main" val="374438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animBg="1"/>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Fortran linking environment in Abaqus: abaqus_v6.env</a:t>
            </a:r>
            <a:endParaRPr lang="en-FI"/>
          </a:p>
        </p:txBody>
      </p:sp>
      <p:sp>
        <p:nvSpPr>
          <p:cNvPr id="2" name="TextBox 1">
            <a:extLst>
              <a:ext uri="{FF2B5EF4-FFF2-40B4-BE49-F238E27FC236}">
                <a16:creationId xmlns:a16="http://schemas.microsoft.com/office/drawing/2014/main" id="{5140FDDF-5E35-C14F-341A-CB37ED838663}"/>
              </a:ext>
            </a:extLst>
          </p:cNvPr>
          <p:cNvSpPr txBox="1"/>
          <p:nvPr/>
        </p:nvSpPr>
        <p:spPr>
          <a:xfrm>
            <a:off x="274320" y="6081712"/>
            <a:ext cx="10759440" cy="369332"/>
          </a:xfrm>
          <a:prstGeom prst="rect">
            <a:avLst/>
          </a:prstGeom>
          <a:noFill/>
        </p:spPr>
        <p:txBody>
          <a:bodyPr wrap="square">
            <a:spAutoFit/>
          </a:bodyPr>
          <a:lstStyle/>
          <a:p>
            <a:r>
              <a:rPr lang="en-US"/>
              <a:t>How to link gfortran to Abaqus (xizou.github.io) </a:t>
            </a:r>
            <a:r>
              <a:rPr lang="fi-FI">
                <a:hlinkClick r:id="rId2"/>
              </a:rPr>
              <a:t>https://xizou.github.io/2017/07/26/link-gfortran-to-abaqus/</a:t>
            </a:r>
            <a:endParaRPr lang="fi-FI"/>
          </a:p>
        </p:txBody>
      </p:sp>
      <p:sp>
        <p:nvSpPr>
          <p:cNvPr id="5" name="TextBox 4">
            <a:extLst>
              <a:ext uri="{FF2B5EF4-FFF2-40B4-BE49-F238E27FC236}">
                <a16:creationId xmlns:a16="http://schemas.microsoft.com/office/drawing/2014/main" id="{16DD666E-58B6-BEB5-2568-C7DDA07FBBD0}"/>
              </a:ext>
            </a:extLst>
          </p:cNvPr>
          <p:cNvSpPr txBox="1"/>
          <p:nvPr/>
        </p:nvSpPr>
        <p:spPr>
          <a:xfrm>
            <a:off x="274320" y="920621"/>
            <a:ext cx="12389618" cy="5262979"/>
          </a:xfrm>
          <a:prstGeom prst="rect">
            <a:avLst/>
          </a:prstGeom>
          <a:noFill/>
        </p:spPr>
        <p:txBody>
          <a:bodyPr wrap="square">
            <a:spAutoFit/>
          </a:bodyPr>
          <a:lstStyle/>
          <a:p>
            <a:r>
              <a:rPr lang="en-US" sz="1400">
                <a:solidFill>
                  <a:srgbClr val="000000"/>
                </a:solidFill>
                <a:latin typeface="Consolas" panose="020B0609020204030204" pitchFamily="49" charset="0"/>
              </a:rPr>
              <a:t>link_sl = [</a:t>
            </a:r>
          </a:p>
          <a:p>
            <a:r>
              <a:rPr lang="en-US" sz="1400">
                <a:solidFill>
                  <a:srgbClr val="000000"/>
                </a:solidFill>
                <a:latin typeface="Consolas" panose="020B0609020204030204" pitchFamily="49" charset="0"/>
              </a:rPr>
              <a:t>    'ifort',   </a:t>
            </a:r>
          </a:p>
          <a:p>
            <a:r>
              <a:rPr lang="en-US" sz="1400">
                <a:solidFill>
                  <a:srgbClr val="000000"/>
                </a:solidFill>
                <a:latin typeface="Consolas" panose="020B0609020204030204" pitchFamily="49" charset="0"/>
              </a:rPr>
              <a:t>    '-V', '-cxxlib', '-fPIC', '-threads', '-shared', '-Wl,--add-needed', </a:t>
            </a:r>
          </a:p>
          <a:p>
            <a:r>
              <a:rPr lang="en-US" sz="1400">
                <a:solidFill>
                  <a:srgbClr val="000000"/>
                </a:solidFill>
                <a:latin typeface="Consolas" panose="020B0609020204030204" pitchFamily="49" charset="0"/>
              </a:rPr>
              <a:t>    '-Wl,-u,vcosimulation_', '-Wl,-u,vcosimulation0_', '-Wl,-u,vdflux_', </a:t>
            </a:r>
          </a:p>
          <a:p>
            <a:r>
              <a:rPr lang="nl-NL" sz="1400">
                <a:solidFill>
                  <a:srgbClr val="000000"/>
                </a:solidFill>
                <a:latin typeface="Consolas" panose="020B0609020204030204" pitchFamily="49" charset="0"/>
              </a:rPr>
              <a:t>    '-Wl,-u,vdisp_', '-Wl,-u,vdload_', '-Wl,-u,vexternaldb_', '-Wl,-u,vfabric_', </a:t>
            </a:r>
          </a:p>
          <a:p>
            <a:r>
              <a:rPr lang="en-US" sz="1400">
                <a:solidFill>
                  <a:srgbClr val="000000"/>
                </a:solidFill>
                <a:latin typeface="Consolas" panose="020B0609020204030204" pitchFamily="49" charset="0"/>
              </a:rPr>
              <a:t>    '-Wl,-u,vfric_', '-Wl,-u,vfric_coef_', '-Wl,-u,vfriction_', '-Wl,-u,vhetval_', </a:t>
            </a:r>
          </a:p>
          <a:p>
            <a:r>
              <a:rPr lang="nl-NL" sz="1400">
                <a:solidFill>
                  <a:srgbClr val="000000"/>
                </a:solidFill>
                <a:latin typeface="Consolas" panose="020B0609020204030204" pitchFamily="49" charset="0"/>
              </a:rPr>
              <a:t>    '-Wl,-u,vsdvini_', '-Wl,-u,vuamp_', '-Wl,-u,vuanisohyper_inv_', </a:t>
            </a:r>
          </a:p>
          <a:p>
            <a:r>
              <a:rPr lang="en-US" sz="1400">
                <a:solidFill>
                  <a:srgbClr val="000000"/>
                </a:solidFill>
                <a:latin typeface="Consolas" panose="020B0609020204030204" pitchFamily="49" charset="0"/>
              </a:rPr>
              <a:t>    '-Wl,-u,vuanisohyper_strain_', '-Wl,-u,vucharlength_', '-Wl,-u,vucreepnetwork_', </a:t>
            </a:r>
          </a:p>
          <a:p>
            <a:r>
              <a:rPr lang="es-ES" sz="1400">
                <a:solidFill>
                  <a:srgbClr val="000000"/>
                </a:solidFill>
                <a:latin typeface="Consolas" panose="020B0609020204030204" pitchFamily="49" charset="0"/>
              </a:rPr>
              <a:t>    '-Wl,-u,vuel_', '-Wl,-u,vueos_', '-Wl,-u,vueulgenprop_', '-Wl,-u,vuexpan_', </a:t>
            </a:r>
          </a:p>
          <a:p>
            <a:r>
              <a:rPr lang="en-US" sz="1400">
                <a:solidFill>
                  <a:srgbClr val="000000"/>
                </a:solidFill>
                <a:latin typeface="Consolas" panose="020B0609020204030204" pitchFamily="49" charset="0"/>
              </a:rPr>
              <a:t>    '-Wl,-u,vufield_', '-Wl,-u,vufluidexch_', '-Wl,-u,vufluidexcheffarea_', </a:t>
            </a:r>
          </a:p>
          <a:p>
            <a:r>
              <a:rPr lang="nl-NL" sz="1400">
                <a:solidFill>
                  <a:srgbClr val="000000"/>
                </a:solidFill>
                <a:latin typeface="Consolas" panose="020B0609020204030204" pitchFamily="49" charset="0"/>
              </a:rPr>
              <a:t>    '-Wl,-u,vugens_', '-Wl,-u,vuhard_', '-Wl,-u,vuinflprop_', '-Wl,-u,vuinter_', </a:t>
            </a:r>
          </a:p>
          <a:p>
            <a:r>
              <a:rPr lang="en-US" sz="1400">
                <a:solidFill>
                  <a:srgbClr val="000000"/>
                </a:solidFill>
                <a:latin typeface="Consolas" panose="020B0609020204030204" pitchFamily="49" charset="0"/>
              </a:rPr>
              <a:t>    '-Wl,-u,vuinter_cza_', '-Wl,-u,vuinteraction_', '-Wl,-u,vumat_', '-Wl,-u,vumatht_', </a:t>
            </a:r>
          </a:p>
          <a:p>
            <a:r>
              <a:rPr lang="en-US" sz="1400">
                <a:solidFill>
                  <a:srgbClr val="000000"/>
                </a:solidFill>
                <a:latin typeface="Consolas" panose="020B0609020204030204" pitchFamily="49" charset="0"/>
              </a:rPr>
              <a:t>    '-Wl,-u,vumullins_', '-Wl,-u,vuporepress_', '-Wl,-u,vusdfld_', '-Wl,-u,vusdfld_cza_', </a:t>
            </a:r>
          </a:p>
          <a:p>
            <a:r>
              <a:rPr lang="en-US" sz="1400">
                <a:solidFill>
                  <a:srgbClr val="000000"/>
                </a:solidFill>
                <a:latin typeface="Consolas" panose="020B0609020204030204" pitchFamily="49" charset="0"/>
              </a:rPr>
              <a:t>    '-Wl,-u,vusuperelashardmod_', '-Wl,-u,vusuperelasplastmod_', '-Wl,-u,vutrs_', </a:t>
            </a:r>
          </a:p>
          <a:p>
            <a:r>
              <a:rPr lang="en-US" sz="1400">
                <a:solidFill>
                  <a:srgbClr val="000000"/>
                </a:solidFill>
                <a:latin typeface="Consolas" panose="020B0609020204030204" pitchFamily="49" charset="0"/>
              </a:rPr>
              <a:t>    '-Wl,-u,vutrsnetwork_', '-Wl,-u,vuviscosity_', '-Wl,-u,vwave_', </a:t>
            </a:r>
          </a:p>
          <a:p>
            <a:r>
              <a:rPr lang="en-US" sz="1400">
                <a:solidFill>
                  <a:srgbClr val="000000"/>
                </a:solidFill>
                <a:latin typeface="Consolas" panose="020B0609020204030204" pitchFamily="49" charset="0"/>
              </a:rPr>
              <a:t>    '-Wl,-u,_Z19SMAUXpU_XP_finalizeRi', '-Wl,-u,_Z21SMAUXpU_XP_initializeRi', </a:t>
            </a:r>
          </a:p>
          <a:p>
            <a:r>
              <a:rPr lang="en-US" sz="1400">
                <a:solidFill>
                  <a:srgbClr val="000000"/>
                </a:solidFill>
                <a:latin typeface="Consolas" panose="020B0609020204030204" pitchFamily="49" charset="0"/>
              </a:rPr>
              <a:t>    '-Wl,-u,_Z23SMAUXpUsubs_XP_finalizeRi', '-Wl,-u,_Z25SMAUXpUsubs_XP_initializeRi', </a:t>
            </a:r>
          </a:p>
          <a:p>
            <a:r>
              <a:rPr lang="en-US" sz="1400">
                <a:solidFill>
                  <a:srgbClr val="000000"/>
                </a:solidFill>
                <a:latin typeface="Consolas" panose="020B0609020204030204" pitchFamily="49" charset="0"/>
              </a:rPr>
              <a:t>    '-Wl,-u,_Z32SMAUXpUsubs_XP_specific_finalizeRi', '-Wl,-u,_Z34SMAUXpUsubs_XP_specific_initializeRi', </a:t>
            </a:r>
          </a:p>
          <a:p>
            <a:r>
              <a:rPr lang="en-US" sz="1400">
                <a:solidFill>
                  <a:srgbClr val="000000"/>
                </a:solidFill>
                <a:latin typeface="Consolas" panose="020B0609020204030204" pitchFamily="49" charset="0"/>
              </a:rPr>
              <a:t>    '-Wl,-u,xplu_callallutils_', '-Wl,-soname,libexplicitU-D.so’, </a:t>
            </a:r>
          </a:p>
          <a:p>
            <a:r>
              <a:rPr lang="en-US" sz="1400">
                <a:solidFill>
                  <a:srgbClr val="000000"/>
                </a:solidFill>
                <a:latin typeface="Consolas" panose="020B0609020204030204" pitchFamily="49" charset="0"/>
              </a:rPr>
              <a:t>    '-L/projappl/project_2004956/fortran-tf-lib/fortran-tf-lib/tf_intel/lib64’,</a:t>
            </a:r>
          </a:p>
          <a:p>
            <a:r>
              <a:rPr lang="en-US" sz="1400">
                <a:solidFill>
                  <a:srgbClr val="000000"/>
                </a:solidFill>
                <a:latin typeface="Consolas" panose="020B0609020204030204" pitchFamily="49" charset="0"/>
              </a:rPr>
              <a:t>    '-lfortran-tf',</a:t>
            </a:r>
          </a:p>
          <a:p>
            <a:r>
              <a:rPr lang="en-US" sz="1400">
                <a:solidFill>
                  <a:srgbClr val="000000"/>
                </a:solidFill>
                <a:latin typeface="Consolas" panose="020B0609020204030204" pitchFamily="49" charset="0"/>
              </a:rPr>
              <a:t>    '/scratch/project_2004956/test_VUMAT_ML_final/ml_module.o', </a:t>
            </a:r>
          </a:p>
          <a:p>
            <a:r>
              <a:rPr lang="en-US" sz="1400">
                <a:solidFill>
                  <a:srgbClr val="000000"/>
                </a:solidFill>
                <a:latin typeface="Consolas" panose="020B0609020204030204" pitchFamily="49" charset="0"/>
              </a:rPr>
              <a:t>    '-o', 'libexplicitU-D.so’, 'code_binh.o', </a:t>
            </a:r>
          </a:p>
          <a:p>
            <a:r>
              <a:rPr lang="en-US" sz="1400">
                <a:solidFill>
                  <a:srgbClr val="000000"/>
                </a:solidFill>
                <a:latin typeface="Consolas" panose="020B0609020204030204" pitchFamily="49" charset="0"/>
              </a:rPr>
              <a:t>]</a:t>
            </a:r>
          </a:p>
        </p:txBody>
      </p:sp>
      <p:sp>
        <p:nvSpPr>
          <p:cNvPr id="4" name="Rectangle 3">
            <a:extLst>
              <a:ext uri="{FF2B5EF4-FFF2-40B4-BE49-F238E27FC236}">
                <a16:creationId xmlns:a16="http://schemas.microsoft.com/office/drawing/2014/main" id="{119E3A05-421B-8CFA-D367-85EE738485A9}"/>
              </a:ext>
            </a:extLst>
          </p:cNvPr>
          <p:cNvSpPr/>
          <p:nvPr/>
        </p:nvSpPr>
        <p:spPr>
          <a:xfrm>
            <a:off x="703385" y="1196940"/>
            <a:ext cx="11334540" cy="3857382"/>
          </a:xfrm>
          <a:prstGeom prst="rect">
            <a:avLst/>
          </a:prstGeom>
          <a:noFill/>
          <a:ln w="38100">
            <a:solidFill>
              <a:schemeClr val="accent3"/>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solidFill>
                <a:schemeClr val="bg1"/>
              </a:solidFill>
            </a:endParaRPr>
          </a:p>
        </p:txBody>
      </p:sp>
      <p:sp>
        <p:nvSpPr>
          <p:cNvPr id="6" name="Rectangle 5">
            <a:extLst>
              <a:ext uri="{FF2B5EF4-FFF2-40B4-BE49-F238E27FC236}">
                <a16:creationId xmlns:a16="http://schemas.microsoft.com/office/drawing/2014/main" id="{6D056887-E376-FC79-E018-687657D86DF5}"/>
              </a:ext>
            </a:extLst>
          </p:cNvPr>
          <p:cNvSpPr/>
          <p:nvPr/>
        </p:nvSpPr>
        <p:spPr>
          <a:xfrm>
            <a:off x="703384" y="5054322"/>
            <a:ext cx="11334539" cy="851969"/>
          </a:xfrm>
          <a:prstGeom prst="rect">
            <a:avLst/>
          </a:prstGeom>
          <a:noFill/>
          <a:ln w="38100">
            <a:solidFill>
              <a:schemeClr val="accent6"/>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solidFill>
                <a:schemeClr val="bg1"/>
              </a:solidFill>
            </a:endParaRPr>
          </a:p>
        </p:txBody>
      </p:sp>
      <p:sp>
        <p:nvSpPr>
          <p:cNvPr id="8" name="TextBox 7">
            <a:extLst>
              <a:ext uri="{FF2B5EF4-FFF2-40B4-BE49-F238E27FC236}">
                <a16:creationId xmlns:a16="http://schemas.microsoft.com/office/drawing/2014/main" id="{4E856D3D-9BA7-1C60-91E9-9C2B40A354C1}"/>
              </a:ext>
            </a:extLst>
          </p:cNvPr>
          <p:cNvSpPr txBox="1"/>
          <p:nvPr/>
        </p:nvSpPr>
        <p:spPr>
          <a:xfrm>
            <a:off x="9408161" y="1321977"/>
            <a:ext cx="2394634" cy="3139321"/>
          </a:xfrm>
          <a:prstGeom prst="rect">
            <a:avLst/>
          </a:prstGeom>
          <a:noFill/>
        </p:spPr>
        <p:txBody>
          <a:bodyPr wrap="square">
            <a:spAutoFit/>
          </a:bodyPr>
          <a:lstStyle/>
          <a:p>
            <a:r>
              <a:rPr lang="en-US" sz="1800" b="1"/>
              <a:t>Green: default linking flags</a:t>
            </a:r>
          </a:p>
          <a:p>
            <a:r>
              <a:rPr lang="en-US" sz="1800" b="1"/>
              <a:t>Red: -L and –l </a:t>
            </a:r>
            <a:r>
              <a:rPr lang="en-US" b="1"/>
              <a:t>linking</a:t>
            </a:r>
            <a:r>
              <a:rPr lang="en-US" sz="1800" b="1"/>
              <a:t> statements to the shared library</a:t>
            </a:r>
          </a:p>
          <a:p>
            <a:r>
              <a:rPr lang="fi-FI" sz="1800" b="1"/>
              <a:t>libfortran-tf.so. </a:t>
            </a:r>
            <a:br>
              <a:rPr lang="fi-FI" sz="1800" b="1"/>
            </a:br>
            <a:r>
              <a:rPr lang="fi-FI" sz="1800" b="1"/>
              <a:t>It also links the compiled object file of user subroutine (code_binh.o) and ml_module.o</a:t>
            </a:r>
          </a:p>
        </p:txBody>
      </p:sp>
      <p:sp>
        <p:nvSpPr>
          <p:cNvPr id="10" name="TextBox 9">
            <a:extLst>
              <a:ext uri="{FF2B5EF4-FFF2-40B4-BE49-F238E27FC236}">
                <a16:creationId xmlns:a16="http://schemas.microsoft.com/office/drawing/2014/main" id="{C7067A1E-3CF6-ACE0-7EA6-8CBB9E1E26EA}"/>
              </a:ext>
            </a:extLst>
          </p:cNvPr>
          <p:cNvSpPr txBox="1"/>
          <p:nvPr/>
        </p:nvSpPr>
        <p:spPr>
          <a:xfrm>
            <a:off x="8347276" y="5157141"/>
            <a:ext cx="3690647" cy="646331"/>
          </a:xfrm>
          <a:prstGeom prst="rect">
            <a:avLst/>
          </a:prstGeom>
          <a:noFill/>
        </p:spPr>
        <p:txBody>
          <a:bodyPr wrap="square">
            <a:spAutoFit/>
          </a:bodyPr>
          <a:lstStyle/>
          <a:p>
            <a:r>
              <a:rPr lang="fi-FI" sz="1800" b="1"/>
              <a:t>The output is the shared library libexplicitU-D.so</a:t>
            </a:r>
            <a:endParaRPr lang="en-FI" b="1"/>
          </a:p>
        </p:txBody>
      </p:sp>
    </p:spTree>
    <p:extLst>
      <p:ext uri="{BB962C8B-B14F-4D97-AF65-F5344CB8AC3E}">
        <p14:creationId xmlns:p14="http://schemas.microsoft.com/office/powerpoint/2010/main" val="363568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ECFC59-D945-E2D5-1A53-1DD264E367E0}"/>
              </a:ext>
            </a:extLst>
          </p:cNvPr>
          <p:cNvSpPr>
            <a:spLocks noGrp="1"/>
          </p:cNvSpPr>
          <p:nvPr>
            <p:ph type="body" sz="quarter" idx="13"/>
          </p:nvPr>
        </p:nvSpPr>
        <p:spPr>
          <a:xfrm>
            <a:off x="383116" y="944342"/>
            <a:ext cx="11425767" cy="3733541"/>
          </a:xfrm>
        </p:spPr>
        <p:txBody>
          <a:bodyPr/>
          <a:lstStyle/>
          <a:p>
            <a:r>
              <a:rPr lang="fi-FI" b="0" i="0">
                <a:solidFill>
                  <a:srgbClr val="0F0F0F"/>
                </a:solidFill>
                <a:effectLst/>
                <a:latin typeface="+mj-lt"/>
              </a:rPr>
              <a:t>If </a:t>
            </a:r>
            <a:r>
              <a:rPr lang="fi-FI" b="0" i="0" err="1">
                <a:solidFill>
                  <a:srgbClr val="0F0F0F"/>
                </a:solidFill>
                <a:effectLst/>
                <a:latin typeface="+mj-lt"/>
              </a:rPr>
              <a:t>you</a:t>
            </a:r>
            <a:r>
              <a:rPr lang="fi-FI" b="0" i="0">
                <a:solidFill>
                  <a:srgbClr val="0F0F0F"/>
                </a:solidFill>
                <a:effectLst/>
                <a:latin typeface="+mj-lt"/>
              </a:rPr>
              <a:t> </a:t>
            </a:r>
            <a:r>
              <a:rPr lang="fi-FI" b="0" i="0" err="1">
                <a:solidFill>
                  <a:srgbClr val="0F0F0F"/>
                </a:solidFill>
                <a:effectLst/>
                <a:latin typeface="+mj-lt"/>
              </a:rPr>
              <a:t>saw</a:t>
            </a:r>
            <a:r>
              <a:rPr lang="fi-FI" b="0" i="0">
                <a:solidFill>
                  <a:srgbClr val="0F0F0F"/>
                </a:solidFill>
                <a:effectLst/>
                <a:latin typeface="+mj-lt"/>
              </a:rPr>
              <a:t> an </a:t>
            </a:r>
            <a:r>
              <a:rPr lang="fi-FI" b="0" i="0" err="1">
                <a:solidFill>
                  <a:srgbClr val="0F0F0F"/>
                </a:solidFill>
                <a:effectLst/>
                <a:latin typeface="+mj-lt"/>
              </a:rPr>
              <a:t>error</a:t>
            </a:r>
            <a:r>
              <a:rPr lang="fi-FI" b="0" i="0">
                <a:solidFill>
                  <a:srgbClr val="0F0F0F"/>
                </a:solidFill>
                <a:effectLst/>
                <a:latin typeface="+mj-lt"/>
              </a:rPr>
              <a:t> of </a:t>
            </a:r>
            <a:r>
              <a:rPr lang="fi-FI" b="0" i="0" err="1">
                <a:solidFill>
                  <a:srgbClr val="0F0F0F"/>
                </a:solidFill>
                <a:effectLst/>
                <a:latin typeface="+mj-lt"/>
              </a:rPr>
              <a:t>symbol</a:t>
            </a:r>
            <a:r>
              <a:rPr lang="fi-FI" b="0" i="0">
                <a:solidFill>
                  <a:srgbClr val="0F0F0F"/>
                </a:solidFill>
                <a:effectLst/>
                <a:latin typeface="+mj-lt"/>
              </a:rPr>
              <a:t> </a:t>
            </a:r>
            <a:r>
              <a:rPr lang="fi-FI" b="0" i="0" err="1">
                <a:solidFill>
                  <a:srgbClr val="0F0F0F"/>
                </a:solidFill>
                <a:effectLst/>
                <a:latin typeface="+mj-lt"/>
              </a:rPr>
              <a:t>lookup</a:t>
            </a:r>
            <a:r>
              <a:rPr lang="fi-FI" b="0" i="0">
                <a:solidFill>
                  <a:srgbClr val="0F0F0F"/>
                </a:solidFill>
                <a:effectLst/>
                <a:latin typeface="+mj-lt"/>
              </a:rPr>
              <a:t> </a:t>
            </a:r>
            <a:r>
              <a:rPr lang="fi-FI" b="0" i="0" err="1">
                <a:solidFill>
                  <a:srgbClr val="0F0F0F"/>
                </a:solidFill>
                <a:effectLst/>
                <a:latin typeface="+mj-lt"/>
              </a:rPr>
              <a:t>error</a:t>
            </a:r>
            <a:r>
              <a:rPr lang="fi-FI" b="0" i="0">
                <a:solidFill>
                  <a:srgbClr val="0F0F0F"/>
                </a:solidFill>
                <a:effectLst/>
                <a:latin typeface="+mj-lt"/>
              </a:rPr>
              <a:t> </a:t>
            </a:r>
            <a:r>
              <a:rPr lang="fi-FI" b="0" i="0" err="1">
                <a:solidFill>
                  <a:srgbClr val="0F0F0F"/>
                </a:solidFill>
                <a:effectLst/>
                <a:latin typeface="+mj-lt"/>
              </a:rPr>
              <a:t>like</a:t>
            </a:r>
            <a:r>
              <a:rPr lang="fi-FI" b="0" i="0">
                <a:solidFill>
                  <a:srgbClr val="0F0F0F"/>
                </a:solidFill>
                <a:effectLst/>
                <a:latin typeface="+mj-lt"/>
              </a:rPr>
              <a:t> </a:t>
            </a:r>
            <a:r>
              <a:rPr lang="fi-FI" b="0" i="0" err="1">
                <a:solidFill>
                  <a:srgbClr val="0F0F0F"/>
                </a:solidFill>
                <a:effectLst/>
                <a:latin typeface="+mj-lt"/>
              </a:rPr>
              <a:t>this</a:t>
            </a:r>
            <a:r>
              <a:rPr lang="fi-FI" b="0" i="0">
                <a:solidFill>
                  <a:srgbClr val="0F0F0F"/>
                </a:solidFill>
                <a:effectLst/>
                <a:latin typeface="+mj-lt"/>
              </a:rPr>
              <a:t> </a:t>
            </a:r>
            <a:r>
              <a:rPr lang="fi-FI" b="0" i="0" err="1">
                <a:solidFill>
                  <a:srgbClr val="0F0F0F"/>
                </a:solidFill>
                <a:effectLst/>
                <a:latin typeface="+mj-lt"/>
              </a:rPr>
              <a:t>one</a:t>
            </a:r>
            <a:endParaRPr lang="fi-FI" b="0" i="0">
              <a:solidFill>
                <a:srgbClr val="0F0F0F"/>
              </a:solidFill>
              <a:effectLst/>
              <a:latin typeface="+mj-lt"/>
            </a:endParaRPr>
          </a:p>
          <a:p>
            <a:pPr marL="0" indent="0">
              <a:buNone/>
            </a:pPr>
            <a:endParaRPr lang="fi-FI">
              <a:latin typeface="+mj-lt"/>
            </a:endParaRPr>
          </a:p>
          <a:p>
            <a:pPr marL="0" indent="0">
              <a:buNone/>
            </a:pPr>
            <a:r>
              <a:rPr lang="fi-FI">
                <a:solidFill>
                  <a:schemeClr val="accent6"/>
                </a:solidFill>
                <a:latin typeface="+mj-lt"/>
              </a:rPr>
              <a:t>/</a:t>
            </a:r>
            <a:r>
              <a:rPr lang="fi-FI" err="1">
                <a:solidFill>
                  <a:schemeClr val="accent6"/>
                </a:solidFill>
                <a:latin typeface="+mj-lt"/>
              </a:rPr>
              <a:t>appl</a:t>
            </a:r>
            <a:r>
              <a:rPr lang="fi-FI">
                <a:solidFill>
                  <a:schemeClr val="accent6"/>
                </a:solidFill>
                <a:latin typeface="+mj-lt"/>
              </a:rPr>
              <a:t>/soft/</a:t>
            </a:r>
            <a:r>
              <a:rPr lang="fi-FI" err="1">
                <a:solidFill>
                  <a:schemeClr val="accent6"/>
                </a:solidFill>
                <a:latin typeface="+mj-lt"/>
              </a:rPr>
              <a:t>eng</a:t>
            </a:r>
            <a:r>
              <a:rPr lang="fi-FI">
                <a:solidFill>
                  <a:schemeClr val="accent6"/>
                </a:solidFill>
                <a:latin typeface="+mj-lt"/>
              </a:rPr>
              <a:t>/</a:t>
            </a:r>
            <a:r>
              <a:rPr lang="fi-FI" err="1">
                <a:solidFill>
                  <a:schemeClr val="accent6"/>
                </a:solidFill>
                <a:latin typeface="+mj-lt"/>
              </a:rPr>
              <a:t>simulia</a:t>
            </a:r>
            <a:r>
              <a:rPr lang="fi-FI">
                <a:solidFill>
                  <a:schemeClr val="accent6"/>
                </a:solidFill>
                <a:latin typeface="+mj-lt"/>
              </a:rPr>
              <a:t>/</a:t>
            </a:r>
            <a:r>
              <a:rPr lang="fi-FI" err="1">
                <a:solidFill>
                  <a:schemeClr val="accent6"/>
                </a:solidFill>
                <a:latin typeface="+mj-lt"/>
              </a:rPr>
              <a:t>EstProducts</a:t>
            </a:r>
            <a:r>
              <a:rPr lang="fi-FI">
                <a:solidFill>
                  <a:schemeClr val="accent6"/>
                </a:solidFill>
                <a:latin typeface="+mj-lt"/>
              </a:rPr>
              <a:t>/2023/linux_a64/</a:t>
            </a:r>
            <a:r>
              <a:rPr lang="fi-FI" err="1">
                <a:solidFill>
                  <a:schemeClr val="accent6"/>
                </a:solidFill>
                <a:latin typeface="+mj-lt"/>
              </a:rPr>
              <a:t>code</a:t>
            </a:r>
            <a:r>
              <a:rPr lang="fi-FI">
                <a:solidFill>
                  <a:schemeClr val="accent6"/>
                </a:solidFill>
                <a:latin typeface="+mj-lt"/>
              </a:rPr>
              <a:t>/bin/</a:t>
            </a:r>
            <a:r>
              <a:rPr lang="fi-FI" err="1">
                <a:solidFill>
                  <a:schemeClr val="accent6"/>
                </a:solidFill>
                <a:latin typeface="+mj-lt"/>
              </a:rPr>
              <a:t>explicit_dp</a:t>
            </a:r>
            <a:r>
              <a:rPr lang="fi-FI">
                <a:solidFill>
                  <a:schemeClr val="accent6"/>
                </a:solidFill>
                <a:latin typeface="+mj-lt"/>
              </a:rPr>
              <a:t>: </a:t>
            </a:r>
            <a:r>
              <a:rPr lang="fi-FI" b="1" err="1">
                <a:solidFill>
                  <a:schemeClr val="accent6"/>
                </a:solidFill>
                <a:latin typeface="+mj-lt"/>
              </a:rPr>
              <a:t>symbol</a:t>
            </a:r>
            <a:r>
              <a:rPr lang="fi-FI" b="1">
                <a:solidFill>
                  <a:schemeClr val="accent6"/>
                </a:solidFill>
                <a:latin typeface="+mj-lt"/>
              </a:rPr>
              <a:t> </a:t>
            </a:r>
            <a:r>
              <a:rPr lang="fi-FI" b="1" err="1">
                <a:solidFill>
                  <a:schemeClr val="accent6"/>
                </a:solidFill>
                <a:latin typeface="+mj-lt"/>
              </a:rPr>
              <a:t>lookup</a:t>
            </a:r>
            <a:r>
              <a:rPr lang="fi-FI" b="1">
                <a:solidFill>
                  <a:schemeClr val="accent6"/>
                </a:solidFill>
                <a:latin typeface="+mj-lt"/>
              </a:rPr>
              <a:t> </a:t>
            </a:r>
            <a:r>
              <a:rPr lang="fi-FI" b="1" err="1">
                <a:solidFill>
                  <a:schemeClr val="accent6"/>
                </a:solidFill>
                <a:latin typeface="+mj-lt"/>
              </a:rPr>
              <a:t>error</a:t>
            </a:r>
            <a:r>
              <a:rPr lang="fi-FI">
                <a:solidFill>
                  <a:schemeClr val="accent6"/>
                </a:solidFill>
                <a:latin typeface="+mj-lt"/>
              </a:rPr>
              <a:t>: /</a:t>
            </a:r>
            <a:r>
              <a:rPr lang="fi-FI" err="1">
                <a:solidFill>
                  <a:schemeClr val="accent6"/>
                </a:solidFill>
                <a:latin typeface="+mj-lt"/>
              </a:rPr>
              <a:t>tmp</a:t>
            </a:r>
            <a:r>
              <a:rPr lang="fi-FI">
                <a:solidFill>
                  <a:schemeClr val="accent6"/>
                </a:solidFill>
                <a:latin typeface="+mj-lt"/>
              </a:rPr>
              <a:t>/nguyenb5/19956223/nguyenb5_uniaxial_tension_vumat_1260341/libexplicitU-D.so: </a:t>
            </a:r>
            <a:r>
              <a:rPr lang="fi-FI" b="1" err="1">
                <a:solidFill>
                  <a:schemeClr val="accent6"/>
                </a:solidFill>
                <a:latin typeface="+mj-lt"/>
              </a:rPr>
              <a:t>undefined</a:t>
            </a:r>
            <a:r>
              <a:rPr lang="fi-FI" b="1">
                <a:solidFill>
                  <a:schemeClr val="accent6"/>
                </a:solidFill>
                <a:latin typeface="+mj-lt"/>
              </a:rPr>
              <a:t> </a:t>
            </a:r>
            <a:r>
              <a:rPr lang="fi-FI" b="1" err="1">
                <a:solidFill>
                  <a:schemeClr val="accent6"/>
                </a:solidFill>
                <a:latin typeface="+mj-lt"/>
              </a:rPr>
              <a:t>symbol</a:t>
            </a:r>
            <a:r>
              <a:rPr lang="fi-FI">
                <a:solidFill>
                  <a:schemeClr val="accent6"/>
                </a:solidFill>
                <a:latin typeface="+mj-lt"/>
              </a:rPr>
              <a:t>: </a:t>
            </a:r>
            <a:r>
              <a:rPr lang="fi-FI" err="1">
                <a:solidFill>
                  <a:schemeClr val="accent6"/>
                </a:solidFill>
                <a:latin typeface="+mj-lt"/>
              </a:rPr>
              <a:t>tf_interface_mp_tf_newgraph</a:t>
            </a:r>
            <a:r>
              <a:rPr lang="fi-FI">
                <a:solidFill>
                  <a:schemeClr val="accent6"/>
                </a:solidFill>
                <a:latin typeface="+mj-lt"/>
              </a:rPr>
              <a:t>_</a:t>
            </a:r>
          </a:p>
          <a:p>
            <a:pPr marL="0" indent="0">
              <a:buNone/>
            </a:pPr>
            <a:endParaRPr lang="fi-FI">
              <a:latin typeface="+mj-lt"/>
            </a:endParaRPr>
          </a:p>
          <a:p>
            <a:pPr marL="0" indent="0">
              <a:buNone/>
            </a:pPr>
            <a:r>
              <a:rPr lang="fi-FI">
                <a:latin typeface="+mj-lt"/>
              </a:rPr>
              <a:t>It is </a:t>
            </a:r>
            <a:r>
              <a:rPr lang="fi-FI" err="1">
                <a:latin typeface="+mj-lt"/>
              </a:rPr>
              <a:t>most</a:t>
            </a:r>
            <a:r>
              <a:rPr lang="fi-FI">
                <a:latin typeface="+mj-lt"/>
              </a:rPr>
              <a:t> </a:t>
            </a:r>
            <a:r>
              <a:rPr lang="fi-FI" err="1">
                <a:latin typeface="+mj-lt"/>
              </a:rPr>
              <a:t>likely</a:t>
            </a:r>
            <a:r>
              <a:rPr lang="fi-FI">
                <a:latin typeface="+mj-lt"/>
              </a:rPr>
              <a:t> </a:t>
            </a:r>
            <a:r>
              <a:rPr lang="fi-FI" err="1">
                <a:latin typeface="+mj-lt"/>
              </a:rPr>
              <a:t>that</a:t>
            </a:r>
            <a:r>
              <a:rPr lang="fi-FI">
                <a:latin typeface="+mj-lt"/>
              </a:rPr>
              <a:t> a </a:t>
            </a:r>
            <a:r>
              <a:rPr lang="fi-FI" err="1">
                <a:latin typeface="+mj-lt"/>
              </a:rPr>
              <a:t>library</a:t>
            </a:r>
            <a:r>
              <a:rPr lang="fi-FI">
                <a:latin typeface="+mj-lt"/>
              </a:rPr>
              <a:t> is </a:t>
            </a:r>
            <a:r>
              <a:rPr lang="fi-FI" err="1">
                <a:latin typeface="+mj-lt"/>
              </a:rPr>
              <a:t>missing</a:t>
            </a:r>
            <a:r>
              <a:rPr lang="fi-FI">
                <a:latin typeface="+mj-lt"/>
              </a:rPr>
              <a:t> </a:t>
            </a:r>
            <a:r>
              <a:rPr lang="fi-FI" err="1">
                <a:latin typeface="+mj-lt"/>
              </a:rPr>
              <a:t>or</a:t>
            </a:r>
            <a:r>
              <a:rPr lang="fi-FI">
                <a:latin typeface="+mj-lt"/>
              </a:rPr>
              <a:t> </a:t>
            </a:r>
            <a:r>
              <a:rPr lang="fi-FI" err="1">
                <a:latin typeface="+mj-lt"/>
              </a:rPr>
              <a:t>not</a:t>
            </a:r>
            <a:r>
              <a:rPr lang="fi-FI">
                <a:latin typeface="+mj-lt"/>
              </a:rPr>
              <a:t> </a:t>
            </a:r>
            <a:r>
              <a:rPr lang="fi-FI" err="1">
                <a:latin typeface="+mj-lt"/>
              </a:rPr>
              <a:t>linked</a:t>
            </a:r>
            <a:r>
              <a:rPr lang="fi-FI">
                <a:latin typeface="+mj-lt"/>
              </a:rPr>
              <a:t> </a:t>
            </a:r>
            <a:r>
              <a:rPr lang="fi-FI" err="1">
                <a:latin typeface="+mj-lt"/>
              </a:rPr>
              <a:t>yet</a:t>
            </a:r>
            <a:r>
              <a:rPr lang="fi-FI">
                <a:latin typeface="+mj-lt"/>
              </a:rPr>
              <a:t> in </a:t>
            </a:r>
            <a:r>
              <a:rPr lang="fi-FI" err="1">
                <a:latin typeface="+mj-lt"/>
              </a:rPr>
              <a:t>linking</a:t>
            </a:r>
            <a:r>
              <a:rPr lang="fi-FI">
                <a:latin typeface="+mj-lt"/>
              </a:rPr>
              <a:t> </a:t>
            </a:r>
            <a:r>
              <a:rPr lang="fi-FI" err="1">
                <a:latin typeface="+mj-lt"/>
              </a:rPr>
              <a:t>stage</a:t>
            </a:r>
            <a:r>
              <a:rPr lang="fi-FI">
                <a:latin typeface="+mj-lt"/>
              </a:rPr>
              <a:t>, </a:t>
            </a:r>
            <a:r>
              <a:rPr lang="fi-FI" err="1">
                <a:latin typeface="+mj-lt"/>
              </a:rPr>
              <a:t>or</a:t>
            </a:r>
            <a:r>
              <a:rPr lang="fi-FI">
                <a:latin typeface="+mj-lt"/>
              </a:rPr>
              <a:t> some </a:t>
            </a:r>
            <a:r>
              <a:rPr lang="fi-FI" err="1">
                <a:latin typeface="+mj-lt"/>
              </a:rPr>
              <a:t>modules</a:t>
            </a:r>
            <a:r>
              <a:rPr lang="fi-FI">
                <a:latin typeface="+mj-lt"/>
              </a:rPr>
              <a:t> </a:t>
            </a:r>
            <a:r>
              <a:rPr lang="fi-FI" err="1">
                <a:latin typeface="+mj-lt"/>
              </a:rPr>
              <a:t>have</a:t>
            </a:r>
            <a:r>
              <a:rPr lang="fi-FI">
                <a:latin typeface="+mj-lt"/>
              </a:rPr>
              <a:t> </a:t>
            </a:r>
            <a:r>
              <a:rPr lang="fi-FI" err="1">
                <a:latin typeface="+mj-lt"/>
              </a:rPr>
              <a:t>not</a:t>
            </a:r>
            <a:r>
              <a:rPr lang="fi-FI">
                <a:latin typeface="+mj-lt"/>
              </a:rPr>
              <a:t> </a:t>
            </a:r>
            <a:r>
              <a:rPr lang="fi-FI" err="1">
                <a:latin typeface="+mj-lt"/>
              </a:rPr>
              <a:t>been</a:t>
            </a:r>
            <a:r>
              <a:rPr lang="fi-FI">
                <a:latin typeface="+mj-lt"/>
              </a:rPr>
              <a:t> </a:t>
            </a:r>
            <a:r>
              <a:rPr lang="fi-FI" err="1">
                <a:latin typeface="+mj-lt"/>
              </a:rPr>
              <a:t>added</a:t>
            </a:r>
            <a:r>
              <a:rPr lang="fi-FI">
                <a:latin typeface="+mj-lt"/>
              </a:rPr>
              <a:t> </a:t>
            </a:r>
            <a:r>
              <a:rPr lang="fi-FI" err="1">
                <a:latin typeface="+mj-lt"/>
              </a:rPr>
              <a:t>during</a:t>
            </a:r>
            <a:r>
              <a:rPr lang="fi-FI">
                <a:latin typeface="+mj-lt"/>
              </a:rPr>
              <a:t> </a:t>
            </a:r>
            <a:r>
              <a:rPr lang="fi-FI" err="1">
                <a:latin typeface="+mj-lt"/>
              </a:rPr>
              <a:t>compiling</a:t>
            </a:r>
            <a:r>
              <a:rPr lang="fi-FI">
                <a:latin typeface="+mj-lt"/>
              </a:rPr>
              <a:t> </a:t>
            </a:r>
            <a:r>
              <a:rPr lang="fi-FI" err="1">
                <a:latin typeface="+mj-lt"/>
              </a:rPr>
              <a:t>stage</a:t>
            </a:r>
            <a:r>
              <a:rPr lang="fi-FI">
                <a:latin typeface="+mj-lt"/>
              </a:rPr>
              <a:t>. </a:t>
            </a:r>
            <a:br>
              <a:rPr lang="fi-FI">
                <a:latin typeface="+mj-lt"/>
              </a:rPr>
            </a:br>
            <a:r>
              <a:rPr lang="fi-FI">
                <a:latin typeface="+mj-lt"/>
              </a:rPr>
              <a:t>If </a:t>
            </a:r>
            <a:r>
              <a:rPr lang="fi-FI" err="1">
                <a:latin typeface="+mj-lt"/>
              </a:rPr>
              <a:t>you</a:t>
            </a:r>
            <a:r>
              <a:rPr lang="fi-FI">
                <a:latin typeface="+mj-lt"/>
              </a:rPr>
              <a:t> </a:t>
            </a:r>
            <a:r>
              <a:rPr lang="fi-FI" err="1">
                <a:latin typeface="+mj-lt"/>
              </a:rPr>
              <a:t>are</a:t>
            </a:r>
            <a:r>
              <a:rPr lang="fi-FI">
                <a:latin typeface="+mj-lt"/>
              </a:rPr>
              <a:t> </a:t>
            </a:r>
            <a:r>
              <a:rPr lang="fi-FI" err="1">
                <a:latin typeface="+mj-lt"/>
              </a:rPr>
              <a:t>missing</a:t>
            </a:r>
            <a:r>
              <a:rPr lang="fi-FI">
                <a:latin typeface="+mj-lt"/>
              </a:rPr>
              <a:t> out on .</a:t>
            </a:r>
            <a:r>
              <a:rPr lang="fi-FI" err="1">
                <a:latin typeface="+mj-lt"/>
              </a:rPr>
              <a:t>mod</a:t>
            </a:r>
            <a:r>
              <a:rPr lang="fi-FI">
                <a:latin typeface="+mj-lt"/>
              </a:rPr>
              <a:t> </a:t>
            </a:r>
            <a:r>
              <a:rPr lang="fi-FI" err="1">
                <a:latin typeface="+mj-lt"/>
              </a:rPr>
              <a:t>files</a:t>
            </a:r>
            <a:r>
              <a:rPr lang="fi-FI">
                <a:latin typeface="+mj-lt"/>
              </a:rPr>
              <a:t>, </a:t>
            </a:r>
            <a:r>
              <a:rPr lang="fi-FI" err="1">
                <a:latin typeface="+mj-lt"/>
              </a:rPr>
              <a:t>you</a:t>
            </a:r>
            <a:r>
              <a:rPr lang="fi-FI">
                <a:latin typeface="+mj-lt"/>
              </a:rPr>
              <a:t> </a:t>
            </a:r>
            <a:r>
              <a:rPr lang="fi-FI" err="1">
                <a:latin typeface="+mj-lt"/>
              </a:rPr>
              <a:t>must</a:t>
            </a:r>
            <a:r>
              <a:rPr lang="fi-FI">
                <a:latin typeface="+mj-lt"/>
              </a:rPr>
              <a:t> </a:t>
            </a:r>
            <a:r>
              <a:rPr lang="fi-FI" err="1">
                <a:latin typeface="+mj-lt"/>
              </a:rPr>
              <a:t>add</a:t>
            </a:r>
            <a:r>
              <a:rPr lang="fi-FI">
                <a:latin typeface="+mj-lt"/>
              </a:rPr>
              <a:t> –I&lt;</a:t>
            </a:r>
            <a:r>
              <a:rPr lang="fi-FI" err="1">
                <a:latin typeface="+mj-lt"/>
              </a:rPr>
              <a:t>path</a:t>
            </a:r>
            <a:r>
              <a:rPr lang="fi-FI">
                <a:latin typeface="+mj-lt"/>
              </a:rPr>
              <a:t> to </a:t>
            </a:r>
            <a:r>
              <a:rPr lang="fi-FI" err="1">
                <a:latin typeface="+mj-lt"/>
              </a:rPr>
              <a:t>mod</a:t>
            </a:r>
            <a:r>
              <a:rPr lang="fi-FI">
                <a:latin typeface="+mj-lt"/>
              </a:rPr>
              <a:t> </a:t>
            </a:r>
            <a:r>
              <a:rPr lang="fi-FI" err="1">
                <a:latin typeface="+mj-lt"/>
              </a:rPr>
              <a:t>files</a:t>
            </a:r>
            <a:r>
              <a:rPr lang="fi-FI">
                <a:latin typeface="+mj-lt"/>
              </a:rPr>
              <a:t>&gt; </a:t>
            </a:r>
            <a:r>
              <a:rPr lang="fi-FI" err="1">
                <a:latin typeface="+mj-lt"/>
              </a:rPr>
              <a:t>flag</a:t>
            </a:r>
            <a:r>
              <a:rPr lang="fi-FI">
                <a:latin typeface="+mj-lt"/>
              </a:rPr>
              <a:t> to </a:t>
            </a:r>
            <a:r>
              <a:rPr lang="fi-FI" err="1">
                <a:latin typeface="+mj-lt"/>
              </a:rPr>
              <a:t>compile_fortran</a:t>
            </a:r>
            <a:r>
              <a:rPr lang="fi-FI">
                <a:latin typeface="+mj-lt"/>
              </a:rPr>
              <a:t> </a:t>
            </a:r>
            <a:r>
              <a:rPr lang="fi-FI" err="1">
                <a:latin typeface="+mj-lt"/>
              </a:rPr>
              <a:t>list</a:t>
            </a:r>
            <a:endParaRPr lang="fi-FI">
              <a:latin typeface="+mj-lt"/>
            </a:endParaRPr>
          </a:p>
          <a:p>
            <a:pPr marL="0" indent="0">
              <a:buNone/>
            </a:pPr>
            <a:r>
              <a:rPr lang="fi-FI">
                <a:latin typeface="+mj-lt"/>
              </a:rPr>
              <a:t>If </a:t>
            </a:r>
            <a:r>
              <a:rPr lang="fi-FI" err="1">
                <a:latin typeface="+mj-lt"/>
              </a:rPr>
              <a:t>you</a:t>
            </a:r>
            <a:r>
              <a:rPr lang="fi-FI">
                <a:latin typeface="+mj-lt"/>
              </a:rPr>
              <a:t> </a:t>
            </a:r>
            <a:r>
              <a:rPr lang="fi-FI" err="1">
                <a:latin typeface="+mj-lt"/>
              </a:rPr>
              <a:t>have</a:t>
            </a:r>
            <a:r>
              <a:rPr lang="fi-FI">
                <a:latin typeface="+mj-lt"/>
              </a:rPr>
              <a:t> </a:t>
            </a:r>
            <a:r>
              <a:rPr lang="fi-FI" err="1">
                <a:latin typeface="+mj-lt"/>
              </a:rPr>
              <a:t>not</a:t>
            </a:r>
            <a:r>
              <a:rPr lang="fi-FI">
                <a:latin typeface="+mj-lt"/>
              </a:rPr>
              <a:t> </a:t>
            </a:r>
            <a:r>
              <a:rPr lang="fi-FI" err="1">
                <a:latin typeface="+mj-lt"/>
              </a:rPr>
              <a:t>linked</a:t>
            </a:r>
            <a:r>
              <a:rPr lang="fi-FI">
                <a:latin typeface="+mj-lt"/>
              </a:rPr>
              <a:t> </a:t>
            </a:r>
            <a:r>
              <a:rPr lang="fi-FI" err="1">
                <a:latin typeface="+mj-lt"/>
              </a:rPr>
              <a:t>the</a:t>
            </a:r>
            <a:r>
              <a:rPr lang="fi-FI">
                <a:latin typeface="+mj-lt"/>
              </a:rPr>
              <a:t> </a:t>
            </a:r>
            <a:r>
              <a:rPr lang="fi-FI" err="1">
                <a:latin typeface="+mj-lt"/>
              </a:rPr>
              <a:t>required</a:t>
            </a:r>
            <a:r>
              <a:rPr lang="fi-FI">
                <a:latin typeface="+mj-lt"/>
              </a:rPr>
              <a:t> </a:t>
            </a:r>
            <a:r>
              <a:rPr lang="fi-FI" err="1">
                <a:latin typeface="+mj-lt"/>
              </a:rPr>
              <a:t>libraries</a:t>
            </a:r>
            <a:r>
              <a:rPr lang="fi-FI">
                <a:latin typeface="+mj-lt"/>
              </a:rPr>
              <a:t>, </a:t>
            </a:r>
            <a:r>
              <a:rPr lang="fi-FI" err="1">
                <a:latin typeface="+mj-lt"/>
              </a:rPr>
              <a:t>you</a:t>
            </a:r>
            <a:r>
              <a:rPr lang="fi-FI">
                <a:latin typeface="+mj-lt"/>
              </a:rPr>
              <a:t> </a:t>
            </a:r>
            <a:r>
              <a:rPr lang="fi-FI" err="1">
                <a:latin typeface="+mj-lt"/>
              </a:rPr>
              <a:t>must</a:t>
            </a:r>
            <a:r>
              <a:rPr lang="fi-FI">
                <a:latin typeface="+mj-lt"/>
              </a:rPr>
              <a:t> </a:t>
            </a:r>
            <a:r>
              <a:rPr lang="fi-FI" err="1">
                <a:latin typeface="+mj-lt"/>
              </a:rPr>
              <a:t>add</a:t>
            </a:r>
            <a:r>
              <a:rPr lang="fi-FI">
                <a:latin typeface="+mj-lt"/>
              </a:rPr>
              <a:t> –L&lt;</a:t>
            </a:r>
            <a:r>
              <a:rPr lang="fi-FI" err="1">
                <a:latin typeface="+mj-lt"/>
              </a:rPr>
              <a:t>path</a:t>
            </a:r>
            <a:r>
              <a:rPr lang="fi-FI">
                <a:latin typeface="+mj-lt"/>
              </a:rPr>
              <a:t> to </a:t>
            </a:r>
            <a:r>
              <a:rPr lang="fi-FI" err="1">
                <a:latin typeface="+mj-lt"/>
              </a:rPr>
              <a:t>library</a:t>
            </a:r>
            <a:r>
              <a:rPr lang="fi-FI">
                <a:latin typeface="+mj-lt"/>
              </a:rPr>
              <a:t> file&gt; </a:t>
            </a:r>
            <a:r>
              <a:rPr lang="fi-FI" err="1">
                <a:latin typeface="+mj-lt"/>
              </a:rPr>
              <a:t>flag</a:t>
            </a:r>
            <a:r>
              <a:rPr lang="fi-FI">
                <a:latin typeface="+mj-lt"/>
              </a:rPr>
              <a:t>, </a:t>
            </a:r>
            <a:r>
              <a:rPr lang="fi-FI" err="1">
                <a:latin typeface="+mj-lt"/>
              </a:rPr>
              <a:t>then</a:t>
            </a:r>
            <a:r>
              <a:rPr lang="fi-FI">
                <a:latin typeface="+mj-lt"/>
              </a:rPr>
              <a:t> </a:t>
            </a:r>
            <a:r>
              <a:rPr lang="fi-FI" err="1">
                <a:latin typeface="+mj-lt"/>
              </a:rPr>
              <a:t>followed</a:t>
            </a:r>
            <a:r>
              <a:rPr lang="fi-FI">
                <a:latin typeface="+mj-lt"/>
              </a:rPr>
              <a:t> </a:t>
            </a:r>
            <a:r>
              <a:rPr lang="fi-FI" err="1">
                <a:latin typeface="+mj-lt"/>
              </a:rPr>
              <a:t>by</a:t>
            </a:r>
            <a:r>
              <a:rPr lang="fi-FI">
                <a:latin typeface="+mj-lt"/>
              </a:rPr>
              <a:t> </a:t>
            </a:r>
          </a:p>
          <a:p>
            <a:pPr marL="0" indent="0">
              <a:buNone/>
            </a:pPr>
            <a:r>
              <a:rPr lang="fi-FI">
                <a:latin typeface="+mj-lt"/>
              </a:rPr>
              <a:t>    -l&lt;</a:t>
            </a:r>
            <a:r>
              <a:rPr lang="fi-FI" err="1">
                <a:latin typeface="+mj-lt"/>
              </a:rPr>
              <a:t>library</a:t>
            </a:r>
            <a:r>
              <a:rPr lang="fi-FI">
                <a:latin typeface="+mj-lt"/>
              </a:rPr>
              <a:t> </a:t>
            </a:r>
            <a:r>
              <a:rPr lang="fi-FI" err="1">
                <a:latin typeface="+mj-lt"/>
              </a:rPr>
              <a:t>name</a:t>
            </a:r>
            <a:r>
              <a:rPr lang="fi-FI">
                <a:latin typeface="+mj-lt"/>
              </a:rPr>
              <a:t>&gt; </a:t>
            </a:r>
            <a:r>
              <a:rPr lang="fi-FI" err="1">
                <a:latin typeface="+mj-lt"/>
              </a:rPr>
              <a:t>flag</a:t>
            </a:r>
            <a:r>
              <a:rPr lang="fi-FI">
                <a:latin typeface="+mj-lt"/>
              </a:rPr>
              <a:t> to </a:t>
            </a:r>
            <a:r>
              <a:rPr lang="fi-FI" err="1">
                <a:latin typeface="+mj-lt"/>
              </a:rPr>
              <a:t>link_sl</a:t>
            </a:r>
            <a:r>
              <a:rPr lang="fi-FI">
                <a:latin typeface="+mj-lt"/>
              </a:rPr>
              <a:t> </a:t>
            </a:r>
            <a:r>
              <a:rPr lang="fi-FI" err="1">
                <a:latin typeface="+mj-lt"/>
              </a:rPr>
              <a:t>list</a:t>
            </a:r>
            <a:r>
              <a:rPr lang="fi-FI">
                <a:latin typeface="+mj-lt"/>
              </a:rPr>
              <a:t>. </a:t>
            </a:r>
            <a:r>
              <a:rPr lang="fi-FI" err="1">
                <a:latin typeface="+mj-lt"/>
              </a:rPr>
              <a:t>You</a:t>
            </a:r>
            <a:r>
              <a:rPr lang="fi-FI">
                <a:latin typeface="+mj-lt"/>
              </a:rPr>
              <a:t> </a:t>
            </a:r>
            <a:r>
              <a:rPr lang="fi-FI" err="1">
                <a:latin typeface="+mj-lt"/>
              </a:rPr>
              <a:t>must</a:t>
            </a:r>
            <a:r>
              <a:rPr lang="fi-FI">
                <a:latin typeface="+mj-lt"/>
              </a:rPr>
              <a:t> </a:t>
            </a:r>
            <a:r>
              <a:rPr lang="fi-FI" err="1">
                <a:latin typeface="+mj-lt"/>
              </a:rPr>
              <a:t>be</a:t>
            </a:r>
            <a:r>
              <a:rPr lang="fi-FI">
                <a:latin typeface="+mj-lt"/>
              </a:rPr>
              <a:t> sure </a:t>
            </a:r>
            <a:r>
              <a:rPr lang="fi-FI" err="1">
                <a:latin typeface="+mj-lt"/>
              </a:rPr>
              <a:t>that</a:t>
            </a:r>
            <a:r>
              <a:rPr lang="fi-FI">
                <a:latin typeface="+mj-lt"/>
              </a:rPr>
              <a:t> </a:t>
            </a:r>
            <a:r>
              <a:rPr lang="fi-FI" err="1">
                <a:latin typeface="+mj-lt"/>
              </a:rPr>
              <a:t>all</a:t>
            </a:r>
            <a:r>
              <a:rPr lang="fi-FI">
                <a:latin typeface="+mj-lt"/>
              </a:rPr>
              <a:t> </a:t>
            </a:r>
            <a:r>
              <a:rPr lang="fi-FI" err="1">
                <a:latin typeface="+mj-lt"/>
              </a:rPr>
              <a:t>shared</a:t>
            </a:r>
            <a:r>
              <a:rPr lang="fi-FI">
                <a:latin typeface="+mj-lt"/>
              </a:rPr>
              <a:t> </a:t>
            </a:r>
            <a:r>
              <a:rPr lang="fi-FI" err="1">
                <a:latin typeface="+mj-lt"/>
              </a:rPr>
              <a:t>library</a:t>
            </a:r>
            <a:r>
              <a:rPr lang="fi-FI">
                <a:latin typeface="+mj-lt"/>
              </a:rPr>
              <a:t> </a:t>
            </a:r>
            <a:r>
              <a:rPr lang="fi-FI" err="1">
                <a:latin typeface="+mj-lt"/>
              </a:rPr>
              <a:t>names</a:t>
            </a:r>
            <a:r>
              <a:rPr lang="fi-FI">
                <a:latin typeface="+mj-lt"/>
              </a:rPr>
              <a:t> </a:t>
            </a:r>
            <a:r>
              <a:rPr lang="fi-FI" err="1">
                <a:latin typeface="+mj-lt"/>
              </a:rPr>
              <a:t>start</a:t>
            </a:r>
            <a:r>
              <a:rPr lang="fi-FI">
                <a:latin typeface="+mj-lt"/>
              </a:rPr>
              <a:t> </a:t>
            </a:r>
            <a:r>
              <a:rPr lang="fi-FI" err="1">
                <a:latin typeface="+mj-lt"/>
              </a:rPr>
              <a:t>with</a:t>
            </a:r>
            <a:r>
              <a:rPr lang="fi-FI">
                <a:latin typeface="+mj-lt"/>
              </a:rPr>
              <a:t> ”</a:t>
            </a:r>
            <a:r>
              <a:rPr lang="fi-FI" err="1">
                <a:latin typeface="+mj-lt"/>
              </a:rPr>
              <a:t>lib</a:t>
            </a:r>
            <a:r>
              <a:rPr lang="fi-FI">
                <a:latin typeface="+mj-lt"/>
              </a:rPr>
              <a:t>”</a:t>
            </a:r>
          </a:p>
          <a:p>
            <a:pPr marL="0" indent="0">
              <a:buNone/>
            </a:pPr>
            <a:endParaRPr lang="fi-FI">
              <a:latin typeface="+mj-lt"/>
            </a:endParaRPr>
          </a:p>
          <a:p>
            <a:pPr marL="0" indent="0">
              <a:buNone/>
            </a:pPr>
            <a:r>
              <a:rPr lang="fi-FI" err="1">
                <a:latin typeface="+mj-lt"/>
              </a:rPr>
              <a:t>Note</a:t>
            </a:r>
            <a:r>
              <a:rPr lang="fi-FI">
                <a:latin typeface="+mj-lt"/>
              </a:rPr>
              <a:t>: </a:t>
            </a:r>
            <a:r>
              <a:rPr lang="fi-FI" err="1">
                <a:latin typeface="+mj-lt"/>
              </a:rPr>
              <a:t>the</a:t>
            </a:r>
            <a:r>
              <a:rPr lang="fi-FI">
                <a:latin typeface="+mj-lt"/>
              </a:rPr>
              <a:t> </a:t>
            </a:r>
            <a:r>
              <a:rPr lang="fi-FI" err="1">
                <a:latin typeface="+mj-lt"/>
              </a:rPr>
              <a:t>library</a:t>
            </a:r>
            <a:r>
              <a:rPr lang="fi-FI">
                <a:latin typeface="+mj-lt"/>
              </a:rPr>
              <a:t> </a:t>
            </a:r>
            <a:r>
              <a:rPr lang="fi-FI" err="1">
                <a:latin typeface="+mj-lt"/>
              </a:rPr>
              <a:t>name</a:t>
            </a:r>
            <a:r>
              <a:rPr lang="fi-FI">
                <a:latin typeface="+mj-lt"/>
              </a:rPr>
              <a:t> in </a:t>
            </a:r>
            <a:r>
              <a:rPr lang="fi-FI" err="1">
                <a:latin typeface="+mj-lt"/>
              </a:rPr>
              <a:t>linking</a:t>
            </a:r>
            <a:r>
              <a:rPr lang="fi-FI">
                <a:latin typeface="+mj-lt"/>
              </a:rPr>
              <a:t> –l </a:t>
            </a:r>
            <a:r>
              <a:rPr lang="fi-FI" err="1">
                <a:latin typeface="+mj-lt"/>
              </a:rPr>
              <a:t>flag</a:t>
            </a:r>
            <a:r>
              <a:rPr lang="fi-FI">
                <a:latin typeface="+mj-lt"/>
              </a:rPr>
              <a:t> </a:t>
            </a:r>
            <a:r>
              <a:rPr lang="fi-FI" err="1">
                <a:latin typeface="+mj-lt"/>
              </a:rPr>
              <a:t>does</a:t>
            </a:r>
            <a:r>
              <a:rPr lang="fi-FI">
                <a:latin typeface="+mj-lt"/>
              </a:rPr>
              <a:t> </a:t>
            </a:r>
            <a:r>
              <a:rPr lang="fi-FI" err="1">
                <a:latin typeface="+mj-lt"/>
              </a:rPr>
              <a:t>not</a:t>
            </a:r>
            <a:r>
              <a:rPr lang="fi-FI">
                <a:latin typeface="+mj-lt"/>
              </a:rPr>
              <a:t> </a:t>
            </a:r>
            <a:r>
              <a:rPr lang="fi-FI" err="1">
                <a:latin typeface="+mj-lt"/>
              </a:rPr>
              <a:t>have</a:t>
            </a:r>
            <a:r>
              <a:rPr lang="fi-FI">
                <a:latin typeface="+mj-lt"/>
              </a:rPr>
              <a:t> </a:t>
            </a:r>
            <a:r>
              <a:rPr lang="fi-FI" err="1">
                <a:latin typeface="+mj-lt"/>
              </a:rPr>
              <a:t>the</a:t>
            </a:r>
            <a:r>
              <a:rPr lang="fi-FI">
                <a:latin typeface="+mj-lt"/>
              </a:rPr>
              <a:t> </a:t>
            </a:r>
            <a:r>
              <a:rPr lang="fi-FI" err="1">
                <a:latin typeface="+mj-lt"/>
              </a:rPr>
              <a:t>initial</a:t>
            </a:r>
            <a:r>
              <a:rPr lang="fi-FI">
                <a:latin typeface="+mj-lt"/>
              </a:rPr>
              <a:t> ”</a:t>
            </a:r>
            <a:r>
              <a:rPr lang="fi-FI" err="1">
                <a:latin typeface="+mj-lt"/>
              </a:rPr>
              <a:t>lib</a:t>
            </a:r>
            <a:r>
              <a:rPr lang="fi-FI">
                <a:latin typeface="+mj-lt"/>
              </a:rPr>
              <a:t>” and file </a:t>
            </a:r>
            <a:r>
              <a:rPr lang="fi-FI" err="1">
                <a:latin typeface="+mj-lt"/>
              </a:rPr>
              <a:t>extension</a:t>
            </a:r>
            <a:r>
              <a:rPr lang="fi-FI">
                <a:latin typeface="+mj-lt"/>
              </a:rPr>
              <a:t> ”.</a:t>
            </a:r>
            <a:r>
              <a:rPr lang="fi-FI" err="1">
                <a:latin typeface="+mj-lt"/>
              </a:rPr>
              <a:t>so</a:t>
            </a:r>
            <a:r>
              <a:rPr lang="fi-FI">
                <a:latin typeface="+mj-lt"/>
              </a:rPr>
              <a:t>” </a:t>
            </a:r>
            <a:r>
              <a:rPr lang="fi-FI" err="1">
                <a:latin typeface="+mj-lt"/>
              </a:rPr>
              <a:t>or</a:t>
            </a:r>
            <a:r>
              <a:rPr lang="fi-FI">
                <a:latin typeface="+mj-lt"/>
              </a:rPr>
              <a:t> ”.a” </a:t>
            </a:r>
            <a:r>
              <a:rPr lang="fi-FI" err="1">
                <a:latin typeface="+mj-lt"/>
              </a:rPr>
              <a:t>included</a:t>
            </a:r>
            <a:endParaRPr lang="fi-FI">
              <a:latin typeface="+mj-lt"/>
            </a:endParaRPr>
          </a:p>
          <a:p>
            <a:pPr marL="0" indent="0">
              <a:buNone/>
            </a:pPr>
            <a:r>
              <a:rPr lang="fi-FI">
                <a:latin typeface="+mj-lt"/>
              </a:rPr>
              <a:t>For </a:t>
            </a:r>
            <a:r>
              <a:rPr lang="fi-FI" err="1">
                <a:latin typeface="+mj-lt"/>
              </a:rPr>
              <a:t>example</a:t>
            </a:r>
            <a:r>
              <a:rPr lang="fi-FI">
                <a:latin typeface="+mj-lt"/>
              </a:rPr>
              <a:t>: </a:t>
            </a:r>
            <a:r>
              <a:rPr lang="fi-FI" err="1">
                <a:latin typeface="+mj-lt"/>
              </a:rPr>
              <a:t>library</a:t>
            </a:r>
            <a:r>
              <a:rPr lang="fi-FI">
                <a:latin typeface="+mj-lt"/>
              </a:rPr>
              <a:t> ”libfortran-tf.so” </a:t>
            </a:r>
            <a:r>
              <a:rPr lang="fi-FI" err="1">
                <a:latin typeface="+mj-lt"/>
              </a:rPr>
              <a:t>would</a:t>
            </a:r>
            <a:r>
              <a:rPr lang="fi-FI">
                <a:latin typeface="+mj-lt"/>
              </a:rPr>
              <a:t> </a:t>
            </a:r>
            <a:r>
              <a:rPr lang="fi-FI" err="1">
                <a:latin typeface="+mj-lt"/>
              </a:rPr>
              <a:t>be</a:t>
            </a:r>
            <a:r>
              <a:rPr lang="fi-FI">
                <a:latin typeface="+mj-lt"/>
              </a:rPr>
              <a:t> </a:t>
            </a:r>
            <a:r>
              <a:rPr lang="fi-FI" err="1">
                <a:latin typeface="+mj-lt"/>
              </a:rPr>
              <a:t>linked</a:t>
            </a:r>
            <a:r>
              <a:rPr lang="fi-FI">
                <a:latin typeface="+mj-lt"/>
              </a:rPr>
              <a:t> as ”-</a:t>
            </a:r>
            <a:r>
              <a:rPr lang="fi-FI" err="1">
                <a:latin typeface="+mj-lt"/>
              </a:rPr>
              <a:t>lfortran-tf</a:t>
            </a:r>
            <a:r>
              <a:rPr lang="fi-FI">
                <a:latin typeface="+mj-lt"/>
              </a:rPr>
              <a:t>”</a:t>
            </a:r>
          </a:p>
          <a:p>
            <a:pPr marL="0" indent="0">
              <a:buNone/>
            </a:pPr>
            <a:r>
              <a:rPr lang="fi-FI" err="1">
                <a:latin typeface="+mj-lt"/>
              </a:rPr>
              <a:t>You</a:t>
            </a:r>
            <a:r>
              <a:rPr lang="fi-FI">
                <a:latin typeface="+mj-lt"/>
              </a:rPr>
              <a:t> </a:t>
            </a:r>
            <a:r>
              <a:rPr lang="fi-FI" err="1">
                <a:latin typeface="+mj-lt"/>
              </a:rPr>
              <a:t>can</a:t>
            </a:r>
            <a:r>
              <a:rPr lang="fi-FI">
                <a:latin typeface="+mj-lt"/>
              </a:rPr>
              <a:t> </a:t>
            </a:r>
            <a:r>
              <a:rPr lang="fi-FI" err="1">
                <a:latin typeface="+mj-lt"/>
              </a:rPr>
              <a:t>use</a:t>
            </a:r>
            <a:r>
              <a:rPr lang="fi-FI">
                <a:latin typeface="+mj-lt"/>
              </a:rPr>
              <a:t> </a:t>
            </a:r>
            <a:r>
              <a:rPr lang="fi-FI" err="1">
                <a:latin typeface="+mj-lt"/>
              </a:rPr>
              <a:t>command</a:t>
            </a:r>
            <a:r>
              <a:rPr lang="fi-FI">
                <a:latin typeface="+mj-lt"/>
              </a:rPr>
              <a:t> </a:t>
            </a:r>
            <a:r>
              <a:rPr lang="fi-FI" b="1">
                <a:latin typeface="+mj-lt"/>
              </a:rPr>
              <a:t>$ </a:t>
            </a:r>
            <a:r>
              <a:rPr lang="fi-FI" b="1" err="1">
                <a:latin typeface="+mj-lt"/>
              </a:rPr>
              <a:t>ldd</a:t>
            </a:r>
            <a:r>
              <a:rPr lang="fi-FI" b="1">
                <a:latin typeface="+mj-lt"/>
              </a:rPr>
              <a:t> </a:t>
            </a:r>
            <a:r>
              <a:rPr lang="fi-FI">
                <a:latin typeface="+mj-lt"/>
              </a:rPr>
              <a:t>to </a:t>
            </a:r>
            <a:r>
              <a:rPr lang="fi-FI" err="1">
                <a:latin typeface="+mj-lt"/>
              </a:rPr>
              <a:t>see</a:t>
            </a:r>
            <a:r>
              <a:rPr lang="fi-FI">
                <a:latin typeface="+mj-lt"/>
              </a:rPr>
              <a:t> </a:t>
            </a:r>
            <a:r>
              <a:rPr lang="fi-FI" err="1">
                <a:latin typeface="+mj-lt"/>
              </a:rPr>
              <a:t>dependencies</a:t>
            </a:r>
            <a:r>
              <a:rPr lang="fi-FI">
                <a:latin typeface="+mj-lt"/>
              </a:rPr>
              <a:t> of .</a:t>
            </a:r>
            <a:r>
              <a:rPr lang="fi-FI" err="1">
                <a:latin typeface="+mj-lt"/>
              </a:rPr>
              <a:t>so</a:t>
            </a:r>
            <a:r>
              <a:rPr lang="fi-FI">
                <a:latin typeface="+mj-lt"/>
              </a:rPr>
              <a:t> </a:t>
            </a:r>
            <a:r>
              <a:rPr lang="fi-FI" err="1">
                <a:latin typeface="+mj-lt"/>
              </a:rPr>
              <a:t>libraries</a:t>
            </a:r>
            <a:r>
              <a:rPr lang="fi-FI">
                <a:latin typeface="+mj-lt"/>
              </a:rPr>
              <a:t> to </a:t>
            </a:r>
            <a:r>
              <a:rPr lang="fi-FI" err="1">
                <a:latin typeface="+mj-lt"/>
              </a:rPr>
              <a:t>ensure</a:t>
            </a:r>
            <a:r>
              <a:rPr lang="fi-FI">
                <a:latin typeface="+mj-lt"/>
              </a:rPr>
              <a:t> </a:t>
            </a:r>
            <a:r>
              <a:rPr lang="fi-FI" err="1">
                <a:latin typeface="+mj-lt"/>
              </a:rPr>
              <a:t>that</a:t>
            </a:r>
            <a:r>
              <a:rPr lang="fi-FI">
                <a:latin typeface="+mj-lt"/>
              </a:rPr>
              <a:t> </a:t>
            </a:r>
            <a:r>
              <a:rPr lang="fi-FI" err="1">
                <a:latin typeface="+mj-lt"/>
              </a:rPr>
              <a:t>there</a:t>
            </a:r>
            <a:r>
              <a:rPr lang="fi-FI">
                <a:latin typeface="+mj-lt"/>
              </a:rPr>
              <a:t> is no </a:t>
            </a:r>
            <a:r>
              <a:rPr lang="fi-FI" err="1">
                <a:latin typeface="+mj-lt"/>
              </a:rPr>
              <a:t>missing</a:t>
            </a:r>
            <a:r>
              <a:rPr lang="fi-FI">
                <a:latin typeface="+mj-lt"/>
              </a:rPr>
              <a:t> </a:t>
            </a:r>
            <a:r>
              <a:rPr lang="fi-FI" err="1">
                <a:latin typeface="+mj-lt"/>
              </a:rPr>
              <a:t>linkings</a:t>
            </a:r>
            <a:r>
              <a:rPr lang="fi-FI">
                <a:latin typeface="+mj-lt"/>
              </a:rPr>
              <a:t>. </a:t>
            </a:r>
          </a:p>
        </p:txBody>
      </p:sp>
      <p:sp>
        <p:nvSpPr>
          <p:cNvPr id="3" name="Title 2">
            <a:extLst>
              <a:ext uri="{FF2B5EF4-FFF2-40B4-BE49-F238E27FC236}">
                <a16:creationId xmlns:a16="http://schemas.microsoft.com/office/drawing/2014/main" id="{888B947D-7A1D-6BC1-65CE-A034CC581004}"/>
              </a:ext>
            </a:extLst>
          </p:cNvPr>
          <p:cNvSpPr>
            <a:spLocks noGrp="1"/>
          </p:cNvSpPr>
          <p:nvPr>
            <p:ph type="title"/>
          </p:nvPr>
        </p:nvSpPr>
        <p:spPr/>
        <p:txBody>
          <a:bodyPr/>
          <a:lstStyle/>
          <a:p>
            <a:r>
              <a:rPr lang="en-US"/>
              <a:t>Bugs and debugging: Symbol lookup error</a:t>
            </a:r>
            <a:endParaRPr lang="en-FI"/>
          </a:p>
        </p:txBody>
      </p:sp>
    </p:spTree>
    <p:extLst>
      <p:ext uri="{BB962C8B-B14F-4D97-AF65-F5344CB8AC3E}">
        <p14:creationId xmlns:p14="http://schemas.microsoft.com/office/powerpoint/2010/main" val="2652293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683214"/>
            <a:ext cx="3219849" cy="1420325"/>
          </a:xfrm>
          <a:prstGeom prst="rect">
            <a:avLst/>
          </a:prstGeom>
          <a:noFill/>
        </p:spPr>
        <p:txBody>
          <a:bodyPr wrap="square">
            <a:spAutoFit/>
          </a:bodyPr>
          <a:lstStyle/>
          <a:p>
            <a:pPr algn="ctr">
              <a:lnSpc>
                <a:spcPct val="150000"/>
              </a:lnSpc>
            </a:pPr>
            <a:r>
              <a:rPr lang="en-US" sz="2000" b="1"/>
              <a:t>Step 5: </a:t>
            </a:r>
          </a:p>
          <a:p>
            <a:pPr algn="ctr">
              <a:lnSpc>
                <a:spcPct val="150000"/>
              </a:lnSpc>
            </a:pPr>
            <a:r>
              <a:rPr lang="en-US" sz="2000" b="1"/>
              <a:t>Updating Abaqus .inp for </a:t>
            </a:r>
          </a:p>
          <a:p>
            <a:pPr algn="ctr">
              <a:lnSpc>
                <a:spcPct val="150000"/>
              </a:lnSpc>
            </a:pPr>
            <a:r>
              <a:rPr lang="en-US" sz="2000" b="1"/>
              <a:t>ML model integration</a:t>
            </a:r>
          </a:p>
        </p:txBody>
      </p:sp>
    </p:spTree>
    <p:extLst>
      <p:ext uri="{BB962C8B-B14F-4D97-AF65-F5344CB8AC3E}">
        <p14:creationId xmlns:p14="http://schemas.microsoft.com/office/powerpoint/2010/main" val="2630044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Updates in Abaqus .</a:t>
            </a:r>
            <a:r>
              <a:rPr lang="en-US" err="1"/>
              <a:t>inp</a:t>
            </a:r>
            <a:r>
              <a:rPr lang="en-US"/>
              <a:t> file for SDV and Constants for VUMAT</a:t>
            </a:r>
            <a:endParaRPr lang="en-FI"/>
          </a:p>
        </p:txBody>
      </p:sp>
      <p:sp>
        <p:nvSpPr>
          <p:cNvPr id="6" name="TextBox 5">
            <a:extLst>
              <a:ext uri="{FF2B5EF4-FFF2-40B4-BE49-F238E27FC236}">
                <a16:creationId xmlns:a16="http://schemas.microsoft.com/office/drawing/2014/main" id="{9ACE1BA6-2A4F-5E8A-B582-0625494E22A3}"/>
              </a:ext>
            </a:extLst>
          </p:cNvPr>
          <p:cNvSpPr txBox="1"/>
          <p:nvPr/>
        </p:nvSpPr>
        <p:spPr>
          <a:xfrm>
            <a:off x="274320" y="577180"/>
            <a:ext cx="12258989" cy="5847755"/>
          </a:xfrm>
          <a:prstGeom prst="rect">
            <a:avLst/>
          </a:prstGeom>
          <a:noFill/>
        </p:spPr>
        <p:txBody>
          <a:bodyPr wrap="square">
            <a:spAutoFit/>
          </a:bodyPr>
          <a:lstStyle/>
          <a:p>
            <a:endParaRPr lang="en-FI" sz="1700"/>
          </a:p>
          <a:p>
            <a:r>
              <a:rPr lang="en-US" sz="1700"/>
              <a:t>To incorporate the ML model into the VUMAT, we must know the processing of input and output of the LSTM</a:t>
            </a:r>
          </a:p>
          <a:p>
            <a:endParaRPr lang="en-US" sz="1700">
              <a:solidFill>
                <a:schemeClr val="accent6"/>
              </a:solidFill>
            </a:endParaRPr>
          </a:p>
          <a:p>
            <a:r>
              <a:rPr lang="en-US" sz="1700">
                <a:solidFill>
                  <a:schemeClr val="accent6"/>
                </a:solidFill>
              </a:rPr>
              <a:t>### </a:t>
            </a:r>
            <a:r>
              <a:rPr lang="en-FI" sz="1700">
                <a:solidFill>
                  <a:schemeClr val="accent6"/>
                </a:solidFill>
              </a:rPr>
              <a:t>Input</a:t>
            </a:r>
          </a:p>
          <a:p>
            <a:endParaRPr lang="en-US" sz="1700"/>
          </a:p>
          <a:p>
            <a:r>
              <a:rPr lang="en-FI" sz="1700"/>
              <a:t>(1) </a:t>
            </a:r>
            <a:r>
              <a:rPr lang="en-FI" sz="1700">
                <a:solidFill>
                  <a:srgbClr val="0000FF"/>
                </a:solidFill>
              </a:rPr>
              <a:t>strain</a:t>
            </a:r>
            <a:r>
              <a:rPr lang="en-FI" sz="1700"/>
              <a:t> (initial value: 2e-08</a:t>
            </a:r>
            <a:r>
              <a:rPr lang="en-US" sz="1700"/>
              <a:t>, can be taken as 0.0</a:t>
            </a:r>
            <a:r>
              <a:rPr lang="en-FI" sz="1700"/>
              <a:t>)</a:t>
            </a:r>
          </a:p>
          <a:p>
            <a:r>
              <a:rPr lang="en-FI" sz="1700"/>
              <a:t>(2) </a:t>
            </a:r>
            <a:r>
              <a:rPr lang="en-FI" sz="1700">
                <a:solidFill>
                  <a:srgbClr val="0000FF"/>
                </a:solidFill>
              </a:rPr>
              <a:t>strain rate </a:t>
            </a:r>
            <a:r>
              <a:rPr lang="en-FI" sz="1700"/>
              <a:t>(initial value: 0.1)</a:t>
            </a:r>
          </a:p>
          <a:p>
            <a:r>
              <a:rPr lang="en-FI" sz="1700"/>
              <a:t>(3) </a:t>
            </a:r>
            <a:r>
              <a:rPr lang="en-FI" sz="1700">
                <a:solidFill>
                  <a:srgbClr val="0000FF"/>
                </a:solidFill>
              </a:rPr>
              <a:t>initial temperature </a:t>
            </a:r>
            <a:r>
              <a:rPr lang="en-FI" sz="1700"/>
              <a:t>(K) (initial value: 293 K)</a:t>
            </a:r>
          </a:p>
          <a:p>
            <a:endParaRPr lang="en-FI" sz="1700"/>
          </a:p>
          <a:p>
            <a:r>
              <a:rPr lang="en-FI" sz="1700"/>
              <a:t>The shape of input: </a:t>
            </a:r>
            <a:r>
              <a:rPr lang="en-US" sz="1700"/>
              <a:t>(batch size, time step, 3), where last dimension is </a:t>
            </a:r>
            <a:r>
              <a:rPr lang="en-FI" sz="1700"/>
              <a:t>[strain, strain rate, initial </a:t>
            </a:r>
            <a:r>
              <a:rPr lang="en-US" sz="1700" err="1"/>
              <a:t>temprature</a:t>
            </a:r>
            <a:r>
              <a:rPr lang="en-US" sz="1700"/>
              <a:t>]</a:t>
            </a:r>
          </a:p>
          <a:p>
            <a:pPr algn="r"/>
            <a:endParaRPr lang="en-FI" sz="1700"/>
          </a:p>
          <a:p>
            <a:r>
              <a:rPr lang="en-FI" sz="1700">
                <a:solidFill>
                  <a:schemeClr val="accent6"/>
                </a:solidFill>
              </a:rPr>
              <a:t>### Output</a:t>
            </a:r>
            <a:endParaRPr lang="en-US" sz="1700"/>
          </a:p>
          <a:p>
            <a:r>
              <a:rPr lang="en-FI" sz="1700"/>
              <a:t>(1) </a:t>
            </a:r>
            <a:r>
              <a:rPr lang="en-FI" sz="1700">
                <a:solidFill>
                  <a:srgbClr val="0000FF"/>
                </a:solidFill>
              </a:rPr>
              <a:t>stress</a:t>
            </a:r>
            <a:r>
              <a:rPr lang="en-FI" sz="1700"/>
              <a:t> (MPa) </a:t>
            </a:r>
          </a:p>
          <a:p>
            <a:r>
              <a:rPr lang="en-FI" sz="1700"/>
              <a:t>(2) </a:t>
            </a:r>
            <a:r>
              <a:rPr lang="en-FI" sz="1700">
                <a:solidFill>
                  <a:srgbClr val="0000FF"/>
                </a:solidFill>
              </a:rPr>
              <a:t>delta temperature </a:t>
            </a:r>
            <a:r>
              <a:rPr lang="en-FI" sz="1700"/>
              <a:t>(K) </a:t>
            </a:r>
            <a:endParaRPr lang="en-US" sz="1700"/>
          </a:p>
          <a:p>
            <a:endParaRPr lang="en-FI" sz="1700"/>
          </a:p>
          <a:p>
            <a:r>
              <a:rPr lang="en-FI" sz="1700"/>
              <a:t>The shape of output: </a:t>
            </a:r>
            <a:r>
              <a:rPr lang="en-US" sz="1700"/>
              <a:t>(batch size, time step, 2), where last dimension is </a:t>
            </a:r>
            <a:r>
              <a:rPr lang="en-FI" sz="1700"/>
              <a:t>[</a:t>
            </a:r>
            <a:r>
              <a:rPr lang="en-US" sz="1700"/>
              <a:t>stress, delta temperature]</a:t>
            </a:r>
            <a:endParaRPr lang="en-FI" sz="1700"/>
          </a:p>
          <a:p>
            <a:endParaRPr lang="en-FI" sz="1700"/>
          </a:p>
          <a:p>
            <a:r>
              <a:rPr lang="en-FI" sz="1700"/>
              <a:t>Input to the model is log10(strain) and log10(strain rate), temperature</a:t>
            </a:r>
            <a:r>
              <a:rPr lang="en-US" sz="1700"/>
              <a:t>, then normalized to [0, 1]</a:t>
            </a:r>
            <a:endParaRPr lang="en-FI" sz="1700"/>
          </a:p>
          <a:p>
            <a:r>
              <a:rPr lang="en-US" sz="1700"/>
              <a:t>Output from the model is normalized stress and delta temp in [0, 1], we must </a:t>
            </a:r>
            <a:r>
              <a:rPr lang="en-US" sz="1700" err="1"/>
              <a:t>denormalize</a:t>
            </a:r>
            <a:r>
              <a:rPr lang="en-US" sz="1700"/>
              <a:t> them to feed to </a:t>
            </a:r>
            <a:r>
              <a:rPr lang="en-US" sz="1700" err="1"/>
              <a:t>stateNew</a:t>
            </a:r>
            <a:r>
              <a:rPr lang="en-US" sz="1700"/>
              <a:t>(k, </a:t>
            </a:r>
            <a:r>
              <a:rPr lang="en-US" sz="1700" err="1"/>
              <a:t>i</a:t>
            </a:r>
            <a:r>
              <a:rPr lang="en-US" sz="1700"/>
              <a:t>) </a:t>
            </a:r>
          </a:p>
          <a:p>
            <a:endParaRPr lang="en-FI" sz="1700"/>
          </a:p>
          <a:p>
            <a:r>
              <a:rPr lang="en-FI" sz="1700"/>
              <a:t>We must have the upper and lower end for each variable.</a:t>
            </a:r>
            <a:r>
              <a:rPr lang="en-US" sz="1700"/>
              <a:t> In total we have </a:t>
            </a:r>
            <a:r>
              <a:rPr lang="en-US" sz="1700">
                <a:solidFill>
                  <a:srgbClr val="0000FF"/>
                </a:solidFill>
              </a:rPr>
              <a:t>2 x 5 = 10 constants</a:t>
            </a:r>
            <a:r>
              <a:rPr lang="en-US" sz="1700"/>
              <a:t>, in addition to </a:t>
            </a:r>
            <a:br>
              <a:rPr lang="en-US" sz="1700"/>
            </a:br>
            <a:r>
              <a:rPr lang="en-US" sz="1700"/>
              <a:t>4 material constants: </a:t>
            </a:r>
            <a:r>
              <a:rPr lang="en-US" sz="1700">
                <a:solidFill>
                  <a:srgbClr val="0000FF"/>
                </a:solidFill>
              </a:rPr>
              <a:t>E, Poisson’s ratio, initial yield stress and Hardening modulus</a:t>
            </a:r>
            <a:endParaRPr lang="en-FI" sz="1700">
              <a:solidFill>
                <a:srgbClr val="0000FF"/>
              </a:solidFill>
            </a:endParaRPr>
          </a:p>
        </p:txBody>
      </p:sp>
    </p:spTree>
    <p:extLst>
      <p:ext uri="{BB962C8B-B14F-4D97-AF65-F5344CB8AC3E}">
        <p14:creationId xmlns:p14="http://schemas.microsoft.com/office/powerpoint/2010/main" val="2446353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FD34C0-37C3-07E8-445F-4626AAC38DBF}"/>
              </a:ext>
            </a:extLst>
          </p:cNvPr>
          <p:cNvSpPr>
            <a:spLocks noGrp="1"/>
          </p:cNvSpPr>
          <p:nvPr>
            <p:ph type="body" sz="quarter" idx="13"/>
          </p:nvPr>
        </p:nvSpPr>
        <p:spPr/>
        <p:txBody>
          <a:bodyPr/>
          <a:lstStyle/>
          <a:p>
            <a:r>
              <a:rPr lang="en-US" sz="1800"/>
              <a:t>Suppose we have </a:t>
            </a:r>
            <a:r>
              <a:rPr lang="en-US" sz="1800" err="1"/>
              <a:t>PEEQ_n</a:t>
            </a:r>
            <a:r>
              <a:rPr lang="en-US" sz="1800"/>
              <a:t>, strain </a:t>
            </a:r>
            <a:r>
              <a:rPr lang="en-US" sz="1800" err="1"/>
              <a:t>rate_n</a:t>
            </a:r>
            <a:r>
              <a:rPr lang="en-US" sz="1800"/>
              <a:t> and </a:t>
            </a:r>
            <a:r>
              <a:rPr lang="en-US" sz="1800" err="1"/>
              <a:t>temperature_n</a:t>
            </a:r>
            <a:r>
              <a:rPr lang="en-US" sz="1800"/>
              <a:t> at increment n</a:t>
            </a:r>
          </a:p>
          <a:p>
            <a:r>
              <a:rPr lang="en-US" sz="1800"/>
              <a:t>The updated PEEQ is derived from the von Mises model, current </a:t>
            </a:r>
            <a:r>
              <a:rPr lang="en-US" sz="1800" err="1"/>
              <a:t>delta_PEEQ_n</a:t>
            </a:r>
            <a:r>
              <a:rPr lang="en-US" sz="1800"/>
              <a:t> added to </a:t>
            </a:r>
            <a:r>
              <a:rPr lang="en-US" sz="1800" err="1"/>
              <a:t>PEEQ_n</a:t>
            </a:r>
            <a:endParaRPr lang="en-US" sz="1800"/>
          </a:p>
          <a:p>
            <a:endParaRPr lang="en-US"/>
          </a:p>
          <a:p>
            <a:endParaRPr lang="en-US"/>
          </a:p>
          <a:p>
            <a:r>
              <a:rPr lang="en-US"/>
              <a:t>The updated strain rate_n+1 is equal to </a:t>
            </a:r>
            <a:r>
              <a:rPr lang="en-US" err="1"/>
              <a:t>delta_PEEQ_n</a:t>
            </a:r>
            <a:r>
              <a:rPr lang="en-US"/>
              <a:t>/increment time</a:t>
            </a:r>
          </a:p>
          <a:p>
            <a:pPr marL="0" indent="0">
              <a:buNone/>
            </a:pPr>
            <a:r>
              <a:rPr lang="en-US"/>
              <a:t>       </a:t>
            </a:r>
          </a:p>
          <a:p>
            <a:r>
              <a:rPr lang="en-US"/>
              <a:t>The updated </a:t>
            </a:r>
            <a:r>
              <a:rPr lang="en-FI" sz="1800"/>
              <a:t>temperature</a:t>
            </a:r>
            <a:r>
              <a:rPr lang="en-US" sz="1800"/>
              <a:t> is evolved from the output of LSTM</a:t>
            </a:r>
          </a:p>
          <a:p>
            <a:pPr marL="0" indent="0">
              <a:buNone/>
            </a:pPr>
            <a:r>
              <a:rPr lang="en-US" sz="1800"/>
              <a:t>         temperature_n+1 = </a:t>
            </a:r>
            <a:r>
              <a:rPr lang="en-US" sz="1800" err="1"/>
              <a:t>temperature_n</a:t>
            </a:r>
            <a:r>
              <a:rPr lang="en-US" sz="1800"/>
              <a:t> + delta </a:t>
            </a:r>
            <a:r>
              <a:rPr lang="en-US" sz="1800" err="1"/>
              <a:t>temperature_n</a:t>
            </a:r>
            <a:endParaRPr lang="en-US"/>
          </a:p>
          <a:p>
            <a:pPr marL="0" indent="0">
              <a:buNone/>
            </a:pPr>
            <a:endParaRPr lang="en-US"/>
          </a:p>
          <a:p>
            <a:pPr marL="0" indent="0">
              <a:buNone/>
            </a:pPr>
            <a:endParaRPr lang="en-US"/>
          </a:p>
          <a:p>
            <a:pPr marL="0" indent="0">
              <a:buNone/>
            </a:pPr>
            <a:endParaRPr lang="en-US"/>
          </a:p>
          <a:p>
            <a:pPr marL="0" indent="0">
              <a:buNone/>
            </a:pPr>
            <a:endParaRPr lang="en-US"/>
          </a:p>
          <a:p>
            <a:pPr marL="285750" indent="-285750"/>
            <a:r>
              <a:rPr lang="en-US"/>
              <a:t>   However, the original LSTM model of Sayoojya did not work like this. The initial temperature and strain rate stays constant throughout the increment update, only the PEEQ is updated as the input</a:t>
            </a:r>
          </a:p>
        </p:txBody>
      </p:sp>
      <p:sp>
        <p:nvSpPr>
          <p:cNvPr id="3" name="Title 2">
            <a:extLst>
              <a:ext uri="{FF2B5EF4-FFF2-40B4-BE49-F238E27FC236}">
                <a16:creationId xmlns:a16="http://schemas.microsoft.com/office/drawing/2014/main" id="{49E60712-FC61-E9A9-F0F9-4C188E7597CC}"/>
              </a:ext>
            </a:extLst>
          </p:cNvPr>
          <p:cNvSpPr>
            <a:spLocks noGrp="1"/>
          </p:cNvSpPr>
          <p:nvPr>
            <p:ph type="title"/>
          </p:nvPr>
        </p:nvSpPr>
        <p:spPr/>
        <p:txBody>
          <a:bodyPr/>
          <a:lstStyle/>
          <a:p>
            <a:r>
              <a:rPr lang="en-US"/>
              <a:t>How are inputs to ML model updated in the next increment?</a:t>
            </a:r>
            <a:endParaRPr lang="en-FI"/>
          </a:p>
        </p:txBody>
      </p:sp>
      <p:pic>
        <p:nvPicPr>
          <p:cNvPr id="4" name="Picture 3">
            <a:extLst>
              <a:ext uri="{FF2B5EF4-FFF2-40B4-BE49-F238E27FC236}">
                <a16:creationId xmlns:a16="http://schemas.microsoft.com/office/drawing/2014/main" id="{5F6A37E4-9FA7-66F6-DF0A-96049F7CCF3A}"/>
              </a:ext>
            </a:extLst>
          </p:cNvPr>
          <p:cNvPicPr>
            <a:picLocks noChangeAspect="1"/>
          </p:cNvPicPr>
          <p:nvPr/>
        </p:nvPicPr>
        <p:blipFill>
          <a:blip r:embed="rId2"/>
          <a:stretch>
            <a:fillRect/>
          </a:stretch>
        </p:blipFill>
        <p:spPr>
          <a:xfrm>
            <a:off x="846788" y="1956220"/>
            <a:ext cx="5172797" cy="352474"/>
          </a:xfrm>
          <a:prstGeom prst="rect">
            <a:avLst/>
          </a:prstGeom>
        </p:spPr>
      </p:pic>
      <p:pic>
        <p:nvPicPr>
          <p:cNvPr id="5" name="Picture 4">
            <a:extLst>
              <a:ext uri="{FF2B5EF4-FFF2-40B4-BE49-F238E27FC236}">
                <a16:creationId xmlns:a16="http://schemas.microsoft.com/office/drawing/2014/main" id="{E017577F-05D2-0B49-13EA-6AE9E0797A5B}"/>
              </a:ext>
            </a:extLst>
          </p:cNvPr>
          <p:cNvPicPr>
            <a:picLocks noChangeAspect="1"/>
          </p:cNvPicPr>
          <p:nvPr/>
        </p:nvPicPr>
        <p:blipFill>
          <a:blip r:embed="rId3"/>
          <a:stretch>
            <a:fillRect/>
          </a:stretch>
        </p:blipFill>
        <p:spPr>
          <a:xfrm>
            <a:off x="846789" y="2308694"/>
            <a:ext cx="4227630" cy="335526"/>
          </a:xfrm>
          <a:prstGeom prst="rect">
            <a:avLst/>
          </a:prstGeom>
        </p:spPr>
      </p:pic>
      <p:pic>
        <p:nvPicPr>
          <p:cNvPr id="6" name="Picture 5">
            <a:extLst>
              <a:ext uri="{FF2B5EF4-FFF2-40B4-BE49-F238E27FC236}">
                <a16:creationId xmlns:a16="http://schemas.microsoft.com/office/drawing/2014/main" id="{EF848B0E-23D3-0C1F-6924-45A20BB8CE8B}"/>
              </a:ext>
            </a:extLst>
          </p:cNvPr>
          <p:cNvPicPr>
            <a:picLocks noChangeAspect="1"/>
          </p:cNvPicPr>
          <p:nvPr/>
        </p:nvPicPr>
        <p:blipFill>
          <a:blip r:embed="rId4"/>
          <a:stretch>
            <a:fillRect/>
          </a:stretch>
        </p:blipFill>
        <p:spPr>
          <a:xfrm>
            <a:off x="846787" y="3044329"/>
            <a:ext cx="4908619" cy="335526"/>
          </a:xfrm>
          <a:prstGeom prst="rect">
            <a:avLst/>
          </a:prstGeom>
        </p:spPr>
      </p:pic>
      <p:pic>
        <p:nvPicPr>
          <p:cNvPr id="7" name="Picture 6">
            <a:extLst>
              <a:ext uri="{FF2B5EF4-FFF2-40B4-BE49-F238E27FC236}">
                <a16:creationId xmlns:a16="http://schemas.microsoft.com/office/drawing/2014/main" id="{0D6FE94A-AF33-211A-8740-8C968A7685F1}"/>
              </a:ext>
            </a:extLst>
          </p:cNvPr>
          <p:cNvPicPr>
            <a:picLocks noChangeAspect="1"/>
          </p:cNvPicPr>
          <p:nvPr/>
        </p:nvPicPr>
        <p:blipFill>
          <a:blip r:embed="rId5"/>
          <a:stretch>
            <a:fillRect/>
          </a:stretch>
        </p:blipFill>
        <p:spPr>
          <a:xfrm>
            <a:off x="846788" y="4207715"/>
            <a:ext cx="6669380" cy="1193564"/>
          </a:xfrm>
          <a:prstGeom prst="rect">
            <a:avLst/>
          </a:prstGeom>
        </p:spPr>
      </p:pic>
    </p:spTree>
    <p:extLst>
      <p:ext uri="{BB962C8B-B14F-4D97-AF65-F5344CB8AC3E}">
        <p14:creationId xmlns:p14="http://schemas.microsoft.com/office/powerpoint/2010/main" val="9503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fade">
                                      <p:cBhvr>
                                        <p:cTn id="29" dur="500"/>
                                        <p:tgtEl>
                                          <p:spTgt spid="2">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fade">
                                      <p:cBhvr>
                                        <p:cTn id="34" dur="500"/>
                                        <p:tgtEl>
                                          <p:spTgt spid="2">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Effect transition="in" filter="fade">
                                      <p:cBhvr>
                                        <p:cTn id="40" dur="500"/>
                                        <p:tgtEl>
                                          <p:spTgt spid="2">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animEffect transition="in" filter="fade">
                                      <p:cBhvr>
                                        <p:cTn id="45"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E5488D-660F-73A7-8A01-C94DDB0F63AA}"/>
              </a:ext>
            </a:extLst>
          </p:cNvPr>
          <p:cNvSpPr>
            <a:spLocks noGrp="1"/>
          </p:cNvSpPr>
          <p:nvPr>
            <p:ph type="body" sz="quarter" idx="13"/>
          </p:nvPr>
        </p:nvSpPr>
        <p:spPr>
          <a:xfrm>
            <a:off x="226202" y="879545"/>
            <a:ext cx="11425767" cy="3049360"/>
          </a:xfrm>
        </p:spPr>
        <p:txBody>
          <a:bodyPr/>
          <a:lstStyle/>
          <a:p>
            <a:pPr marL="285750" indent="-285750"/>
            <a:r>
              <a:rPr lang="en-US"/>
              <a:t>Comments are marked by two asterisks **, and section part of Abaqus is marked by one asterisk * in .inp file</a:t>
            </a:r>
          </a:p>
          <a:p>
            <a:pPr marL="285750" indent="-285750"/>
            <a:r>
              <a:rPr lang="en-US"/>
              <a:t>When declaring constants in .inp file, the number of constants is better to be divisible by 8 (optional)</a:t>
            </a:r>
          </a:p>
          <a:p>
            <a:pPr marL="285750" indent="-285750"/>
            <a:r>
              <a:rPr lang="en-US"/>
              <a:t>Each row contains 8 constants, separated by a comma. There is no comma at the end of each line</a:t>
            </a:r>
          </a:p>
          <a:p>
            <a:pPr marL="285750" indent="-285750"/>
            <a:r>
              <a:rPr lang="en-US"/>
              <a:t>If the number of constants is not divisible by 8, the rest values is filled with dummy 0.0 values</a:t>
            </a:r>
          </a:p>
          <a:p>
            <a:pPr marL="285750" indent="-285750"/>
            <a:r>
              <a:rPr lang="en-US"/>
              <a:t>It is good practice to use comment ** for denoting parameter names for the constants</a:t>
            </a:r>
          </a:p>
          <a:p>
            <a:pPr marL="285750" indent="-285750"/>
            <a:r>
              <a:rPr lang="en-US"/>
              <a:t>Constants only accept numbers of up to 1 decimal point. If you have more than 1 decimal point, you have to use exponent notation, otherwise Abaqus would extract as 0.0. Example: write -60205E-5 instead of -0.60205</a:t>
            </a:r>
          </a:p>
          <a:p>
            <a:pPr marL="285750" indent="-285750"/>
            <a:r>
              <a:rPr lang="en-US"/>
              <a:t>Example: We have 14 constants, and we fill in 2 dummy values to make it to 16 constants</a:t>
            </a:r>
          </a:p>
          <a:p>
            <a:pPr marL="285750" indent="-285750"/>
            <a:endParaRPr lang="en-US"/>
          </a:p>
        </p:txBody>
      </p:sp>
      <p:sp>
        <p:nvSpPr>
          <p:cNvPr id="3" name="Title 2">
            <a:extLst>
              <a:ext uri="{FF2B5EF4-FFF2-40B4-BE49-F238E27FC236}">
                <a16:creationId xmlns:a16="http://schemas.microsoft.com/office/drawing/2014/main" id="{EE9A27EA-9A6E-1EA4-B978-01DEB7FA332F}"/>
              </a:ext>
            </a:extLst>
          </p:cNvPr>
          <p:cNvSpPr>
            <a:spLocks noGrp="1"/>
          </p:cNvSpPr>
          <p:nvPr>
            <p:ph type="title"/>
          </p:nvPr>
        </p:nvSpPr>
        <p:spPr/>
        <p:txBody>
          <a:bodyPr/>
          <a:lstStyle/>
          <a:p>
            <a:r>
              <a:rPr lang="en-US"/>
              <a:t>Bugs and debugging: input constants</a:t>
            </a:r>
            <a:endParaRPr lang="en-FI"/>
          </a:p>
        </p:txBody>
      </p:sp>
      <p:pic>
        <p:nvPicPr>
          <p:cNvPr id="5" name="Picture 4">
            <a:extLst>
              <a:ext uri="{FF2B5EF4-FFF2-40B4-BE49-F238E27FC236}">
                <a16:creationId xmlns:a16="http://schemas.microsoft.com/office/drawing/2014/main" id="{E9EA2EA9-71FD-435C-B2EE-8B0A271D8043}"/>
              </a:ext>
            </a:extLst>
          </p:cNvPr>
          <p:cNvPicPr>
            <a:picLocks noChangeAspect="1"/>
          </p:cNvPicPr>
          <p:nvPr/>
        </p:nvPicPr>
        <p:blipFill>
          <a:blip r:embed="rId2"/>
          <a:stretch>
            <a:fillRect/>
          </a:stretch>
        </p:blipFill>
        <p:spPr>
          <a:xfrm>
            <a:off x="863356" y="3928905"/>
            <a:ext cx="10465287" cy="2583035"/>
          </a:xfrm>
          <a:prstGeom prst="rect">
            <a:avLst/>
          </a:prstGeom>
        </p:spPr>
      </p:pic>
    </p:spTree>
    <p:extLst>
      <p:ext uri="{BB962C8B-B14F-4D97-AF65-F5344CB8AC3E}">
        <p14:creationId xmlns:p14="http://schemas.microsoft.com/office/powerpoint/2010/main" val="664347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E5488D-660F-73A7-8A01-C94DDB0F63AA}"/>
              </a:ext>
            </a:extLst>
          </p:cNvPr>
          <p:cNvSpPr>
            <a:spLocks noGrp="1"/>
          </p:cNvSpPr>
          <p:nvPr>
            <p:ph type="body" sz="quarter" idx="13"/>
          </p:nvPr>
        </p:nvSpPr>
        <p:spPr>
          <a:xfrm>
            <a:off x="230332" y="1080513"/>
            <a:ext cx="11731336" cy="3049360"/>
          </a:xfrm>
        </p:spPr>
        <p:txBody>
          <a:bodyPr/>
          <a:lstStyle/>
          <a:p>
            <a:pPr marL="285750" indent="-285750"/>
            <a:r>
              <a:rPr lang="en-US"/>
              <a:t>1</a:t>
            </a:r>
            <a:r>
              <a:rPr lang="en-US" baseline="30000"/>
              <a:t>st</a:t>
            </a:r>
            <a:r>
              <a:rPr lang="en-US"/>
              <a:t> line: Element number/element set label  &lt;first SDV&gt; &lt;second SDV&gt; …. &lt;seventh SDV&gt; </a:t>
            </a:r>
          </a:p>
          <a:p>
            <a:pPr marL="0" indent="0">
              <a:buNone/>
            </a:pPr>
            <a:r>
              <a:rPr lang="en-US"/>
              <a:t>Naturally, you would use exponent notation if you have more than 1 decimal points </a:t>
            </a:r>
          </a:p>
          <a:p>
            <a:pPr marL="285750" indent="-285750"/>
            <a:r>
              <a:rPr lang="en-US"/>
              <a:t>Subsequent lines (only needed if more than eight SDVs exist in the model)</a:t>
            </a:r>
          </a:p>
          <a:p>
            <a:pPr marL="285750" indent="-285750"/>
            <a:r>
              <a:rPr lang="en-US"/>
              <a:t>It may be necessary to leave blank data lines for some elements if any other element in the model has more SDVs. These trailing initial values will be 0.0. Values on the data lines will be applied uniformly over the element.</a:t>
            </a:r>
          </a:p>
          <a:p>
            <a:pPr marL="0" indent="0">
              <a:buNone/>
            </a:pPr>
            <a:endParaRPr lang="en-US"/>
          </a:p>
          <a:p>
            <a:pPr marL="285750" indent="-285750"/>
            <a:r>
              <a:rPr lang="en-US"/>
              <a:t>Repeat this set of data lines as often as necessary to define initial values of SDVs </a:t>
            </a:r>
            <a:br>
              <a:rPr lang="en-US"/>
            </a:br>
            <a:r>
              <a:rPr lang="en-US"/>
              <a:t>for various elements or element sets.</a:t>
            </a:r>
          </a:p>
          <a:p>
            <a:pPr marL="285750" indent="-285750"/>
            <a:r>
              <a:rPr lang="en-US"/>
              <a:t>In this case, when stepTime = 0, we have</a:t>
            </a:r>
          </a:p>
          <a:p>
            <a:pPr marL="0" indent="0">
              <a:buNone/>
            </a:pPr>
            <a:r>
              <a:rPr lang="en-US"/>
              <a:t>     stateOld(k,1) = 0.0</a:t>
            </a:r>
          </a:p>
          <a:p>
            <a:pPr marL="0" indent="0">
              <a:buNone/>
            </a:pPr>
            <a:r>
              <a:rPr lang="en-US"/>
              <a:t>     stateOld(k, 2) = 0.1 </a:t>
            </a:r>
          </a:p>
          <a:p>
            <a:pPr marL="0" indent="0">
              <a:buNone/>
            </a:pPr>
            <a:r>
              <a:rPr lang="en-US"/>
              <a:t>     stateOld(k, 3) = 0.0 </a:t>
            </a:r>
          </a:p>
          <a:p>
            <a:pPr marL="0" indent="0">
              <a:buNone/>
            </a:pPr>
            <a:r>
              <a:rPr lang="en-US"/>
              <a:t>     stateOld(k, 4) = 293 </a:t>
            </a:r>
          </a:p>
        </p:txBody>
      </p:sp>
      <p:sp>
        <p:nvSpPr>
          <p:cNvPr id="3" name="Title 2">
            <a:extLst>
              <a:ext uri="{FF2B5EF4-FFF2-40B4-BE49-F238E27FC236}">
                <a16:creationId xmlns:a16="http://schemas.microsoft.com/office/drawing/2014/main" id="{EE9A27EA-9A6E-1EA4-B978-01DEB7FA332F}"/>
              </a:ext>
            </a:extLst>
          </p:cNvPr>
          <p:cNvSpPr>
            <a:spLocks noGrp="1"/>
          </p:cNvSpPr>
          <p:nvPr>
            <p:ph type="title"/>
          </p:nvPr>
        </p:nvSpPr>
        <p:spPr/>
        <p:txBody>
          <a:bodyPr/>
          <a:lstStyle/>
          <a:p>
            <a:r>
              <a:rPr lang="en-US"/>
              <a:t>Bugs and debugging: DEPVAR and initial conditions of SDV</a:t>
            </a:r>
            <a:endParaRPr lang="en-FI"/>
          </a:p>
        </p:txBody>
      </p:sp>
      <p:pic>
        <p:nvPicPr>
          <p:cNvPr id="6" name="Picture 5">
            <a:extLst>
              <a:ext uri="{FF2B5EF4-FFF2-40B4-BE49-F238E27FC236}">
                <a16:creationId xmlns:a16="http://schemas.microsoft.com/office/drawing/2014/main" id="{A5AF79C8-3F49-E42B-5040-224A6E84605D}"/>
              </a:ext>
            </a:extLst>
          </p:cNvPr>
          <p:cNvPicPr>
            <a:picLocks noChangeAspect="1"/>
          </p:cNvPicPr>
          <p:nvPr/>
        </p:nvPicPr>
        <p:blipFill rotWithShape="1">
          <a:blip r:embed="rId3"/>
          <a:srcRect t="81040" r="24601"/>
          <a:stretch/>
        </p:blipFill>
        <p:spPr>
          <a:xfrm>
            <a:off x="7771726" y="4707758"/>
            <a:ext cx="4085329" cy="565685"/>
          </a:xfrm>
          <a:prstGeom prst="rect">
            <a:avLst/>
          </a:prstGeom>
        </p:spPr>
      </p:pic>
      <p:pic>
        <p:nvPicPr>
          <p:cNvPr id="8" name="Picture 7">
            <a:extLst>
              <a:ext uri="{FF2B5EF4-FFF2-40B4-BE49-F238E27FC236}">
                <a16:creationId xmlns:a16="http://schemas.microsoft.com/office/drawing/2014/main" id="{FF245404-586F-B92B-DDE5-012A70DB2C08}"/>
              </a:ext>
            </a:extLst>
          </p:cNvPr>
          <p:cNvPicPr>
            <a:picLocks noChangeAspect="1"/>
          </p:cNvPicPr>
          <p:nvPr/>
        </p:nvPicPr>
        <p:blipFill>
          <a:blip r:embed="rId4"/>
          <a:stretch>
            <a:fillRect/>
          </a:stretch>
        </p:blipFill>
        <p:spPr>
          <a:xfrm>
            <a:off x="2898203" y="4803112"/>
            <a:ext cx="4788562" cy="1617470"/>
          </a:xfrm>
          <a:prstGeom prst="rect">
            <a:avLst/>
          </a:prstGeom>
          <a:ln>
            <a:solidFill>
              <a:schemeClr val="tx1"/>
            </a:solidFill>
          </a:ln>
        </p:spPr>
      </p:pic>
      <p:pic>
        <p:nvPicPr>
          <p:cNvPr id="5" name="Picture 4">
            <a:extLst>
              <a:ext uri="{FF2B5EF4-FFF2-40B4-BE49-F238E27FC236}">
                <a16:creationId xmlns:a16="http://schemas.microsoft.com/office/drawing/2014/main" id="{94C72016-AA99-3C1C-C42C-7E9CDF32F970}"/>
              </a:ext>
            </a:extLst>
          </p:cNvPr>
          <p:cNvPicPr>
            <a:picLocks noChangeAspect="1"/>
          </p:cNvPicPr>
          <p:nvPr/>
        </p:nvPicPr>
        <p:blipFill>
          <a:blip r:embed="rId5"/>
          <a:stretch>
            <a:fillRect/>
          </a:stretch>
        </p:blipFill>
        <p:spPr>
          <a:xfrm>
            <a:off x="7771726" y="5273443"/>
            <a:ext cx="4085328" cy="1167236"/>
          </a:xfrm>
          <a:prstGeom prst="rect">
            <a:avLst/>
          </a:prstGeom>
        </p:spPr>
      </p:pic>
    </p:spTree>
    <p:extLst>
      <p:ext uri="{BB962C8B-B14F-4D97-AF65-F5344CB8AC3E}">
        <p14:creationId xmlns:p14="http://schemas.microsoft.com/office/powerpoint/2010/main" val="307608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8530B6-DDF6-8279-F9CA-AC865E1E16B8}"/>
              </a:ext>
            </a:extLst>
          </p:cNvPr>
          <p:cNvSpPr>
            <a:spLocks noGrp="1"/>
          </p:cNvSpPr>
          <p:nvPr>
            <p:ph type="body" sz="quarter" idx="13"/>
          </p:nvPr>
        </p:nvSpPr>
        <p:spPr>
          <a:xfrm>
            <a:off x="383116" y="952269"/>
            <a:ext cx="11656484" cy="5336771"/>
          </a:xfrm>
        </p:spPr>
        <p:txBody>
          <a:bodyPr/>
          <a:lstStyle/>
          <a:p>
            <a:r>
              <a:rPr lang="en-US"/>
              <a:t>Abaqus use implicit declaration of variable type in FORTRAN subroutines. All variables for letters a-h, o-z is real and i-n are integers. This declaration is controlled with "include vaba_param.inc" statement.</a:t>
            </a:r>
          </a:p>
          <a:p>
            <a:r>
              <a:rPr lang="en-US"/>
              <a:t>You will not find this file but in your installation directory you will find files:</a:t>
            </a:r>
          </a:p>
          <a:p>
            <a:pPr marL="0" indent="0">
              <a:buNone/>
            </a:pPr>
            <a:r>
              <a:rPr lang="en-US"/>
              <a:t>- vaba_param_sp.inc</a:t>
            </a:r>
          </a:p>
          <a:p>
            <a:pPr marL="0" indent="0">
              <a:buNone/>
            </a:pPr>
            <a:r>
              <a:rPr lang="en-US"/>
              <a:t>- vaba_param_dp.inc</a:t>
            </a:r>
          </a:p>
          <a:p>
            <a:pPr marL="0" indent="0">
              <a:buNone/>
            </a:pPr>
            <a:r>
              <a:rPr lang="en-US"/>
              <a:t>Now when you run an analysis with single precision Abaqus will use *_sp.inc file and when you run Abaqus with option "double“,  *_dp.inc file will be used. </a:t>
            </a:r>
          </a:p>
          <a:p>
            <a:r>
              <a:rPr lang="en-US"/>
              <a:t>You MUST NEVER change declaration of variables passed with subroutine.</a:t>
            </a:r>
          </a:p>
          <a:p>
            <a:r>
              <a:rPr lang="en-US"/>
              <a:t>We control the precision by passing the flags “double=both/off output_precision=single/full” to Abaqus/Explicit</a:t>
            </a:r>
          </a:p>
          <a:p>
            <a:r>
              <a:rPr lang="en-US"/>
              <a:t>If you explicitly declare type for VUMAT arguments, it will result in undefined behavior with memory overriding due to different data type, producing random number such as for nprops, props, and nstatev, etc</a:t>
            </a:r>
          </a:p>
          <a:p>
            <a:r>
              <a:rPr lang="en-US"/>
              <a:t>Example: in v90, you should declare the VUMAT arguments as follows</a:t>
            </a:r>
          </a:p>
          <a:p>
            <a:pPr marL="0" indent="0">
              <a:buNone/>
            </a:pPr>
            <a:r>
              <a:rPr lang="en-US"/>
              <a:t>       </a:t>
            </a:r>
            <a:r>
              <a:rPr lang="en-US">
                <a:solidFill>
                  <a:schemeClr val="accent3">
                    <a:lumMod val="50000"/>
                  </a:schemeClr>
                </a:solidFill>
              </a:rPr>
              <a:t>dimension props(nprops)</a:t>
            </a:r>
            <a:r>
              <a:rPr lang="en-US"/>
              <a:t> in stead of </a:t>
            </a:r>
            <a:r>
              <a:rPr lang="en-US">
                <a:solidFill>
                  <a:schemeClr val="accent6">
                    <a:lumMod val="75000"/>
                  </a:schemeClr>
                </a:solidFill>
              </a:rPr>
              <a:t>real, dimension(nprops) :: props (causing memory overflow)</a:t>
            </a:r>
          </a:p>
          <a:p>
            <a:r>
              <a:rPr lang="en-US"/>
              <a:t>VUMAT Double Precision discussion: </a:t>
            </a:r>
            <a:r>
              <a:rPr lang="en-US">
                <a:hlinkClick r:id="rId2"/>
              </a:rPr>
              <a:t>https://www.eng-tips.com/viewthread.cfm?qid=373104</a:t>
            </a:r>
            <a:endParaRPr lang="en-US"/>
          </a:p>
          <a:p>
            <a:endParaRPr lang="en-FI"/>
          </a:p>
        </p:txBody>
      </p:sp>
      <p:sp>
        <p:nvSpPr>
          <p:cNvPr id="3" name="Title 2">
            <a:extLst>
              <a:ext uri="{FF2B5EF4-FFF2-40B4-BE49-F238E27FC236}">
                <a16:creationId xmlns:a16="http://schemas.microsoft.com/office/drawing/2014/main" id="{1437E522-7CF7-0802-ABE1-50697980459B}"/>
              </a:ext>
            </a:extLst>
          </p:cNvPr>
          <p:cNvSpPr>
            <a:spLocks noGrp="1"/>
          </p:cNvSpPr>
          <p:nvPr>
            <p:ph type="title"/>
          </p:nvPr>
        </p:nvSpPr>
        <p:spPr>
          <a:xfrm>
            <a:off x="173836" y="201600"/>
            <a:ext cx="9261566" cy="543600"/>
          </a:xfrm>
        </p:spPr>
        <p:txBody>
          <a:bodyPr/>
          <a:lstStyle/>
          <a:p>
            <a:r>
              <a:rPr lang="en-US"/>
              <a:t>Bugs and debugging: do not declare type for Abaqus subroutine arguments</a:t>
            </a:r>
            <a:endParaRPr lang="en-FI"/>
          </a:p>
        </p:txBody>
      </p:sp>
      <p:pic>
        <p:nvPicPr>
          <p:cNvPr id="4" name="Picture 3">
            <a:extLst>
              <a:ext uri="{FF2B5EF4-FFF2-40B4-BE49-F238E27FC236}">
                <a16:creationId xmlns:a16="http://schemas.microsoft.com/office/drawing/2014/main" id="{D33D4798-A3F0-9147-EE0D-F385D74386F9}"/>
              </a:ext>
            </a:extLst>
          </p:cNvPr>
          <p:cNvPicPr>
            <a:picLocks noChangeAspect="1"/>
          </p:cNvPicPr>
          <p:nvPr/>
        </p:nvPicPr>
        <p:blipFill rotWithShape="1">
          <a:blip r:embed="rId3"/>
          <a:srcRect t="49245"/>
          <a:stretch/>
        </p:blipFill>
        <p:spPr>
          <a:xfrm>
            <a:off x="3345828" y="2090057"/>
            <a:ext cx="5124933" cy="747784"/>
          </a:xfrm>
          <a:prstGeom prst="rect">
            <a:avLst/>
          </a:prstGeom>
        </p:spPr>
      </p:pic>
    </p:spTree>
    <p:extLst>
      <p:ext uri="{BB962C8B-B14F-4D97-AF65-F5344CB8AC3E}">
        <p14:creationId xmlns:p14="http://schemas.microsoft.com/office/powerpoint/2010/main" val="831365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683214"/>
            <a:ext cx="3219849" cy="1420325"/>
          </a:xfrm>
          <a:prstGeom prst="rect">
            <a:avLst/>
          </a:prstGeom>
          <a:noFill/>
        </p:spPr>
        <p:txBody>
          <a:bodyPr wrap="square">
            <a:spAutoFit/>
          </a:bodyPr>
          <a:lstStyle/>
          <a:p>
            <a:pPr algn="ctr">
              <a:lnSpc>
                <a:spcPct val="150000"/>
              </a:lnSpc>
            </a:pPr>
            <a:r>
              <a:rPr lang="en-US" sz="2000" b="1"/>
              <a:t>Step 6: </a:t>
            </a:r>
          </a:p>
          <a:p>
            <a:pPr algn="ctr">
              <a:lnSpc>
                <a:spcPct val="150000"/>
              </a:lnSpc>
            </a:pPr>
            <a:r>
              <a:rPr lang="en-US" sz="2000" b="1"/>
              <a:t>Incorporate ml_module</a:t>
            </a:r>
          </a:p>
          <a:p>
            <a:pPr algn="ctr">
              <a:lnSpc>
                <a:spcPct val="150000"/>
              </a:lnSpc>
            </a:pPr>
            <a:r>
              <a:rPr lang="en-US" sz="2000" b="1"/>
              <a:t>into Abaqus VUMAT</a:t>
            </a:r>
          </a:p>
        </p:txBody>
      </p:sp>
    </p:spTree>
    <p:extLst>
      <p:ext uri="{BB962C8B-B14F-4D97-AF65-F5344CB8AC3E}">
        <p14:creationId xmlns:p14="http://schemas.microsoft.com/office/powerpoint/2010/main" val="6380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Incorporate ml_module interface into Fortran code</a:t>
            </a:r>
            <a:endParaRPr lang="en-FI"/>
          </a:p>
        </p:txBody>
      </p:sp>
      <p:sp>
        <p:nvSpPr>
          <p:cNvPr id="4" name="TextBox 3">
            <a:extLst>
              <a:ext uri="{FF2B5EF4-FFF2-40B4-BE49-F238E27FC236}">
                <a16:creationId xmlns:a16="http://schemas.microsoft.com/office/drawing/2014/main" id="{3A6E9D70-BC4D-A4CE-F3FC-272C695BC568}"/>
              </a:ext>
            </a:extLst>
          </p:cNvPr>
          <p:cNvSpPr txBox="1"/>
          <p:nvPr/>
        </p:nvSpPr>
        <p:spPr>
          <a:xfrm>
            <a:off x="113546" y="895925"/>
            <a:ext cx="11411913" cy="5863144"/>
          </a:xfrm>
          <a:prstGeom prst="rect">
            <a:avLst/>
          </a:prstGeom>
          <a:noFill/>
        </p:spPr>
        <p:txBody>
          <a:bodyPr wrap="square">
            <a:spAutoFit/>
          </a:bodyPr>
          <a:lstStyle/>
          <a:p>
            <a:r>
              <a:rPr lang="fi-FI" sz="1500" b="1" i="1">
                <a:solidFill>
                  <a:srgbClr val="5C6370"/>
                </a:solidFill>
                <a:effectLst/>
                <a:latin typeface="Consolas" panose="020B0609020204030204" pitchFamily="49" charset="0"/>
              </a:rPr>
              <a:t>!       Update PEEQ new (common to both vM and ML model)</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new_PEEQ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old_PEEQ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delta_PEEQ</a:t>
            </a:r>
          </a:p>
          <a:p>
            <a:r>
              <a:rPr lang="fi-FI" sz="1500" b="1">
                <a:solidFill>
                  <a:srgbClr val="ABB2BF"/>
                </a:solidFill>
                <a:effectLst/>
                <a:latin typeface="Consolas" panose="020B0609020204030204" pitchFamily="49" charset="0"/>
              </a:rPr>
              <a:t>        stateNew(k,</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new_PEEQ</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Update strain rate</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new_strain_rate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delta_PEEQ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dt</a:t>
            </a:r>
          </a:p>
          <a:p>
            <a:r>
              <a:rPr lang="fi-FI" sz="1500" b="1">
                <a:solidFill>
                  <a:srgbClr val="ABB2BF"/>
                </a:solidFill>
                <a:effectLst/>
                <a:latin typeface="Consolas" panose="020B0609020204030204" pitchFamily="49" charset="0"/>
              </a:rPr>
              <a:t>        stateNew(k,</a:t>
            </a:r>
            <a:r>
              <a:rPr lang="fi-FI" sz="1500" b="1">
                <a:solidFill>
                  <a:srgbClr val="D19A66"/>
                </a:solidFill>
                <a:effectLst/>
                <a:latin typeface="Consolas" panose="020B0609020204030204" pitchFamily="49" charset="0"/>
              </a:rPr>
              <a:t>2</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new_strain_rate</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Get old temperature</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old_temp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stateOld(k,</a:t>
            </a:r>
            <a:r>
              <a:rPr lang="fi-FI" sz="1500" b="1">
                <a:solidFill>
                  <a:srgbClr val="D19A66"/>
                </a:solidFill>
                <a:effectLst/>
                <a:latin typeface="Consolas" panose="020B0609020204030204" pitchFamily="49" charset="0"/>
              </a:rPr>
              <a:t>4</a:t>
            </a:r>
            <a:r>
              <a:rPr lang="fi-FI" sz="1500" b="1">
                <a:solidFill>
                  <a:srgbClr val="ABB2BF"/>
                </a:solidFill>
                <a:effectLst/>
                <a:latin typeface="Consolas" panose="020B0609020204030204" pitchFamily="49" charset="0"/>
              </a:rPr>
              <a:t>)</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Transform and normalize inputs for ML model</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log_new_PEEQ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log10</a:t>
            </a:r>
            <a:r>
              <a:rPr lang="fi-FI" sz="1500" b="1">
                <a:solidFill>
                  <a:srgbClr val="ABB2BF"/>
                </a:solidFill>
                <a:effectLst/>
                <a:latin typeface="Consolas" panose="020B0609020204030204" pitchFamily="49" charset="0"/>
              </a:rPr>
              <a:t>(new_PEEQ)</a:t>
            </a:r>
          </a:p>
          <a:p>
            <a:r>
              <a:rPr lang="fi-FI" sz="1500" b="1">
                <a:solidFill>
                  <a:srgbClr val="ABB2BF"/>
                </a:solidFill>
                <a:effectLst/>
                <a:latin typeface="Consolas" panose="020B0609020204030204" pitchFamily="49" charset="0"/>
              </a:rPr>
              <a:t>        log_new_strain_rate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log10</a:t>
            </a:r>
            <a:r>
              <a:rPr lang="fi-FI" sz="1500" b="1">
                <a:solidFill>
                  <a:srgbClr val="ABB2BF"/>
                </a:solidFill>
                <a:effectLst/>
                <a:latin typeface="Consolas" panose="020B0609020204030204" pitchFamily="49" charset="0"/>
              </a:rPr>
              <a:t>(new_strain_rate)</a:t>
            </a:r>
          </a:p>
          <a:p>
            <a:r>
              <a:rPr lang="fi-FI" sz="1500" b="1">
                <a:solidFill>
                  <a:srgbClr val="ABB2BF"/>
                </a:solidFill>
                <a:effectLst/>
                <a:latin typeface="Consolas" panose="020B0609020204030204" pitchFamily="49" charset="0"/>
              </a:rPr>
              <a:t>        norm_PEEQ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(log_new_PEEQ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log_PEEQ_min)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log_PEEQ_max</a:t>
            </a:r>
          </a:p>
          <a:p>
            <a:r>
              <a:rPr lang="fi-FI" sz="1500" b="1">
                <a:solidFill>
                  <a:srgbClr val="ABB2BF"/>
                </a:solidFill>
                <a:effectLst/>
                <a:latin typeface="Consolas" panose="020B0609020204030204" pitchFamily="49" charset="0"/>
              </a:rPr>
              <a:t>        norm_strain_rate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(log_new_strain_rate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log_strain_rate_min)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log_strain_rate_max</a:t>
            </a:r>
          </a:p>
          <a:p>
            <a:r>
              <a:rPr lang="fi-FI" sz="1500" b="1">
                <a:solidFill>
                  <a:srgbClr val="ABB2BF"/>
                </a:solidFill>
                <a:effectLst/>
                <a:latin typeface="Consolas" panose="020B0609020204030204" pitchFamily="49" charset="0"/>
              </a:rPr>
              <a:t>        norm_temp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(old_temp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temp_min)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temp_max</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Fill input_array with the the normalized values</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input_array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reshape</a:t>
            </a:r>
            <a:r>
              <a:rPr lang="fi-FI" sz="1500" b="1">
                <a:solidFill>
                  <a:srgbClr val="ABB2BF"/>
                </a:solidFill>
                <a:effectLst/>
                <a:latin typeface="Consolas" panose="020B0609020204030204" pitchFamily="49" charset="0"/>
              </a:rPr>
              <a:t>([norm_PEEQ, norm_strain_rate, norm_temp], [</a:t>
            </a:r>
            <a:r>
              <a:rPr lang="fi-FI" sz="1500" b="1">
                <a:solidFill>
                  <a:srgbClr val="D19A66"/>
                </a:solidFill>
                <a:effectLst/>
                <a:latin typeface="Consolas" panose="020B0609020204030204" pitchFamily="49" charset="0"/>
              </a:rPr>
              <a:t>3</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a:t>
            </a:r>
          </a:p>
          <a:p>
            <a:endParaRPr lang="fi-FI" sz="1500" b="1" i="1">
              <a:solidFill>
                <a:srgbClr val="ABB2BF"/>
              </a:solidFill>
              <a:latin typeface="Consolas" panose="020B0609020204030204" pitchFamily="49" charset="0"/>
            </a:endParaRPr>
          </a:p>
          <a:p>
            <a:r>
              <a:rPr lang="fi-FI" sz="1500" b="1" i="1">
                <a:solidFill>
                  <a:srgbClr val="5C6370"/>
                </a:solidFill>
                <a:effectLst/>
                <a:latin typeface="Consolas" panose="020B0609020204030204" pitchFamily="49" charset="0"/>
              </a:rPr>
              <a:t>!       Define the shape of the input tensor</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input_shape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3</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a:t>
            </a:r>
          </a:p>
          <a:p>
            <a:r>
              <a:rPr lang="fi-FI" sz="1500" b="1">
                <a:solidFill>
                  <a:srgbClr val="ABB2BF"/>
                </a:solidFill>
                <a:effectLst/>
                <a:latin typeface="Consolas" panose="020B0609020204030204" pitchFamily="49" charset="0"/>
              </a:rPr>
              <a:t>        output_shape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2</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a:t>
            </a:r>
          </a:p>
          <a:p>
            <a:r>
              <a:rPr lang="fi-FI" sz="1500" b="1">
                <a:solidFill>
                  <a:srgbClr val="ABB2BF"/>
                </a:solidFill>
                <a:effectLst/>
                <a:latin typeface="Consolas" panose="020B0609020204030204" pitchFamily="49" charset="0"/>
              </a:rPr>
              <a:t>        </a:t>
            </a:r>
          </a:p>
        </p:txBody>
      </p:sp>
    </p:spTree>
    <p:extLst>
      <p:ext uri="{BB962C8B-B14F-4D97-AF65-F5344CB8AC3E}">
        <p14:creationId xmlns:p14="http://schemas.microsoft.com/office/powerpoint/2010/main" val="3107996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540BA9-2FCF-CE22-1B49-36DFA0BE0929}"/>
              </a:ext>
            </a:extLst>
          </p:cNvPr>
          <p:cNvSpPr>
            <a:spLocks noGrp="1"/>
          </p:cNvSpPr>
          <p:nvPr>
            <p:ph type="title"/>
          </p:nvPr>
        </p:nvSpPr>
        <p:spPr/>
        <p:txBody>
          <a:bodyPr/>
          <a:lstStyle/>
          <a:p>
            <a:r>
              <a:rPr lang="en-US"/>
              <a:t>Incorporate ml_module interface into Fortran code</a:t>
            </a:r>
            <a:endParaRPr lang="en-FI"/>
          </a:p>
        </p:txBody>
      </p:sp>
      <p:sp>
        <p:nvSpPr>
          <p:cNvPr id="4" name="TextBox 3">
            <a:extLst>
              <a:ext uri="{FF2B5EF4-FFF2-40B4-BE49-F238E27FC236}">
                <a16:creationId xmlns:a16="http://schemas.microsoft.com/office/drawing/2014/main" id="{77BC2AA8-B30C-4A3E-4B35-26C06880ECD5}"/>
              </a:ext>
            </a:extLst>
          </p:cNvPr>
          <p:cNvSpPr txBox="1"/>
          <p:nvPr/>
        </p:nvSpPr>
        <p:spPr>
          <a:xfrm>
            <a:off x="274320" y="916990"/>
            <a:ext cx="11251139" cy="5632311"/>
          </a:xfrm>
          <a:prstGeom prst="rect">
            <a:avLst/>
          </a:prstGeom>
          <a:noFill/>
        </p:spPr>
        <p:txBody>
          <a:bodyPr wrap="square">
            <a:spAutoFit/>
          </a:bodyPr>
          <a:lstStyle/>
          <a:p>
            <a:r>
              <a:rPr lang="fi-FI" sz="1500" b="1" i="1">
                <a:solidFill>
                  <a:srgbClr val="5C6370"/>
                </a:solidFill>
                <a:effectLst/>
                <a:latin typeface="Consolas" panose="020B0609020204030204" pitchFamily="49" charset="0"/>
              </a:rPr>
              <a:t>!       Place the single tensor into an array</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input_tensors(</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r32_3_associate_tensor(input_array, input_shape)</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Call the ML inference </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call</a:t>
            </a:r>
            <a:r>
              <a:rPr lang="fi-FI" sz="1500" b="1">
                <a:solidFill>
                  <a:srgbClr val="ABB2BF"/>
                </a:solidFill>
                <a:effectLst/>
                <a:latin typeface="Consolas" panose="020B0609020204030204" pitchFamily="49" charset="0"/>
              </a:rPr>
              <a:t> ml_module_calc(model_session_1, inputs_1, input_tensors, outputs_1, output_tensors)</a:t>
            </a:r>
          </a:p>
          <a:p>
            <a:r>
              <a:rPr lang="fi-FI" sz="1500" b="1">
                <a:solidFill>
                  <a:srgbClr val="ABB2BF"/>
                </a:solidFill>
                <a:effectLst/>
                <a:latin typeface="Consolas" panose="020B0609020204030204" pitchFamily="49" charset="0"/>
              </a:rPr>
              <a:t>        </a:t>
            </a:r>
          </a:p>
          <a:p>
            <a:r>
              <a:rPr lang="fi-FI" sz="1500" b="1" i="1">
                <a:solidFill>
                  <a:srgbClr val="5C6370"/>
                </a:solidFill>
                <a:effectLst/>
                <a:latin typeface="Consolas" panose="020B0609020204030204" pitchFamily="49" charset="0"/>
              </a:rPr>
              <a:t>!       Binding the pointers to the output to extract results</a:t>
            </a:r>
            <a:br>
              <a:rPr lang="fi-FI" sz="1500" b="1">
                <a:solidFill>
                  <a:srgbClr val="ABB2BF"/>
                </a:solidFill>
                <a:effectLst/>
                <a:latin typeface="Consolas" panose="020B0609020204030204" pitchFamily="49" charset="0"/>
              </a:rPr>
            </a:b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call</a:t>
            </a:r>
            <a:r>
              <a:rPr lang="fi-FI" sz="1500" b="1">
                <a:solidFill>
                  <a:srgbClr val="ABB2BF"/>
                </a:solidFill>
                <a:effectLst/>
                <a:latin typeface="Consolas" panose="020B0609020204030204" pitchFamily="49" charset="0"/>
              </a:rPr>
              <a:t> c_f_pointer(TF_TensorData(output_tensors(</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 output_data_ptr, </a:t>
            </a:r>
            <a:r>
              <a:rPr lang="fi-FI" sz="1500" b="1">
                <a:solidFill>
                  <a:srgbClr val="C678DD"/>
                </a:solidFill>
                <a:effectLst/>
                <a:latin typeface="Consolas" panose="020B0609020204030204" pitchFamily="49" charset="0"/>
              </a:rPr>
              <a:t>shape</a:t>
            </a:r>
            <a:r>
              <a:rPr lang="fi-FI" sz="1500" b="1">
                <a:solidFill>
                  <a:srgbClr val="ABB2BF"/>
                </a:solidFill>
                <a:effectLst/>
                <a:latin typeface="Consolas" panose="020B0609020204030204" pitchFamily="49" charset="0"/>
              </a:rPr>
              <a:t>(output_data_ptr))</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Extracting the output from the pointer</a:t>
            </a:r>
            <a:br>
              <a:rPr lang="fi-FI" sz="1500" b="1">
                <a:solidFill>
                  <a:srgbClr val="ABB2BF"/>
                </a:solidFill>
                <a:effectLst/>
                <a:latin typeface="Consolas" panose="020B0609020204030204" pitchFamily="49" charset="0"/>
              </a:rPr>
            </a:br>
            <a:r>
              <a:rPr lang="fi-FI" sz="1500" b="1">
                <a:solidFill>
                  <a:srgbClr val="ABB2BF"/>
                </a:solidFill>
                <a:effectLst/>
                <a:latin typeface="Consolas" panose="020B0609020204030204" pitchFamily="49" charset="0"/>
              </a:rPr>
              <a:t>        norm_new_stress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output_data_ptr(</a:t>
            </a:r>
            <a:r>
              <a:rPr lang="fi-FI" sz="1500" b="1">
                <a:solidFill>
                  <a:srgbClr val="D19A66"/>
                </a:solidFill>
                <a:effectLst/>
                <a:latin typeface="Consolas" panose="020B0609020204030204" pitchFamily="49" charset="0"/>
              </a:rPr>
              <a:t>1</a:t>
            </a:r>
            <a:r>
              <a:rPr lang="fi-FI" sz="1500" b="1">
                <a:solidFill>
                  <a:srgbClr val="ABB2BF"/>
                </a:solidFill>
                <a:effectLst/>
                <a:latin typeface="Consolas" panose="020B0609020204030204" pitchFamily="49" charset="0"/>
              </a:rPr>
              <a:t>)</a:t>
            </a:r>
          </a:p>
          <a:p>
            <a:r>
              <a:rPr lang="fi-FI" sz="1500" b="1">
                <a:solidFill>
                  <a:srgbClr val="ABB2BF"/>
                </a:solidFill>
                <a:effectLst/>
                <a:latin typeface="Consolas" panose="020B0609020204030204" pitchFamily="49" charset="0"/>
              </a:rPr>
              <a:t>        norm_delta_temp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output_data_ptr(</a:t>
            </a:r>
            <a:r>
              <a:rPr lang="fi-FI" sz="1500" b="1">
                <a:solidFill>
                  <a:srgbClr val="D19A66"/>
                </a:solidFill>
                <a:effectLst/>
                <a:latin typeface="Consolas" panose="020B0609020204030204" pitchFamily="49" charset="0"/>
              </a:rPr>
              <a:t>2</a:t>
            </a:r>
            <a:r>
              <a:rPr lang="fi-FI" sz="1500" b="1">
                <a:solidFill>
                  <a:srgbClr val="ABB2BF"/>
                </a:solidFill>
                <a:effectLst/>
                <a:latin typeface="Consolas" panose="020B0609020204030204" pitchFamily="49" charset="0"/>
              </a:rPr>
              <a:t>)</a:t>
            </a:r>
          </a:p>
          <a:p>
            <a:endParaRPr lang="fi-FI" sz="1500" b="1">
              <a:solidFill>
                <a:srgbClr val="ABB2BF"/>
              </a:solidFill>
              <a:effectLst/>
              <a:latin typeface="Consolas" panose="020B0609020204030204" pitchFamily="49" charset="0"/>
            </a:endParaRPr>
          </a:p>
          <a:p>
            <a:r>
              <a:rPr lang="fi-FI" sz="1500" b="1" i="1">
                <a:solidFill>
                  <a:srgbClr val="5C6370"/>
                </a:solidFill>
                <a:effectLst/>
                <a:latin typeface="Consolas" panose="020B0609020204030204" pitchFamily="49" charset="0"/>
              </a:rPr>
              <a:t>!       output is normalized stress and delta temperature</a:t>
            </a:r>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Descaling the output</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new_stress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norm_new_stress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stress_max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stress_min</a:t>
            </a:r>
          </a:p>
          <a:p>
            <a:r>
              <a:rPr lang="fi-FI" sz="1500" b="1">
                <a:solidFill>
                  <a:srgbClr val="ABB2BF"/>
                </a:solidFill>
                <a:effectLst/>
                <a:latin typeface="Consolas" panose="020B0609020204030204" pitchFamily="49" charset="0"/>
              </a:rPr>
              <a:t>        delta_temp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norm_delta_temp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delta_temp_max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delta_temp_min</a:t>
            </a:r>
          </a:p>
          <a:p>
            <a:r>
              <a:rPr lang="fi-FI" sz="1500" b="1">
                <a:solidFill>
                  <a:srgbClr val="ABB2BF"/>
                </a:solidFill>
                <a:effectLst/>
                <a:latin typeface="Consolas" panose="020B0609020204030204" pitchFamily="49" charset="0"/>
              </a:rPr>
              <a:t>        new_temp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old_temp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delta_temp</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Update stress from ML output</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stateNew(k,</a:t>
            </a:r>
            <a:r>
              <a:rPr lang="fi-FI" sz="1500" b="1">
                <a:solidFill>
                  <a:srgbClr val="D19A66"/>
                </a:solidFill>
                <a:effectLst/>
                <a:latin typeface="Consolas" panose="020B0609020204030204" pitchFamily="49" charset="0"/>
              </a:rPr>
              <a:t>3</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new_stress</a:t>
            </a:r>
          </a:p>
          <a:p>
            <a:br>
              <a:rPr lang="fi-FI" sz="1500" b="1">
                <a:solidFill>
                  <a:srgbClr val="ABB2BF"/>
                </a:solidFill>
                <a:effectLst/>
                <a:latin typeface="Consolas" panose="020B0609020204030204" pitchFamily="49" charset="0"/>
              </a:rPr>
            </a:br>
            <a:r>
              <a:rPr lang="fi-FI" sz="1500" b="1" i="1">
                <a:solidFill>
                  <a:srgbClr val="5C6370"/>
                </a:solidFill>
                <a:effectLst/>
                <a:latin typeface="Consolas" panose="020B0609020204030204" pitchFamily="49" charset="0"/>
              </a:rPr>
              <a:t>! Update temperature from ML output</a:t>
            </a:r>
            <a:endParaRPr lang="fi-FI" sz="1500" b="1">
              <a:solidFill>
                <a:srgbClr val="ABB2BF"/>
              </a:solidFill>
              <a:effectLst/>
              <a:latin typeface="Consolas" panose="020B0609020204030204" pitchFamily="49" charset="0"/>
            </a:endParaRPr>
          </a:p>
          <a:p>
            <a:r>
              <a:rPr lang="fi-FI" sz="1500" b="1">
                <a:solidFill>
                  <a:srgbClr val="ABB2BF"/>
                </a:solidFill>
                <a:effectLst/>
                <a:latin typeface="Consolas" panose="020B0609020204030204" pitchFamily="49" charset="0"/>
              </a:rPr>
              <a:t>        stateNew(k,</a:t>
            </a:r>
            <a:r>
              <a:rPr lang="fi-FI" sz="1500" b="1">
                <a:solidFill>
                  <a:srgbClr val="D19A66"/>
                </a:solidFill>
                <a:effectLst/>
                <a:latin typeface="Consolas" panose="020B0609020204030204" pitchFamily="49" charset="0"/>
              </a:rPr>
              <a:t>4</a:t>
            </a:r>
            <a:r>
              <a:rPr lang="fi-FI" sz="1500" b="1">
                <a:solidFill>
                  <a:srgbClr val="ABB2BF"/>
                </a:solidFill>
                <a:effectLst/>
                <a:latin typeface="Consolas" panose="020B0609020204030204" pitchFamily="49" charset="0"/>
              </a:rPr>
              <a:t>) </a:t>
            </a:r>
            <a:r>
              <a:rPr lang="fi-FI" sz="1500" b="1">
                <a:solidFill>
                  <a:srgbClr val="C678DD"/>
                </a:solidFill>
                <a:effectLst/>
                <a:latin typeface="Consolas" panose="020B0609020204030204" pitchFamily="49" charset="0"/>
              </a:rPr>
              <a:t>=</a:t>
            </a:r>
            <a:r>
              <a:rPr lang="fi-FI" sz="1500" b="1">
                <a:solidFill>
                  <a:srgbClr val="ABB2BF"/>
                </a:solidFill>
                <a:effectLst/>
                <a:latin typeface="Consolas" panose="020B0609020204030204" pitchFamily="49" charset="0"/>
              </a:rPr>
              <a:t> new_temp</a:t>
            </a:r>
          </a:p>
        </p:txBody>
      </p:sp>
    </p:spTree>
    <p:extLst>
      <p:ext uri="{BB962C8B-B14F-4D97-AF65-F5344CB8AC3E}">
        <p14:creationId xmlns:p14="http://schemas.microsoft.com/office/powerpoint/2010/main" val="3745377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E5488D-660F-73A7-8A01-C94DDB0F63AA}"/>
              </a:ext>
            </a:extLst>
          </p:cNvPr>
          <p:cNvSpPr>
            <a:spLocks noGrp="1"/>
          </p:cNvSpPr>
          <p:nvPr>
            <p:ph type="body" sz="quarter" idx="13"/>
          </p:nvPr>
        </p:nvSpPr>
        <p:spPr>
          <a:xfrm>
            <a:off x="193040" y="919739"/>
            <a:ext cx="11425767" cy="2255540"/>
          </a:xfrm>
        </p:spPr>
        <p:txBody>
          <a:bodyPr/>
          <a:lstStyle/>
          <a:p>
            <a:pPr marL="285750" indent="-285750" algn="just"/>
            <a:r>
              <a:rPr lang="en-US"/>
              <a:t>In Fortran, arrays are stored in column-major order. This means that elements in a column are stored in contiguous memory locations. In other words, Fortran stores all elements of the first column, then all elements of the second column, and so on. This principal expands to higher dimensions as well</a:t>
            </a:r>
          </a:p>
          <a:p>
            <a:pPr marL="285750" indent="-285750" algn="just"/>
            <a:r>
              <a:rPr lang="en-US"/>
              <a:t>=&gt; </a:t>
            </a:r>
            <a:r>
              <a:rPr lang="en-US" b="1"/>
              <a:t>Memory access pattern</a:t>
            </a:r>
            <a:r>
              <a:rPr lang="en-US"/>
              <a:t>: accessing an entire row in a column-major order array can be slower compared to accessing a column. This is because when accessing a row, the program has to jump across memory locations to collect each element from different columns =&gt; Accessing row A(:, 1) is slower than column A(1, :) </a:t>
            </a:r>
          </a:p>
        </p:txBody>
      </p:sp>
      <p:sp>
        <p:nvSpPr>
          <p:cNvPr id="3" name="Title 2">
            <a:extLst>
              <a:ext uri="{FF2B5EF4-FFF2-40B4-BE49-F238E27FC236}">
                <a16:creationId xmlns:a16="http://schemas.microsoft.com/office/drawing/2014/main" id="{EE9A27EA-9A6E-1EA4-B978-01DEB7FA332F}"/>
              </a:ext>
            </a:extLst>
          </p:cNvPr>
          <p:cNvSpPr>
            <a:spLocks noGrp="1"/>
          </p:cNvSpPr>
          <p:nvPr>
            <p:ph type="title"/>
          </p:nvPr>
        </p:nvSpPr>
        <p:spPr/>
        <p:txBody>
          <a:bodyPr/>
          <a:lstStyle/>
          <a:p>
            <a:r>
              <a:rPr lang="en-US"/>
              <a:t>Bugs and debugging: Transposing matrix from Fortran to C API</a:t>
            </a:r>
            <a:endParaRPr lang="en-FI"/>
          </a:p>
        </p:txBody>
      </p:sp>
      <p:pic>
        <p:nvPicPr>
          <p:cNvPr id="3074" name="Picture 2" descr="Column-major vs row-major arrays: Does it matter? – The Craft of Coding">
            <a:extLst>
              <a:ext uri="{FF2B5EF4-FFF2-40B4-BE49-F238E27FC236}">
                <a16:creationId xmlns:a16="http://schemas.microsoft.com/office/drawing/2014/main" id="{9D76A65D-E647-1F98-E383-2FD0FD7576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58" t="9322" r="5979" b="9450"/>
          <a:stretch/>
        </p:blipFill>
        <p:spPr bwMode="auto">
          <a:xfrm>
            <a:off x="406896" y="3258812"/>
            <a:ext cx="6065751" cy="3152035"/>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1">
            <a:extLst>
              <a:ext uri="{FF2B5EF4-FFF2-40B4-BE49-F238E27FC236}">
                <a16:creationId xmlns:a16="http://schemas.microsoft.com/office/drawing/2014/main" id="{3A463BCA-3CFE-5018-887A-ED8E9651002E}"/>
              </a:ext>
            </a:extLst>
          </p:cNvPr>
          <p:cNvSpPr txBox="1">
            <a:spLocks/>
          </p:cNvSpPr>
          <p:nvPr/>
        </p:nvSpPr>
        <p:spPr>
          <a:xfrm>
            <a:off x="6765444" y="3349818"/>
            <a:ext cx="5285432" cy="3061029"/>
          </a:xfrm>
          <a:prstGeom prst="rect">
            <a:avLst/>
          </a:prstGeom>
        </p:spPr>
        <p:txBody>
          <a:bodyPr lIns="0" tIns="0" rIns="0" bIns="0"/>
          <a:lstStyle>
            <a:lvl1pPr marL="215900" indent="-432000" algn="l" defTabSz="215900" rtl="0" fontAlgn="base">
              <a:lnSpc>
                <a:spcPct val="135000"/>
              </a:lnSpc>
              <a:spcBef>
                <a:spcPct val="0"/>
              </a:spcBef>
              <a:spcAft>
                <a:spcPct val="0"/>
              </a:spcAft>
              <a:buClr>
                <a:srgbClr val="C00000"/>
              </a:buClr>
              <a:buSzPct val="90000"/>
              <a:buFont typeface="Wingdings" panose="05000000000000000000" pitchFamily="2" charset="2"/>
              <a:buChar char="q"/>
              <a:tabLst>
                <a:tab pos="215900" algn="l"/>
              </a:tabLst>
              <a:defRPr kern="1200" baseline="0">
                <a:solidFill>
                  <a:schemeClr val="tx1"/>
                </a:solidFill>
                <a:latin typeface="Arial" panose="020B0604020202020204" pitchFamily="34" charset="0"/>
                <a:ea typeface="+mn-ea"/>
                <a:cs typeface="Arial" panose="020B0604020202020204" pitchFamily="34" charset="0"/>
              </a:defRPr>
            </a:lvl1pPr>
            <a:lvl2pPr marL="792000" indent="-360000" algn="l" rtl="0" fontAlgn="base">
              <a:lnSpc>
                <a:spcPct val="135000"/>
              </a:lnSpc>
              <a:spcBef>
                <a:spcPct val="0"/>
              </a:spcBef>
              <a:spcAft>
                <a:spcPct val="0"/>
              </a:spcAft>
              <a:buClr>
                <a:srgbClr val="C00000"/>
              </a:buClr>
              <a:buFont typeface="Wingdings" panose="05000000000000000000" pitchFamily="2" charset="2"/>
              <a:buChar char="Ø"/>
              <a:tabLst>
                <a:tab pos="431800" algn="l"/>
              </a:tabLst>
              <a:defRPr sz="1600" kern="1200">
                <a:solidFill>
                  <a:schemeClr val="tx1"/>
                </a:solidFill>
                <a:latin typeface="Arial" panose="020B0604020202020204" pitchFamily="34" charset="0"/>
                <a:ea typeface="+mn-ea"/>
                <a:cs typeface="Arial" panose="020B0604020202020204" pitchFamily="34" charset="0"/>
              </a:defRPr>
            </a:lvl2pPr>
            <a:lvl3pPr marL="1080000" indent="-288000" algn="l" defTabSz="215900" rtl="0" fontAlgn="base">
              <a:lnSpc>
                <a:spcPct val="135000"/>
              </a:lnSpc>
              <a:spcBef>
                <a:spcPct val="0"/>
              </a:spcBef>
              <a:spcAft>
                <a:spcPct val="0"/>
              </a:spcAft>
              <a:buClr>
                <a:srgbClr val="C00000"/>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mn-ea"/>
                <a:cs typeface="Arial" panose="020B0604020202020204" pitchFamily="34" charset="0"/>
              </a:defRPr>
            </a:lvl3pPr>
            <a:lvl4pPr marL="1368000" indent="-288000" algn="l" defTabSz="215900" rtl="0" fontAlgn="base">
              <a:lnSpc>
                <a:spcPct val="135000"/>
              </a:lnSpc>
              <a:spcBef>
                <a:spcPct val="0"/>
              </a:spcBef>
              <a:spcAft>
                <a:spcPct val="0"/>
              </a:spcAft>
              <a:buClr>
                <a:srgbClr val="C00000"/>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863600" indent="-215900" algn="l" rtl="0" fontAlgn="base">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eaLnBrk="1" hangingPunct="1"/>
            <a:r>
              <a:rPr lang="en-US"/>
              <a:t>Fortran however has the same indexing order as Python Numpy/MATLAB.</a:t>
            </a:r>
          </a:p>
          <a:p>
            <a:pPr marL="285750" indent="-285750" eaLnBrk="1" hangingPunct="1"/>
            <a:r>
              <a:rPr lang="en-US"/>
              <a:t>To ensure compatibility with TF_Tensor input, which is row-major, the input to ML model must be transposed when it was in native Fortran array, so that the rows become contiguous in TF</a:t>
            </a:r>
          </a:p>
          <a:p>
            <a:pPr marL="285750" indent="-285750" eaLnBrk="1" hangingPunct="1"/>
            <a:r>
              <a:rPr lang="en-US"/>
              <a:t>Example: TF_Tensor input needs shape (1, 1, 3), so native Fortran should have shape (3, 1, 1)</a:t>
            </a:r>
          </a:p>
        </p:txBody>
      </p:sp>
    </p:spTree>
    <p:extLst>
      <p:ext uri="{BB962C8B-B14F-4D97-AF65-F5344CB8AC3E}">
        <p14:creationId xmlns:p14="http://schemas.microsoft.com/office/powerpoint/2010/main" val="90012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fade">
                                      <p:cBhvr>
                                        <p:cTn id="13" dur="500"/>
                                        <p:tgtEl>
                                          <p:spTgt spid="307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917521" y="1719993"/>
            <a:ext cx="3219849" cy="1420325"/>
          </a:xfrm>
          <a:prstGeom prst="rect">
            <a:avLst/>
          </a:prstGeom>
          <a:noFill/>
        </p:spPr>
        <p:txBody>
          <a:bodyPr wrap="square">
            <a:spAutoFit/>
          </a:bodyPr>
          <a:lstStyle/>
          <a:p>
            <a:pPr algn="ctr">
              <a:lnSpc>
                <a:spcPct val="150000"/>
              </a:lnSpc>
            </a:pPr>
            <a:r>
              <a:rPr lang="en-US" sz="2000" b="1"/>
              <a:t>Step 7: </a:t>
            </a:r>
          </a:p>
          <a:p>
            <a:pPr algn="ctr">
              <a:lnSpc>
                <a:spcPct val="150000"/>
              </a:lnSpc>
            </a:pPr>
            <a:r>
              <a:rPr lang="en-US" sz="2000" b="1"/>
              <a:t>User subroutine VEXTERNALDB</a:t>
            </a:r>
          </a:p>
        </p:txBody>
      </p:sp>
    </p:spTree>
    <p:extLst>
      <p:ext uri="{BB962C8B-B14F-4D97-AF65-F5344CB8AC3E}">
        <p14:creationId xmlns:p14="http://schemas.microsoft.com/office/powerpoint/2010/main" val="627438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0CA8F4-346E-19B0-5D9F-FA7C1483B528}"/>
              </a:ext>
            </a:extLst>
          </p:cNvPr>
          <p:cNvSpPr>
            <a:spLocks noGrp="1"/>
          </p:cNvSpPr>
          <p:nvPr>
            <p:ph type="title"/>
          </p:nvPr>
        </p:nvSpPr>
        <p:spPr/>
        <p:txBody>
          <a:bodyPr/>
          <a:lstStyle/>
          <a:p>
            <a:r>
              <a:rPr lang="en-US"/>
              <a:t>The time problem with ML model in VUMAT</a:t>
            </a:r>
            <a:endParaRPr lang="en-FI"/>
          </a:p>
        </p:txBody>
      </p:sp>
      <p:pic>
        <p:nvPicPr>
          <p:cNvPr id="4" name="Picture 3">
            <a:extLst>
              <a:ext uri="{FF2B5EF4-FFF2-40B4-BE49-F238E27FC236}">
                <a16:creationId xmlns:a16="http://schemas.microsoft.com/office/drawing/2014/main" id="{3BF4E7C1-CADC-48D1-EFF0-85B5C0145CA8}"/>
              </a:ext>
            </a:extLst>
          </p:cNvPr>
          <p:cNvPicPr>
            <a:picLocks noChangeAspect="1"/>
          </p:cNvPicPr>
          <p:nvPr/>
        </p:nvPicPr>
        <p:blipFill rotWithShape="1">
          <a:blip r:embed="rId2"/>
          <a:srcRect l="30828" t="62765" r="4686" b="13545"/>
          <a:stretch/>
        </p:blipFill>
        <p:spPr>
          <a:xfrm>
            <a:off x="652961" y="4710458"/>
            <a:ext cx="10590087" cy="1770729"/>
          </a:xfrm>
          <a:prstGeom prst="rect">
            <a:avLst/>
          </a:prstGeom>
        </p:spPr>
      </p:pic>
      <p:sp>
        <p:nvSpPr>
          <p:cNvPr id="5" name="Text Placeholder 1">
            <a:extLst>
              <a:ext uri="{FF2B5EF4-FFF2-40B4-BE49-F238E27FC236}">
                <a16:creationId xmlns:a16="http://schemas.microsoft.com/office/drawing/2014/main" id="{FBFF782E-C3A8-9C8B-D354-1783778CE654}"/>
              </a:ext>
            </a:extLst>
          </p:cNvPr>
          <p:cNvSpPr>
            <a:spLocks noGrp="1"/>
          </p:cNvSpPr>
          <p:nvPr>
            <p:ph type="body" sz="quarter" idx="13"/>
          </p:nvPr>
        </p:nvSpPr>
        <p:spPr>
          <a:xfrm>
            <a:off x="193040" y="919738"/>
            <a:ext cx="11425767" cy="3692455"/>
          </a:xfrm>
        </p:spPr>
        <p:txBody>
          <a:bodyPr/>
          <a:lstStyle/>
          <a:p>
            <a:pPr marL="285750" indent="-285750"/>
            <a:r>
              <a:rPr lang="en-US"/>
              <a:t>If we simply incorporate the ML model into VUMAT, where it constructs the graph, making inference, then close the graph, what could possibly happen?</a:t>
            </a:r>
          </a:p>
          <a:p>
            <a:pPr marL="285750" indent="-285750"/>
            <a:r>
              <a:rPr lang="en-US"/>
              <a:t>Consideration: we need to calculate how many times the VUMAT subroutine is invoked in the simulation</a:t>
            </a:r>
          </a:p>
          <a:p>
            <a:pPr marL="285750" indent="-285750"/>
            <a:r>
              <a:rPr lang="en-US"/>
              <a:t>The number of increments in Abaqus Explicit is automatically determined during s</a:t>
            </a:r>
            <a:r>
              <a:rPr lang="en-US" sz="1800" kern="1200"/>
              <a:t>tep 5: Begin </a:t>
            </a:r>
            <a:r>
              <a:rPr lang="fi-FI" sz="1800" kern="1200"/>
              <a:t>Abaqus/Explicit Packager (check Slide Abaqus Execution Order). The number of increments is </a:t>
            </a:r>
            <a:r>
              <a:rPr lang="fi-FI" sz="1800" kern="1200">
                <a:solidFill>
                  <a:srgbClr val="FF0000"/>
                </a:solidFill>
              </a:rPr>
              <a:t>20000</a:t>
            </a:r>
            <a:r>
              <a:rPr lang="fi-FI" sz="1800" kern="1200"/>
              <a:t> each frame, and we have </a:t>
            </a:r>
            <a:r>
              <a:rPr lang="fi-FI" sz="1800" kern="1200">
                <a:solidFill>
                  <a:srgbClr val="FF0000"/>
                </a:solidFill>
              </a:rPr>
              <a:t>100</a:t>
            </a:r>
            <a:r>
              <a:rPr lang="fi-FI" sz="1800" kern="1200"/>
              <a:t> frames. Furthermore, the model has </a:t>
            </a:r>
            <a:r>
              <a:rPr lang="fi-FI" sz="1800" kern="1200">
                <a:solidFill>
                  <a:srgbClr val="FF0000"/>
                </a:solidFill>
              </a:rPr>
              <a:t>8</a:t>
            </a:r>
            <a:r>
              <a:rPr lang="fi-FI" sz="1800" kern="1200"/>
              <a:t> nodes, and Abaqus domain level parallelism cannot divide further the 8 nodes, so the number of VUMAT calls is: </a:t>
            </a:r>
            <a:r>
              <a:rPr lang="fi-FI" sz="1800" kern="1200">
                <a:solidFill>
                  <a:srgbClr val="FF0000"/>
                </a:solidFill>
              </a:rPr>
              <a:t>20000 x 100 x 8 = 16 million times</a:t>
            </a:r>
            <a:r>
              <a:rPr lang="fi-FI" sz="1800" kern="1200"/>
              <a:t>, sequentially</a:t>
            </a:r>
          </a:p>
          <a:p>
            <a:pPr marL="285750" indent="-285750"/>
            <a:r>
              <a:rPr lang="fi-FI"/>
              <a:t>From output file, the graph construction alone takes on average 0.19 second. Let’s say the inference tasks 0.01 second, then each call takes 0.2 second. </a:t>
            </a:r>
          </a:p>
          <a:p>
            <a:pPr marL="0" indent="0">
              <a:buNone/>
            </a:pPr>
            <a:r>
              <a:rPr lang="fi-FI"/>
              <a:t>=&gt; On the simplest cube of 1 element, 8 nodes, it would take 37 days to finish simulation</a:t>
            </a:r>
          </a:p>
          <a:p>
            <a:pPr marL="285750" indent="-285750"/>
            <a:endParaRPr lang="en-US"/>
          </a:p>
        </p:txBody>
      </p:sp>
    </p:spTree>
    <p:extLst>
      <p:ext uri="{BB962C8B-B14F-4D97-AF65-F5344CB8AC3E}">
        <p14:creationId xmlns:p14="http://schemas.microsoft.com/office/powerpoint/2010/main" val="119497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8E4F50-C513-FDC4-283C-078CB6151E2F}"/>
              </a:ext>
            </a:extLst>
          </p:cNvPr>
          <p:cNvSpPr>
            <a:spLocks noGrp="1"/>
          </p:cNvSpPr>
          <p:nvPr>
            <p:ph type="title"/>
          </p:nvPr>
        </p:nvSpPr>
        <p:spPr/>
        <p:txBody>
          <a:bodyPr/>
          <a:lstStyle/>
          <a:p>
            <a:r>
              <a:rPr lang="en-US"/>
              <a:t>Bugs and Debugging: modules in Fortran follow the Singleton pattern! </a:t>
            </a:r>
            <a:endParaRPr lang="en-FI"/>
          </a:p>
        </p:txBody>
      </p:sp>
      <p:sp>
        <p:nvSpPr>
          <p:cNvPr id="7" name="TextBox 6">
            <a:extLst>
              <a:ext uri="{FF2B5EF4-FFF2-40B4-BE49-F238E27FC236}">
                <a16:creationId xmlns:a16="http://schemas.microsoft.com/office/drawing/2014/main" id="{C64507D8-84DB-B728-3EF0-8A29D98F0704}"/>
              </a:ext>
            </a:extLst>
          </p:cNvPr>
          <p:cNvSpPr txBox="1"/>
          <p:nvPr/>
        </p:nvSpPr>
        <p:spPr>
          <a:xfrm>
            <a:off x="137160" y="974077"/>
            <a:ext cx="11917680" cy="2585323"/>
          </a:xfrm>
          <a:prstGeom prst="rect">
            <a:avLst/>
          </a:prstGeom>
          <a:noFill/>
        </p:spPr>
        <p:txBody>
          <a:bodyPr wrap="square">
            <a:spAutoFit/>
          </a:bodyPr>
          <a:lstStyle/>
          <a:p>
            <a:r>
              <a:rPr lang="en-US"/>
              <a:t>The singleton pattern, in software design pattern, ensures that a class has only </a:t>
            </a:r>
            <a:r>
              <a:rPr lang="en-US">
                <a:solidFill>
                  <a:srgbClr val="FF0000"/>
                </a:solidFill>
              </a:rPr>
              <a:t>one instance</a:t>
            </a:r>
            <a:r>
              <a:rPr lang="en-US"/>
              <a:t>, and to provide a global point of access to it. Fortran's modules are, by definition, an implementation of the singleton pattern</a:t>
            </a:r>
          </a:p>
          <a:p>
            <a:r>
              <a:rPr lang="en-US"/>
              <a:t>Example: database tables, ML model, process that broadcasts information in MPI. </a:t>
            </a:r>
            <a:endParaRPr lang="fi-FI"/>
          </a:p>
          <a:p>
            <a:endParaRPr lang="fi-FI"/>
          </a:p>
          <a:p>
            <a:r>
              <a:rPr lang="fi-FI"/>
              <a:t>You can read all design patterns here: </a:t>
            </a:r>
            <a:r>
              <a:rPr lang="fi-FI">
                <a:hlinkClick r:id="rId3"/>
              </a:rPr>
              <a:t>https://refactoring.guru/design-patterns</a:t>
            </a:r>
            <a:endParaRPr lang="fi-FI"/>
          </a:p>
          <a:p>
            <a:endParaRPr lang="fi-FI"/>
          </a:p>
          <a:p>
            <a:r>
              <a:rPr lang="fi-FI"/>
              <a:t>We would want that the ML model is initialized and cleaned only once for each task (the same requirement for all tasks is not necesary as the overhead is very little).</a:t>
            </a:r>
          </a:p>
          <a:p>
            <a:endParaRPr lang="en-FI"/>
          </a:p>
        </p:txBody>
      </p:sp>
      <p:grpSp>
        <p:nvGrpSpPr>
          <p:cNvPr id="13" name="Group 12">
            <a:extLst>
              <a:ext uri="{FF2B5EF4-FFF2-40B4-BE49-F238E27FC236}">
                <a16:creationId xmlns:a16="http://schemas.microsoft.com/office/drawing/2014/main" id="{6749CE4C-A42D-B75A-4A6D-ED12CEB75961}"/>
              </a:ext>
            </a:extLst>
          </p:cNvPr>
          <p:cNvGrpSpPr/>
          <p:nvPr/>
        </p:nvGrpSpPr>
        <p:grpSpPr>
          <a:xfrm>
            <a:off x="274320" y="3313256"/>
            <a:ext cx="6216915" cy="3203964"/>
            <a:chOff x="274320" y="3313256"/>
            <a:chExt cx="6216915" cy="3203964"/>
          </a:xfrm>
        </p:grpSpPr>
        <p:pic>
          <p:nvPicPr>
            <p:cNvPr id="1026" name="Picture 2" descr="Singleton pattern">
              <a:extLst>
                <a:ext uri="{FF2B5EF4-FFF2-40B4-BE49-F238E27FC236}">
                  <a16:creationId xmlns:a16="http://schemas.microsoft.com/office/drawing/2014/main" id="{AFB6D706-40D7-C330-FEF9-318032CC83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 y="3330609"/>
              <a:ext cx="4803112" cy="300194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4CC8C26-7813-1757-9775-92A1ED82825D}"/>
                </a:ext>
              </a:extLst>
            </p:cNvPr>
            <p:cNvSpPr txBox="1"/>
            <p:nvPr/>
          </p:nvSpPr>
          <p:spPr>
            <a:xfrm>
              <a:off x="552659" y="3313256"/>
              <a:ext cx="1343967" cy="369332"/>
            </a:xfrm>
            <a:prstGeom prst="rect">
              <a:avLst/>
            </a:prstGeom>
            <a:noFill/>
          </p:spPr>
          <p:txBody>
            <a:bodyPr wrap="square">
              <a:spAutoFit/>
            </a:bodyPr>
            <a:lstStyle/>
            <a:p>
              <a:r>
                <a:rPr lang="en-US" b="1"/>
                <a:t>TF_Graph</a:t>
              </a:r>
              <a:endParaRPr lang="en-FI" b="1"/>
            </a:p>
          </p:txBody>
        </p:sp>
        <p:sp>
          <p:nvSpPr>
            <p:cNvPr id="9" name="TextBox 8">
              <a:extLst>
                <a:ext uri="{FF2B5EF4-FFF2-40B4-BE49-F238E27FC236}">
                  <a16:creationId xmlns:a16="http://schemas.microsoft.com/office/drawing/2014/main" id="{C1FDA844-647A-6FB0-B6FD-4F2726C44F44}"/>
                </a:ext>
              </a:extLst>
            </p:cNvPr>
            <p:cNvSpPr txBox="1"/>
            <p:nvPr/>
          </p:nvSpPr>
          <p:spPr>
            <a:xfrm>
              <a:off x="4666705" y="6147888"/>
              <a:ext cx="1824530" cy="369332"/>
            </a:xfrm>
            <a:prstGeom prst="rect">
              <a:avLst/>
            </a:prstGeom>
            <a:noFill/>
          </p:spPr>
          <p:txBody>
            <a:bodyPr wrap="square">
              <a:spAutoFit/>
            </a:bodyPr>
            <a:lstStyle/>
            <a:p>
              <a:r>
                <a:rPr lang="en-US" b="1"/>
                <a:t>VUMAT calls</a:t>
              </a:r>
              <a:endParaRPr lang="en-FI" b="1"/>
            </a:p>
          </p:txBody>
        </p:sp>
        <p:sp>
          <p:nvSpPr>
            <p:cNvPr id="10" name="Arrow: Right 9">
              <a:extLst>
                <a:ext uri="{FF2B5EF4-FFF2-40B4-BE49-F238E27FC236}">
                  <a16:creationId xmlns:a16="http://schemas.microsoft.com/office/drawing/2014/main" id="{5102093A-B338-219C-1F1B-D23E966E6B4F}"/>
                </a:ext>
              </a:extLst>
            </p:cNvPr>
            <p:cNvSpPr/>
            <p:nvPr/>
          </p:nvSpPr>
          <p:spPr>
            <a:xfrm rot="14555770">
              <a:off x="4725388" y="5522651"/>
              <a:ext cx="978408" cy="135038"/>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sp>
          <p:nvSpPr>
            <p:cNvPr id="11" name="Arrow: Right 10">
              <a:extLst>
                <a:ext uri="{FF2B5EF4-FFF2-40B4-BE49-F238E27FC236}">
                  <a16:creationId xmlns:a16="http://schemas.microsoft.com/office/drawing/2014/main" id="{50BB4CA0-CF6F-B84C-03E0-D08B71699F4A}"/>
                </a:ext>
              </a:extLst>
            </p:cNvPr>
            <p:cNvSpPr/>
            <p:nvPr/>
          </p:nvSpPr>
          <p:spPr>
            <a:xfrm rot="11894013">
              <a:off x="4047329" y="6180696"/>
              <a:ext cx="632509" cy="148978"/>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sp>
          <p:nvSpPr>
            <p:cNvPr id="12" name="Arrow: Right 11">
              <a:extLst>
                <a:ext uri="{FF2B5EF4-FFF2-40B4-BE49-F238E27FC236}">
                  <a16:creationId xmlns:a16="http://schemas.microsoft.com/office/drawing/2014/main" id="{22DFFD46-4977-AD4A-AE65-883A894F2EFF}"/>
                </a:ext>
              </a:extLst>
            </p:cNvPr>
            <p:cNvSpPr/>
            <p:nvPr/>
          </p:nvSpPr>
          <p:spPr>
            <a:xfrm rot="14555770">
              <a:off x="4587485" y="5854948"/>
              <a:ext cx="415038" cy="148887"/>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FI"/>
            </a:p>
          </p:txBody>
        </p:sp>
      </p:grpSp>
      <p:sp>
        <p:nvSpPr>
          <p:cNvPr id="15" name="TextBox 14">
            <a:extLst>
              <a:ext uri="{FF2B5EF4-FFF2-40B4-BE49-F238E27FC236}">
                <a16:creationId xmlns:a16="http://schemas.microsoft.com/office/drawing/2014/main" id="{634AE192-70C0-2DF0-4393-1CB447BBC450}"/>
              </a:ext>
            </a:extLst>
          </p:cNvPr>
          <p:cNvSpPr txBox="1"/>
          <p:nvPr/>
        </p:nvSpPr>
        <p:spPr>
          <a:xfrm>
            <a:off x="5849984" y="3067069"/>
            <a:ext cx="6204856" cy="2862322"/>
          </a:xfrm>
          <a:prstGeom prst="rect">
            <a:avLst/>
          </a:prstGeom>
          <a:noFill/>
        </p:spPr>
        <p:txBody>
          <a:bodyPr wrap="square">
            <a:spAutoFit/>
          </a:bodyPr>
          <a:lstStyle/>
          <a:p>
            <a:r>
              <a:rPr lang="fi-FI"/>
              <a:t>When we link ml_module.o in link_sl, we have already ensured that TF_Graph and TF_Outputs, etc, are global variables that are </a:t>
            </a:r>
            <a:r>
              <a:rPr lang="fi-FI">
                <a:solidFill>
                  <a:srgbClr val="FF0000"/>
                </a:solidFill>
              </a:rPr>
              <a:t>accessible by all subroutines</a:t>
            </a:r>
          </a:p>
          <a:p>
            <a:endParaRPr lang="fi-FI"/>
          </a:p>
          <a:p>
            <a:r>
              <a:rPr lang="fi-FI"/>
              <a:t>When they are initialized, all subroutines can use the ML model. Unfortunately, VUMAT is called repeatedly. Is there a solution to this one time initialization and clean up?</a:t>
            </a:r>
          </a:p>
          <a:p>
            <a:endParaRPr lang="fi-FI"/>
          </a:p>
          <a:p>
            <a:r>
              <a:rPr lang="fi-FI" b="1"/>
              <a:t>Yes! The answer is VEXTERNALDB srt for Explicit Analysis. Standard equivalent is UEXTERNALDB</a:t>
            </a:r>
          </a:p>
        </p:txBody>
      </p:sp>
      <p:sp>
        <p:nvSpPr>
          <p:cNvPr id="2" name="TextBox 1">
            <a:extLst>
              <a:ext uri="{FF2B5EF4-FFF2-40B4-BE49-F238E27FC236}">
                <a16:creationId xmlns:a16="http://schemas.microsoft.com/office/drawing/2014/main" id="{95485260-F6B4-524D-7BA1-2144756D89B8}"/>
              </a:ext>
            </a:extLst>
          </p:cNvPr>
          <p:cNvSpPr txBox="1"/>
          <p:nvPr/>
        </p:nvSpPr>
        <p:spPr>
          <a:xfrm>
            <a:off x="552659" y="3665651"/>
            <a:ext cx="1539909" cy="369332"/>
          </a:xfrm>
          <a:prstGeom prst="rect">
            <a:avLst/>
          </a:prstGeom>
          <a:noFill/>
        </p:spPr>
        <p:txBody>
          <a:bodyPr wrap="square">
            <a:spAutoFit/>
          </a:bodyPr>
          <a:lstStyle/>
          <a:p>
            <a:r>
              <a:rPr lang="en-US" b="1"/>
              <a:t>TF_Outputs</a:t>
            </a:r>
            <a:endParaRPr lang="en-FI" b="1"/>
          </a:p>
        </p:txBody>
      </p:sp>
    </p:spTree>
    <p:extLst>
      <p:ext uri="{BB962C8B-B14F-4D97-AF65-F5344CB8AC3E}">
        <p14:creationId xmlns:p14="http://schemas.microsoft.com/office/powerpoint/2010/main" val="359722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8E4F50-C513-FDC4-283C-078CB6151E2F}"/>
              </a:ext>
            </a:extLst>
          </p:cNvPr>
          <p:cNvSpPr>
            <a:spLocks noGrp="1"/>
          </p:cNvSpPr>
          <p:nvPr>
            <p:ph type="title"/>
          </p:nvPr>
        </p:nvSpPr>
        <p:spPr/>
        <p:txBody>
          <a:bodyPr/>
          <a:lstStyle/>
          <a:p>
            <a:r>
              <a:rPr lang="en-US"/>
              <a:t>VEXTERNALDB subroutine </a:t>
            </a:r>
            <a:endParaRPr lang="en-FI"/>
          </a:p>
        </p:txBody>
      </p:sp>
      <p:grpSp>
        <p:nvGrpSpPr>
          <p:cNvPr id="6" name="Group 5">
            <a:extLst>
              <a:ext uri="{FF2B5EF4-FFF2-40B4-BE49-F238E27FC236}">
                <a16:creationId xmlns:a16="http://schemas.microsoft.com/office/drawing/2014/main" id="{61BAE312-C028-F1F1-E623-9A67AD9AB272}"/>
              </a:ext>
            </a:extLst>
          </p:cNvPr>
          <p:cNvGrpSpPr/>
          <p:nvPr/>
        </p:nvGrpSpPr>
        <p:grpSpPr>
          <a:xfrm>
            <a:off x="230777" y="989652"/>
            <a:ext cx="5747992" cy="5386110"/>
            <a:chOff x="422031" y="896929"/>
            <a:chExt cx="6094944" cy="5386110"/>
          </a:xfrm>
        </p:grpSpPr>
        <p:pic>
          <p:nvPicPr>
            <p:cNvPr id="4" name="Picture 3">
              <a:extLst>
                <a:ext uri="{FF2B5EF4-FFF2-40B4-BE49-F238E27FC236}">
                  <a16:creationId xmlns:a16="http://schemas.microsoft.com/office/drawing/2014/main" id="{7B233AEE-E01C-99DF-9B95-7F83D76EF81D}"/>
                </a:ext>
              </a:extLst>
            </p:cNvPr>
            <p:cNvPicPr>
              <a:picLocks noChangeAspect="1"/>
            </p:cNvPicPr>
            <p:nvPr/>
          </p:nvPicPr>
          <p:blipFill rotWithShape="1">
            <a:blip r:embed="rId2"/>
            <a:srcRect b="24304"/>
            <a:stretch/>
          </p:blipFill>
          <p:spPr>
            <a:xfrm>
              <a:off x="422031" y="2819842"/>
              <a:ext cx="6094944" cy="3463197"/>
            </a:xfrm>
            <a:prstGeom prst="rect">
              <a:avLst/>
            </a:prstGeom>
          </p:spPr>
        </p:pic>
        <p:pic>
          <p:nvPicPr>
            <p:cNvPr id="5" name="Picture 4">
              <a:extLst>
                <a:ext uri="{FF2B5EF4-FFF2-40B4-BE49-F238E27FC236}">
                  <a16:creationId xmlns:a16="http://schemas.microsoft.com/office/drawing/2014/main" id="{21750107-8EEC-F307-B224-CC8B6FC8F667}"/>
                </a:ext>
              </a:extLst>
            </p:cNvPr>
            <p:cNvPicPr>
              <a:picLocks noChangeAspect="1"/>
            </p:cNvPicPr>
            <p:nvPr/>
          </p:nvPicPr>
          <p:blipFill>
            <a:blip r:embed="rId3"/>
            <a:stretch>
              <a:fillRect/>
            </a:stretch>
          </p:blipFill>
          <p:spPr>
            <a:xfrm>
              <a:off x="422031" y="896929"/>
              <a:ext cx="6094944" cy="1926381"/>
            </a:xfrm>
            <a:prstGeom prst="rect">
              <a:avLst/>
            </a:prstGeom>
          </p:spPr>
        </p:pic>
      </p:grpSp>
      <p:sp>
        <p:nvSpPr>
          <p:cNvPr id="7" name="TextBox 6">
            <a:extLst>
              <a:ext uri="{FF2B5EF4-FFF2-40B4-BE49-F238E27FC236}">
                <a16:creationId xmlns:a16="http://schemas.microsoft.com/office/drawing/2014/main" id="{C64507D8-84DB-B728-3EF0-8A29D98F0704}"/>
              </a:ext>
            </a:extLst>
          </p:cNvPr>
          <p:cNvSpPr txBox="1"/>
          <p:nvPr/>
        </p:nvSpPr>
        <p:spPr>
          <a:xfrm>
            <a:off x="6096000" y="828878"/>
            <a:ext cx="6094324" cy="5755422"/>
          </a:xfrm>
          <a:prstGeom prst="rect">
            <a:avLst/>
          </a:prstGeom>
          <a:noFill/>
        </p:spPr>
        <p:txBody>
          <a:bodyPr wrap="square">
            <a:spAutoFit/>
          </a:bodyPr>
          <a:lstStyle/>
          <a:p>
            <a:r>
              <a:rPr lang="en-US" sz="1600"/>
              <a:t>VEXTERNALDB can be used for many external program communications. They can be customized to be called </a:t>
            </a:r>
          </a:p>
          <a:p>
            <a:endParaRPr lang="en-US" sz="1600"/>
          </a:p>
          <a:p>
            <a:pPr marL="342900" indent="-342900">
              <a:buAutoNum type="arabicPeriod"/>
            </a:pPr>
            <a:r>
              <a:rPr lang="en-US" sz="1600"/>
              <a:t>once at the start of the analysis (j_int_StartAnalysis)</a:t>
            </a:r>
          </a:p>
          <a:p>
            <a:pPr marL="342900" indent="-342900">
              <a:buAutoNum type="arabicPeriod"/>
            </a:pPr>
            <a:r>
              <a:rPr lang="en-US" sz="1600"/>
              <a:t>at the start of each step (j_int_StartStep)</a:t>
            </a:r>
          </a:p>
          <a:p>
            <a:pPr marL="342900" indent="-342900">
              <a:buAutoNum type="arabicPeriod"/>
            </a:pPr>
            <a:r>
              <a:rPr lang="en-US" sz="1600"/>
              <a:t>before each increment (j_int_SetupIncrement)</a:t>
            </a:r>
          </a:p>
          <a:p>
            <a:pPr marL="342900" indent="-342900">
              <a:buAutoNum type="arabicPeriod"/>
            </a:pPr>
            <a:r>
              <a:rPr lang="en-US" sz="1600"/>
              <a:t>at the start of each increment (j_int_StartIncrement)</a:t>
            </a:r>
          </a:p>
          <a:p>
            <a:pPr marL="342900" indent="-342900">
              <a:buAutoNum type="arabicPeriod"/>
            </a:pPr>
            <a:r>
              <a:rPr lang="en-US" sz="1600"/>
              <a:t>at the end of each increment (j_int_EndIncrement)</a:t>
            </a:r>
          </a:p>
          <a:p>
            <a:pPr marL="342900" indent="-342900">
              <a:buFontTx/>
              <a:buAutoNum type="arabicPeriod"/>
            </a:pPr>
            <a:r>
              <a:rPr lang="en-US" sz="1600"/>
              <a:t>at the end of each step (j_int_EndStep)</a:t>
            </a:r>
          </a:p>
          <a:p>
            <a:pPr marL="342900" indent="-342900">
              <a:buFontTx/>
              <a:buAutoNum type="arabicPeriod"/>
            </a:pPr>
            <a:r>
              <a:rPr lang="en-US" sz="1600"/>
              <a:t>once at the end of the analysis (j_int_EndAnalysis)</a:t>
            </a:r>
          </a:p>
          <a:p>
            <a:endParaRPr lang="fi-FI" sz="1600"/>
          </a:p>
          <a:p>
            <a:r>
              <a:rPr lang="fi-FI" sz="1600" b="1"/>
              <a:t>Thanks to the singleton pattern, ML graph and outputs initialized by VEXTERNALDB is accessible by VUMAT srt</a:t>
            </a:r>
          </a:p>
          <a:p>
            <a:endParaRPr lang="fi-FI" sz="1600"/>
          </a:p>
          <a:p>
            <a:r>
              <a:rPr lang="fi-FI" sz="1600">
                <a:solidFill>
                  <a:schemeClr val="accent6"/>
                </a:solidFill>
              </a:rPr>
              <a:t>Q: </a:t>
            </a:r>
            <a:r>
              <a:rPr lang="fi-FI" sz="1600"/>
              <a:t>How to incorporate this srt with VUMAT? </a:t>
            </a:r>
          </a:p>
          <a:p>
            <a:r>
              <a:rPr lang="fi-FI" sz="1600">
                <a:solidFill>
                  <a:schemeClr val="accent6"/>
                </a:solidFill>
              </a:rPr>
              <a:t>A: </a:t>
            </a:r>
            <a:r>
              <a:rPr lang="fi-FI" sz="1600"/>
              <a:t>simply put them in the same Fortran file of VUMAT. Abaqus automatically detect all available subroutines</a:t>
            </a:r>
          </a:p>
          <a:p>
            <a:endParaRPr lang="fi-FI" sz="1600"/>
          </a:p>
          <a:p>
            <a:r>
              <a:rPr lang="fi-FI" sz="1600"/>
              <a:t>Documentations on VEXTERNALDB (requires login)</a:t>
            </a:r>
          </a:p>
          <a:p>
            <a:r>
              <a:rPr lang="fi-FI" sz="1600">
                <a:hlinkClick r:id="rId4"/>
              </a:rPr>
              <a:t>https://help.3ds.com/2020/english/dssimulia_established/SIMACAESUBRefMap/simasub-c-vexternaldb.htm?contextscope=all&amp;id=ad7ae7521f094a50b3e2dc9075aebe06</a:t>
            </a:r>
            <a:endParaRPr lang="en-US" sz="1600"/>
          </a:p>
        </p:txBody>
      </p:sp>
    </p:spTree>
    <p:extLst>
      <p:ext uri="{BB962C8B-B14F-4D97-AF65-F5344CB8AC3E}">
        <p14:creationId xmlns:p14="http://schemas.microsoft.com/office/powerpoint/2010/main" val="3729326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2128914"/>
            <a:ext cx="3219849" cy="958660"/>
          </a:xfrm>
          <a:prstGeom prst="rect">
            <a:avLst/>
          </a:prstGeom>
          <a:noFill/>
        </p:spPr>
        <p:txBody>
          <a:bodyPr wrap="square">
            <a:spAutoFit/>
          </a:bodyPr>
          <a:lstStyle/>
          <a:p>
            <a:pPr algn="ctr">
              <a:lnSpc>
                <a:spcPct val="150000"/>
              </a:lnSpc>
            </a:pPr>
            <a:r>
              <a:rPr lang="en-US" sz="2000" b="1"/>
              <a:t>Results of ML-coupled VUMAT model </a:t>
            </a:r>
          </a:p>
        </p:txBody>
      </p:sp>
    </p:spTree>
    <p:extLst>
      <p:ext uri="{BB962C8B-B14F-4D97-AF65-F5344CB8AC3E}">
        <p14:creationId xmlns:p14="http://schemas.microsoft.com/office/powerpoint/2010/main" val="2645937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E9A4FC-5B67-D54E-6A93-34CC607FE215}"/>
              </a:ext>
            </a:extLst>
          </p:cNvPr>
          <p:cNvSpPr>
            <a:spLocks noGrp="1"/>
          </p:cNvSpPr>
          <p:nvPr>
            <p:ph type="body" sz="quarter" idx="13"/>
          </p:nvPr>
        </p:nvSpPr>
        <p:spPr>
          <a:xfrm>
            <a:off x="402669" y="4053052"/>
            <a:ext cx="5248589" cy="2703209"/>
          </a:xfrm>
        </p:spPr>
        <p:txBody>
          <a:bodyPr/>
          <a:lstStyle/>
          <a:p>
            <a:r>
              <a:rPr lang="en-US" sz="1600"/>
              <a:t>Number of frames: 100</a:t>
            </a:r>
          </a:p>
          <a:p>
            <a:r>
              <a:rPr lang="en-US" sz="1600"/>
              <a:t>SDV1: PEEQ</a:t>
            </a:r>
          </a:p>
          <a:p>
            <a:r>
              <a:rPr lang="en-US" sz="1600"/>
              <a:t>SDV2: strain rate</a:t>
            </a:r>
          </a:p>
          <a:p>
            <a:r>
              <a:rPr lang="en-US" sz="1600"/>
              <a:t>SDV3: stress</a:t>
            </a:r>
          </a:p>
          <a:p>
            <a:r>
              <a:rPr lang="en-US" sz="1600"/>
              <a:t>SDV4: temperature</a:t>
            </a:r>
          </a:p>
          <a:p>
            <a:r>
              <a:rPr lang="en-US" sz="1600"/>
              <a:t>Values extracted at 8 integration points, </a:t>
            </a:r>
            <a:br>
              <a:rPr lang="en-US" sz="1600"/>
            </a:br>
            <a:r>
              <a:rPr lang="en-US" sz="1600"/>
              <a:t>then averaged out</a:t>
            </a:r>
            <a:endParaRPr lang="en-FI" sz="1600"/>
          </a:p>
        </p:txBody>
      </p:sp>
      <p:sp>
        <p:nvSpPr>
          <p:cNvPr id="3" name="Title 2">
            <a:extLst>
              <a:ext uri="{FF2B5EF4-FFF2-40B4-BE49-F238E27FC236}">
                <a16:creationId xmlns:a16="http://schemas.microsoft.com/office/drawing/2014/main" id="{027A5BF5-2AB1-74D4-C666-9ABB40D4A64B}"/>
              </a:ext>
            </a:extLst>
          </p:cNvPr>
          <p:cNvSpPr>
            <a:spLocks noGrp="1"/>
          </p:cNvSpPr>
          <p:nvPr>
            <p:ph type="title"/>
          </p:nvPr>
        </p:nvSpPr>
        <p:spPr/>
        <p:txBody>
          <a:bodyPr/>
          <a:lstStyle/>
          <a:p>
            <a:r>
              <a:rPr lang="en-US"/>
              <a:t>Extracting results</a:t>
            </a:r>
            <a:endParaRPr lang="en-FI"/>
          </a:p>
        </p:txBody>
      </p:sp>
      <p:pic>
        <p:nvPicPr>
          <p:cNvPr id="4" name="Picture 3">
            <a:extLst>
              <a:ext uri="{FF2B5EF4-FFF2-40B4-BE49-F238E27FC236}">
                <a16:creationId xmlns:a16="http://schemas.microsoft.com/office/drawing/2014/main" id="{854F82E4-4BB4-8AC6-5B2D-820F8A032AC9}"/>
              </a:ext>
            </a:extLst>
          </p:cNvPr>
          <p:cNvPicPr>
            <a:picLocks noChangeAspect="1"/>
          </p:cNvPicPr>
          <p:nvPr/>
        </p:nvPicPr>
        <p:blipFill>
          <a:blip r:embed="rId3"/>
          <a:stretch>
            <a:fillRect/>
          </a:stretch>
        </p:blipFill>
        <p:spPr>
          <a:xfrm>
            <a:off x="6096001" y="892748"/>
            <a:ext cx="5248588" cy="3682616"/>
          </a:xfrm>
          <a:prstGeom prst="rect">
            <a:avLst/>
          </a:prstGeom>
        </p:spPr>
      </p:pic>
      <p:pic>
        <p:nvPicPr>
          <p:cNvPr id="6" name="Picture 5">
            <a:extLst>
              <a:ext uri="{FF2B5EF4-FFF2-40B4-BE49-F238E27FC236}">
                <a16:creationId xmlns:a16="http://schemas.microsoft.com/office/drawing/2014/main" id="{DEC81665-0AD2-9155-A596-FEAC38FC1041}"/>
              </a:ext>
            </a:extLst>
          </p:cNvPr>
          <p:cNvPicPr>
            <a:picLocks noChangeAspect="1"/>
          </p:cNvPicPr>
          <p:nvPr/>
        </p:nvPicPr>
        <p:blipFill>
          <a:blip r:embed="rId4"/>
          <a:stretch>
            <a:fillRect/>
          </a:stretch>
        </p:blipFill>
        <p:spPr>
          <a:xfrm>
            <a:off x="6096000" y="4501044"/>
            <a:ext cx="5248589" cy="1792622"/>
          </a:xfrm>
          <a:prstGeom prst="rect">
            <a:avLst/>
          </a:prstGeom>
        </p:spPr>
      </p:pic>
      <p:pic>
        <p:nvPicPr>
          <p:cNvPr id="7" name="Picture 6">
            <a:extLst>
              <a:ext uri="{FF2B5EF4-FFF2-40B4-BE49-F238E27FC236}">
                <a16:creationId xmlns:a16="http://schemas.microsoft.com/office/drawing/2014/main" id="{96078EB4-4842-6C72-F95B-C23FD1698F43}"/>
              </a:ext>
            </a:extLst>
          </p:cNvPr>
          <p:cNvPicPr>
            <a:picLocks noChangeAspect="1"/>
          </p:cNvPicPr>
          <p:nvPr/>
        </p:nvPicPr>
        <p:blipFill>
          <a:blip r:embed="rId5"/>
          <a:stretch>
            <a:fillRect/>
          </a:stretch>
        </p:blipFill>
        <p:spPr>
          <a:xfrm>
            <a:off x="575448" y="892748"/>
            <a:ext cx="4838486" cy="3086718"/>
          </a:xfrm>
          <a:prstGeom prst="rect">
            <a:avLst/>
          </a:prstGeom>
        </p:spPr>
      </p:pic>
    </p:spTree>
    <p:extLst>
      <p:ext uri="{BB962C8B-B14F-4D97-AF65-F5344CB8AC3E}">
        <p14:creationId xmlns:p14="http://schemas.microsoft.com/office/powerpoint/2010/main" val="921972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EDFF57-80A0-61EE-58CF-5E4E969A8970}"/>
              </a:ext>
            </a:extLst>
          </p:cNvPr>
          <p:cNvSpPr>
            <a:spLocks noGrp="1"/>
          </p:cNvSpPr>
          <p:nvPr>
            <p:ph type="title"/>
          </p:nvPr>
        </p:nvSpPr>
        <p:spPr/>
        <p:txBody>
          <a:bodyPr/>
          <a:lstStyle/>
          <a:p>
            <a:r>
              <a:rPr lang="en-US"/>
              <a:t>Bugs and debugging: selected Primary Variable not available</a:t>
            </a:r>
            <a:endParaRPr lang="en-FI"/>
          </a:p>
        </p:txBody>
      </p:sp>
      <p:sp>
        <p:nvSpPr>
          <p:cNvPr id="7" name="TextBox 6">
            <a:extLst>
              <a:ext uri="{FF2B5EF4-FFF2-40B4-BE49-F238E27FC236}">
                <a16:creationId xmlns:a16="http://schemas.microsoft.com/office/drawing/2014/main" id="{DDB11FAA-0F55-7A01-CCF6-5296F1B527E3}"/>
              </a:ext>
            </a:extLst>
          </p:cNvPr>
          <p:cNvSpPr txBox="1"/>
          <p:nvPr/>
        </p:nvSpPr>
        <p:spPr>
          <a:xfrm>
            <a:off x="274320" y="4902074"/>
            <a:ext cx="11347938" cy="1754326"/>
          </a:xfrm>
          <a:prstGeom prst="rect">
            <a:avLst/>
          </a:prstGeom>
          <a:noFill/>
        </p:spPr>
        <p:txBody>
          <a:bodyPr wrap="square">
            <a:spAutoFit/>
          </a:bodyPr>
          <a:lstStyle/>
          <a:p>
            <a:r>
              <a:rPr lang="en-US"/>
              <a:t>Some discussions</a:t>
            </a:r>
          </a:p>
          <a:p>
            <a:r>
              <a:rPr lang="en-FI">
                <a:hlinkClick r:id="rId2"/>
              </a:rPr>
              <a:t>https://www.reddit.com/r/fea/comments/p83tym/abaqus_keeps_showing_the_below_error_when_i_try/</a:t>
            </a:r>
            <a:endParaRPr lang="en-US"/>
          </a:p>
          <a:p>
            <a:endParaRPr lang="fi-FI">
              <a:hlinkClick r:id="rId3"/>
            </a:endParaRPr>
          </a:p>
          <a:p>
            <a:r>
              <a:rPr lang="fi-FI">
                <a:hlinkClick r:id="rId3"/>
              </a:rPr>
              <a:t>https://www.researchgate.net/post/How-can-I-solve-this-error-the-selected-primary-variable-is-not-available-in-the-current-frame-step</a:t>
            </a:r>
            <a:endParaRPr lang="en-US"/>
          </a:p>
          <a:p>
            <a:endParaRPr lang="en-FI"/>
          </a:p>
        </p:txBody>
      </p:sp>
      <p:sp>
        <p:nvSpPr>
          <p:cNvPr id="8" name="TextBox 7">
            <a:extLst>
              <a:ext uri="{FF2B5EF4-FFF2-40B4-BE49-F238E27FC236}">
                <a16:creationId xmlns:a16="http://schemas.microsoft.com/office/drawing/2014/main" id="{044767D8-47AA-2DE4-BDB2-8F85E577876A}"/>
              </a:ext>
            </a:extLst>
          </p:cNvPr>
          <p:cNvSpPr txBox="1"/>
          <p:nvPr/>
        </p:nvSpPr>
        <p:spPr>
          <a:xfrm>
            <a:off x="310984" y="974968"/>
            <a:ext cx="11347938" cy="369332"/>
          </a:xfrm>
          <a:prstGeom prst="rect">
            <a:avLst/>
          </a:prstGeom>
          <a:noFill/>
        </p:spPr>
        <p:txBody>
          <a:bodyPr wrap="square">
            <a:spAutoFit/>
          </a:bodyPr>
          <a:lstStyle/>
          <a:p>
            <a:r>
              <a:rPr lang="en-US"/>
              <a:t>If you encounter this error when extracting results from .odb file </a:t>
            </a:r>
          </a:p>
        </p:txBody>
      </p:sp>
      <p:pic>
        <p:nvPicPr>
          <p:cNvPr id="1026" name="Picture 2" descr="CDN media">
            <a:extLst>
              <a:ext uri="{FF2B5EF4-FFF2-40B4-BE49-F238E27FC236}">
                <a16:creationId xmlns:a16="http://schemas.microsoft.com/office/drawing/2014/main" id="{BBF1E732-918F-782F-58BF-830757E7EC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049" t="33568" r="36945" b="31814"/>
          <a:stretch/>
        </p:blipFill>
        <p:spPr bwMode="auto">
          <a:xfrm>
            <a:off x="173811" y="1448095"/>
            <a:ext cx="5332687" cy="198090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49E824-E5E4-A815-61AF-EE3B44C77F15}"/>
              </a:ext>
            </a:extLst>
          </p:cNvPr>
          <p:cNvSpPr txBox="1"/>
          <p:nvPr/>
        </p:nvSpPr>
        <p:spPr>
          <a:xfrm>
            <a:off x="274320" y="3611539"/>
            <a:ext cx="11347938" cy="1477328"/>
          </a:xfrm>
          <a:prstGeom prst="rect">
            <a:avLst/>
          </a:prstGeom>
          <a:noFill/>
        </p:spPr>
        <p:txBody>
          <a:bodyPr wrap="square">
            <a:spAutoFit/>
          </a:bodyPr>
          <a:lstStyle/>
          <a:p>
            <a:r>
              <a:rPr lang="en-US"/>
              <a:t>Solution: print out all variables to make sure none are undefined. When you do not initialize the variable, it would contain any arbitrary value, including Infinity. </a:t>
            </a:r>
          </a:p>
          <a:p>
            <a:endParaRPr lang="en-US"/>
          </a:p>
          <a:p>
            <a:r>
              <a:rPr lang="en-US"/>
              <a:t>Or, you need to ensure the updating progress do not explode in magnitude leading to (+/-) Infinity</a:t>
            </a:r>
          </a:p>
          <a:p>
            <a:endParaRPr lang="en-US"/>
          </a:p>
        </p:txBody>
      </p:sp>
      <p:sp>
        <p:nvSpPr>
          <p:cNvPr id="11" name="TextBox 10">
            <a:extLst>
              <a:ext uri="{FF2B5EF4-FFF2-40B4-BE49-F238E27FC236}">
                <a16:creationId xmlns:a16="http://schemas.microsoft.com/office/drawing/2014/main" id="{B50C87A8-9557-4876-4CC0-4189947A5BBE}"/>
              </a:ext>
            </a:extLst>
          </p:cNvPr>
          <p:cNvSpPr txBox="1"/>
          <p:nvPr/>
        </p:nvSpPr>
        <p:spPr>
          <a:xfrm>
            <a:off x="5745984" y="1976882"/>
            <a:ext cx="6094324" cy="923330"/>
          </a:xfrm>
          <a:prstGeom prst="rect">
            <a:avLst/>
          </a:prstGeom>
          <a:noFill/>
        </p:spPr>
        <p:txBody>
          <a:bodyPr wrap="square">
            <a:spAutoFit/>
          </a:bodyPr>
          <a:lstStyle/>
          <a:p>
            <a:r>
              <a:rPr lang="en-US"/>
              <a:t>It most likely means that the result written to the stateNew(:, k) is NaN or Infinity, or any other fields that requires updating like stressNew</a:t>
            </a:r>
          </a:p>
        </p:txBody>
      </p:sp>
    </p:spTree>
    <p:extLst>
      <p:ext uri="{BB962C8B-B14F-4D97-AF65-F5344CB8AC3E}">
        <p14:creationId xmlns:p14="http://schemas.microsoft.com/office/powerpoint/2010/main" val="3221871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66B05-A733-09FE-1290-44687BE40649}"/>
              </a:ext>
            </a:extLst>
          </p:cNvPr>
          <p:cNvSpPr>
            <a:spLocks noGrp="1"/>
          </p:cNvSpPr>
          <p:nvPr>
            <p:ph type="title"/>
          </p:nvPr>
        </p:nvSpPr>
        <p:spPr/>
        <p:txBody>
          <a:bodyPr/>
          <a:lstStyle/>
          <a:p>
            <a:r>
              <a:rPr lang="en-US"/>
              <a:t>Result plots</a:t>
            </a:r>
          </a:p>
        </p:txBody>
      </p:sp>
      <p:pic>
        <p:nvPicPr>
          <p:cNvPr id="5" name="Picture 4">
            <a:extLst>
              <a:ext uri="{FF2B5EF4-FFF2-40B4-BE49-F238E27FC236}">
                <a16:creationId xmlns:a16="http://schemas.microsoft.com/office/drawing/2014/main" id="{6805A996-0C52-A407-3346-BCAD92F13F52}"/>
              </a:ext>
            </a:extLst>
          </p:cNvPr>
          <p:cNvPicPr>
            <a:picLocks noChangeAspect="1"/>
          </p:cNvPicPr>
          <p:nvPr/>
        </p:nvPicPr>
        <p:blipFill>
          <a:blip r:embed="rId2"/>
          <a:stretch>
            <a:fillRect/>
          </a:stretch>
        </p:blipFill>
        <p:spPr>
          <a:xfrm>
            <a:off x="2136162" y="18122"/>
            <a:ext cx="5016887" cy="3139549"/>
          </a:xfrm>
          <a:prstGeom prst="rect">
            <a:avLst/>
          </a:prstGeom>
        </p:spPr>
      </p:pic>
      <p:pic>
        <p:nvPicPr>
          <p:cNvPr id="6" name="Picture 5">
            <a:extLst>
              <a:ext uri="{FF2B5EF4-FFF2-40B4-BE49-F238E27FC236}">
                <a16:creationId xmlns:a16="http://schemas.microsoft.com/office/drawing/2014/main" id="{1BFD5F80-FC6E-A8B5-6975-460C05715D4B}"/>
              </a:ext>
            </a:extLst>
          </p:cNvPr>
          <p:cNvPicPr>
            <a:picLocks noChangeAspect="1"/>
          </p:cNvPicPr>
          <p:nvPr/>
        </p:nvPicPr>
        <p:blipFill>
          <a:blip r:embed="rId3"/>
          <a:stretch>
            <a:fillRect/>
          </a:stretch>
        </p:blipFill>
        <p:spPr>
          <a:xfrm>
            <a:off x="7153049" y="18122"/>
            <a:ext cx="4913034" cy="3139549"/>
          </a:xfrm>
          <a:prstGeom prst="rect">
            <a:avLst/>
          </a:prstGeom>
        </p:spPr>
      </p:pic>
      <p:pic>
        <p:nvPicPr>
          <p:cNvPr id="7" name="Picture 6">
            <a:extLst>
              <a:ext uri="{FF2B5EF4-FFF2-40B4-BE49-F238E27FC236}">
                <a16:creationId xmlns:a16="http://schemas.microsoft.com/office/drawing/2014/main" id="{EF7C9A15-C156-8F36-7762-2F63C609B9E8}"/>
              </a:ext>
            </a:extLst>
          </p:cNvPr>
          <p:cNvPicPr>
            <a:picLocks noChangeAspect="1"/>
          </p:cNvPicPr>
          <p:nvPr/>
        </p:nvPicPr>
        <p:blipFill>
          <a:blip r:embed="rId4"/>
          <a:stretch>
            <a:fillRect/>
          </a:stretch>
        </p:blipFill>
        <p:spPr>
          <a:xfrm>
            <a:off x="2209710" y="3108868"/>
            <a:ext cx="5016888" cy="3328890"/>
          </a:xfrm>
          <a:prstGeom prst="rect">
            <a:avLst/>
          </a:prstGeom>
        </p:spPr>
      </p:pic>
      <p:pic>
        <p:nvPicPr>
          <p:cNvPr id="8" name="Picture 7">
            <a:extLst>
              <a:ext uri="{FF2B5EF4-FFF2-40B4-BE49-F238E27FC236}">
                <a16:creationId xmlns:a16="http://schemas.microsoft.com/office/drawing/2014/main" id="{9AE978CA-0C78-72C2-ACBF-796CAA90914B}"/>
              </a:ext>
            </a:extLst>
          </p:cNvPr>
          <p:cNvPicPr>
            <a:picLocks noChangeAspect="1"/>
          </p:cNvPicPr>
          <p:nvPr/>
        </p:nvPicPr>
        <p:blipFill>
          <a:blip r:embed="rId5"/>
          <a:stretch>
            <a:fillRect/>
          </a:stretch>
        </p:blipFill>
        <p:spPr>
          <a:xfrm>
            <a:off x="7279112" y="3157671"/>
            <a:ext cx="4842769" cy="3280087"/>
          </a:xfrm>
          <a:prstGeom prst="rect">
            <a:avLst/>
          </a:prstGeom>
        </p:spPr>
      </p:pic>
      <p:sp>
        <p:nvSpPr>
          <p:cNvPr id="4" name="TextBox 3">
            <a:extLst>
              <a:ext uri="{FF2B5EF4-FFF2-40B4-BE49-F238E27FC236}">
                <a16:creationId xmlns:a16="http://schemas.microsoft.com/office/drawing/2014/main" id="{BAA8039F-2DEB-6FF4-F1AD-3B4F7A28AE0C}"/>
              </a:ext>
            </a:extLst>
          </p:cNvPr>
          <p:cNvSpPr txBox="1"/>
          <p:nvPr/>
        </p:nvSpPr>
        <p:spPr>
          <a:xfrm>
            <a:off x="225138" y="1082446"/>
            <a:ext cx="1837475" cy="5355312"/>
          </a:xfrm>
          <a:prstGeom prst="rect">
            <a:avLst/>
          </a:prstGeom>
          <a:noFill/>
        </p:spPr>
        <p:txBody>
          <a:bodyPr wrap="square">
            <a:spAutoFit/>
          </a:bodyPr>
          <a:lstStyle/>
          <a:p>
            <a:r>
              <a:rPr lang="en-US"/>
              <a:t>The results at this stage is meaningless. We only try to ensure that the ML model incorporation works. For the ML model results to be meaningful, a better ML model should be trained with respect to different strain rate and temperature evolution</a:t>
            </a:r>
          </a:p>
        </p:txBody>
      </p:sp>
    </p:spTree>
    <p:extLst>
      <p:ext uri="{BB962C8B-B14F-4D97-AF65-F5344CB8AC3E}">
        <p14:creationId xmlns:p14="http://schemas.microsoft.com/office/powerpoint/2010/main" val="41156184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23ADB8-DE46-2F23-8489-B445AB0F9E39}"/>
              </a:ext>
            </a:extLst>
          </p:cNvPr>
          <p:cNvSpPr>
            <a:spLocks noGrp="1"/>
          </p:cNvSpPr>
          <p:nvPr>
            <p:ph type="title"/>
          </p:nvPr>
        </p:nvSpPr>
        <p:spPr/>
        <p:txBody>
          <a:bodyPr/>
          <a:lstStyle/>
          <a:p>
            <a:r>
              <a:rPr lang="en-US"/>
              <a:t>Result plots</a:t>
            </a:r>
          </a:p>
        </p:txBody>
      </p:sp>
      <p:grpSp>
        <p:nvGrpSpPr>
          <p:cNvPr id="7" name="Group 6">
            <a:extLst>
              <a:ext uri="{FF2B5EF4-FFF2-40B4-BE49-F238E27FC236}">
                <a16:creationId xmlns:a16="http://schemas.microsoft.com/office/drawing/2014/main" id="{23F2F94F-AE43-7444-1F05-5363569E8FBB}"/>
              </a:ext>
            </a:extLst>
          </p:cNvPr>
          <p:cNvGrpSpPr/>
          <p:nvPr/>
        </p:nvGrpSpPr>
        <p:grpSpPr>
          <a:xfrm>
            <a:off x="553216" y="1296106"/>
            <a:ext cx="5111807" cy="5035314"/>
            <a:chOff x="553216" y="1296106"/>
            <a:chExt cx="5111807" cy="5035314"/>
          </a:xfrm>
        </p:grpSpPr>
        <p:pic>
          <p:nvPicPr>
            <p:cNvPr id="2" name="Picture 1" descr="A graph of a graph of stress&#10;&#10;Description automatically generated">
              <a:extLst>
                <a:ext uri="{FF2B5EF4-FFF2-40B4-BE49-F238E27FC236}">
                  <a16:creationId xmlns:a16="http://schemas.microsoft.com/office/drawing/2014/main" id="{61099763-89A7-37BB-EA60-0F122B1BF62B}"/>
                </a:ext>
              </a:extLst>
            </p:cNvPr>
            <p:cNvPicPr>
              <a:picLocks noChangeAspect="1"/>
            </p:cNvPicPr>
            <p:nvPr/>
          </p:nvPicPr>
          <p:blipFill rotWithShape="1">
            <a:blip r:embed="rId2"/>
            <a:srcRect r="1880" b="409"/>
            <a:stretch/>
          </p:blipFill>
          <p:spPr>
            <a:xfrm>
              <a:off x="553216" y="1296106"/>
              <a:ext cx="4905033" cy="5035314"/>
            </a:xfrm>
            <a:prstGeom prst="rect">
              <a:avLst/>
            </a:prstGeom>
          </p:spPr>
        </p:pic>
        <p:pic>
          <p:nvPicPr>
            <p:cNvPr id="5" name="Picture 4">
              <a:extLst>
                <a:ext uri="{FF2B5EF4-FFF2-40B4-BE49-F238E27FC236}">
                  <a16:creationId xmlns:a16="http://schemas.microsoft.com/office/drawing/2014/main" id="{16D8B85F-22EB-BA97-0A57-620195B3E1BF}"/>
                </a:ext>
              </a:extLst>
            </p:cNvPr>
            <p:cNvPicPr>
              <a:picLocks noChangeAspect="1"/>
            </p:cNvPicPr>
            <p:nvPr/>
          </p:nvPicPr>
          <p:blipFill>
            <a:blip r:embed="rId3"/>
            <a:stretch>
              <a:fillRect/>
            </a:stretch>
          </p:blipFill>
          <p:spPr>
            <a:xfrm rot="16380000">
              <a:off x="5292607" y="3314347"/>
              <a:ext cx="506119" cy="238713"/>
            </a:xfrm>
            <a:prstGeom prst="rect">
              <a:avLst/>
            </a:prstGeom>
          </p:spPr>
        </p:pic>
      </p:grpSp>
      <p:grpSp>
        <p:nvGrpSpPr>
          <p:cNvPr id="8" name="Group 7">
            <a:extLst>
              <a:ext uri="{FF2B5EF4-FFF2-40B4-BE49-F238E27FC236}">
                <a16:creationId xmlns:a16="http://schemas.microsoft.com/office/drawing/2014/main" id="{286DEBBA-214B-FB44-69C2-C510C97204B4}"/>
              </a:ext>
            </a:extLst>
          </p:cNvPr>
          <p:cNvGrpSpPr/>
          <p:nvPr/>
        </p:nvGrpSpPr>
        <p:grpSpPr>
          <a:xfrm>
            <a:off x="6597180" y="1427809"/>
            <a:ext cx="5079176" cy="4916802"/>
            <a:chOff x="6597180" y="1427809"/>
            <a:chExt cx="5079176" cy="4916802"/>
          </a:xfrm>
        </p:grpSpPr>
        <p:pic>
          <p:nvPicPr>
            <p:cNvPr id="4" name="Picture 3" descr="A graph of a strain rate&#10;&#10;Description automatically generated">
              <a:extLst>
                <a:ext uri="{FF2B5EF4-FFF2-40B4-BE49-F238E27FC236}">
                  <a16:creationId xmlns:a16="http://schemas.microsoft.com/office/drawing/2014/main" id="{B4ED908B-9A7F-DC8A-CF55-C27C50E4B6F3}"/>
                </a:ext>
              </a:extLst>
            </p:cNvPr>
            <p:cNvPicPr>
              <a:picLocks noChangeAspect="1"/>
            </p:cNvPicPr>
            <p:nvPr/>
          </p:nvPicPr>
          <p:blipFill rotWithShape="1">
            <a:blip r:embed="rId4"/>
            <a:srcRect r="1901" b="343"/>
            <a:stretch/>
          </p:blipFill>
          <p:spPr>
            <a:xfrm>
              <a:off x="6597180" y="1427809"/>
              <a:ext cx="4858377" cy="4916802"/>
            </a:xfrm>
            <a:prstGeom prst="rect">
              <a:avLst/>
            </a:prstGeom>
          </p:spPr>
        </p:pic>
        <p:pic>
          <p:nvPicPr>
            <p:cNvPr id="6" name="Picture 5">
              <a:extLst>
                <a:ext uri="{FF2B5EF4-FFF2-40B4-BE49-F238E27FC236}">
                  <a16:creationId xmlns:a16="http://schemas.microsoft.com/office/drawing/2014/main" id="{FF789328-5CF8-EF00-B7D7-7A9DB6396104}"/>
                </a:ext>
              </a:extLst>
            </p:cNvPr>
            <p:cNvPicPr>
              <a:picLocks noChangeAspect="1"/>
            </p:cNvPicPr>
            <p:nvPr/>
          </p:nvPicPr>
          <p:blipFill>
            <a:blip r:embed="rId3"/>
            <a:stretch>
              <a:fillRect/>
            </a:stretch>
          </p:blipFill>
          <p:spPr>
            <a:xfrm rot="16380000">
              <a:off x="11303940" y="3436643"/>
              <a:ext cx="506119" cy="238713"/>
            </a:xfrm>
            <a:prstGeom prst="rect">
              <a:avLst/>
            </a:prstGeom>
          </p:spPr>
        </p:pic>
      </p:grpSp>
    </p:spTree>
    <p:extLst>
      <p:ext uri="{BB962C8B-B14F-4D97-AF65-F5344CB8AC3E}">
        <p14:creationId xmlns:p14="http://schemas.microsoft.com/office/powerpoint/2010/main" val="3766410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te Black Cat, Cute, Black, Cat PNG Transparent Clipart Image and PSD File  for Free Download">
            <a:extLst>
              <a:ext uri="{FF2B5EF4-FFF2-40B4-BE49-F238E27FC236}">
                <a16:creationId xmlns:a16="http://schemas.microsoft.com/office/drawing/2014/main" id="{8E2A533A-EFD1-E115-6560-49B93F1D3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98" y="2966994"/>
            <a:ext cx="3460439" cy="3460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speech bubble with a black background&#10;&#10;Description automatically generated">
            <a:extLst>
              <a:ext uri="{FF2B5EF4-FFF2-40B4-BE49-F238E27FC236}">
                <a16:creationId xmlns:a16="http://schemas.microsoft.com/office/drawing/2014/main" id="{70F2071B-B646-F4F1-11E2-52739CC52877}"/>
              </a:ext>
            </a:extLst>
          </p:cNvPr>
          <p:cNvPicPr>
            <a:picLocks noChangeAspect="1"/>
          </p:cNvPicPr>
          <p:nvPr/>
        </p:nvPicPr>
        <p:blipFill>
          <a:blip r:embed="rId3"/>
          <a:stretch>
            <a:fillRect/>
          </a:stretch>
        </p:blipFill>
        <p:spPr>
          <a:xfrm>
            <a:off x="5877016" y="1608599"/>
            <a:ext cx="3300861" cy="2253921"/>
          </a:xfrm>
          <a:prstGeom prst="rect">
            <a:avLst/>
          </a:prstGeom>
        </p:spPr>
      </p:pic>
      <p:sp>
        <p:nvSpPr>
          <p:cNvPr id="6" name="TextBox 5">
            <a:extLst>
              <a:ext uri="{FF2B5EF4-FFF2-40B4-BE49-F238E27FC236}">
                <a16:creationId xmlns:a16="http://schemas.microsoft.com/office/drawing/2014/main" id="{D9C38EF0-4F68-5ED3-BD08-A46CCA63E41A}"/>
              </a:ext>
            </a:extLst>
          </p:cNvPr>
          <p:cNvSpPr txBox="1"/>
          <p:nvPr/>
        </p:nvSpPr>
        <p:spPr>
          <a:xfrm>
            <a:off x="5877016" y="1834498"/>
            <a:ext cx="3219849" cy="1420325"/>
          </a:xfrm>
          <a:prstGeom prst="rect">
            <a:avLst/>
          </a:prstGeom>
          <a:noFill/>
        </p:spPr>
        <p:txBody>
          <a:bodyPr wrap="square">
            <a:spAutoFit/>
          </a:bodyPr>
          <a:lstStyle/>
          <a:p>
            <a:pPr algn="ctr">
              <a:lnSpc>
                <a:spcPct val="150000"/>
              </a:lnSpc>
            </a:pPr>
            <a:r>
              <a:rPr lang="en-US" sz="2000" b="1"/>
              <a:t> Upcoming tasks</a:t>
            </a:r>
          </a:p>
          <a:p>
            <a:pPr algn="ctr">
              <a:lnSpc>
                <a:spcPct val="150000"/>
              </a:lnSpc>
            </a:pPr>
            <a:r>
              <a:rPr lang="en-US" sz="2000" b="1"/>
              <a:t>for faster ML</a:t>
            </a:r>
          </a:p>
          <a:p>
            <a:pPr algn="ctr">
              <a:lnSpc>
                <a:spcPct val="150000"/>
              </a:lnSpc>
            </a:pPr>
            <a:r>
              <a:rPr lang="en-US" sz="2000" b="1"/>
              <a:t>inference</a:t>
            </a:r>
          </a:p>
        </p:txBody>
      </p:sp>
    </p:spTree>
    <p:extLst>
      <p:ext uri="{BB962C8B-B14F-4D97-AF65-F5344CB8AC3E}">
        <p14:creationId xmlns:p14="http://schemas.microsoft.com/office/powerpoint/2010/main" val="3825639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DC85DA-1FEB-5645-C0BD-3A020CCE70CC}"/>
              </a:ext>
            </a:extLst>
          </p:cNvPr>
          <p:cNvSpPr>
            <a:spLocks noGrp="1"/>
          </p:cNvSpPr>
          <p:nvPr>
            <p:ph type="title"/>
          </p:nvPr>
        </p:nvSpPr>
        <p:spPr/>
        <p:txBody>
          <a:bodyPr/>
          <a:lstStyle/>
          <a:p>
            <a:r>
              <a:rPr lang="en-US"/>
              <a:t>Scaling up ML inference speed</a:t>
            </a:r>
            <a:endParaRPr lang="en-FI"/>
          </a:p>
        </p:txBody>
      </p:sp>
      <p:sp>
        <p:nvSpPr>
          <p:cNvPr id="6" name="TextBox 5">
            <a:extLst>
              <a:ext uri="{FF2B5EF4-FFF2-40B4-BE49-F238E27FC236}">
                <a16:creationId xmlns:a16="http://schemas.microsoft.com/office/drawing/2014/main" id="{F395E35D-C124-54C8-8217-918D9F926A2E}"/>
              </a:ext>
            </a:extLst>
          </p:cNvPr>
          <p:cNvSpPr txBox="1"/>
          <p:nvPr/>
        </p:nvSpPr>
        <p:spPr>
          <a:xfrm>
            <a:off x="274320" y="943266"/>
            <a:ext cx="11595798" cy="5632311"/>
          </a:xfrm>
          <a:prstGeom prst="rect">
            <a:avLst/>
          </a:prstGeom>
          <a:noFill/>
        </p:spPr>
        <p:txBody>
          <a:bodyPr wrap="square">
            <a:spAutoFit/>
          </a:bodyPr>
          <a:lstStyle/>
          <a:p>
            <a:r>
              <a:rPr lang="en-US"/>
              <a:t>Even if VEXTERNALDB has saved the overhead of graph construction, the inference passed to the LSTM is </a:t>
            </a:r>
          </a:p>
          <a:p>
            <a:r>
              <a:rPr lang="en-US"/>
              <a:t>still too slow. It takes roughly 4 hours to finish simulation for the simple cube model.  </a:t>
            </a:r>
          </a:p>
          <a:p>
            <a:endParaRPr lang="en-US"/>
          </a:p>
          <a:p>
            <a:r>
              <a:rPr lang="en-US"/>
              <a:t>How to scale up computation when the model has 100000 nodes instead of only 8 nodes? </a:t>
            </a:r>
          </a:p>
          <a:p>
            <a:r>
              <a:rPr lang="en-US"/>
              <a:t>Things to consider: </a:t>
            </a:r>
          </a:p>
          <a:p>
            <a:endParaRPr lang="en-US"/>
          </a:p>
          <a:p>
            <a:pPr marL="342900" indent="-342900">
              <a:buAutoNum type="arabicPeriod"/>
            </a:pPr>
            <a:r>
              <a:rPr lang="en-US"/>
              <a:t>Partitioning the FEM model to make use of domain parallelization. If we have 40 tasks and can utilize all of them, the running time is reduced by 40 times at most.  </a:t>
            </a:r>
          </a:p>
          <a:p>
            <a:pPr marL="342900" indent="-342900">
              <a:buAutoNum type="arabicPeriod"/>
            </a:pPr>
            <a:endParaRPr lang="en-US"/>
          </a:p>
          <a:p>
            <a:pPr marL="342900" indent="-342900">
              <a:buAutoNum type="arabicPeriod"/>
            </a:pPr>
            <a:r>
              <a:rPr lang="en-US"/>
              <a:t>As we use Abaqus Explicit, we increase the increment size by choosing fixed mass scaling to a big number. After all, the ML model is used for deriving SDV, so stability in analytic solution is not necessary. </a:t>
            </a:r>
          </a:p>
          <a:p>
            <a:pPr marL="342900" indent="-342900">
              <a:buAutoNum type="arabicPeriod"/>
            </a:pPr>
            <a:endParaRPr lang="en-US"/>
          </a:p>
          <a:p>
            <a:pPr marL="342900" indent="-342900">
              <a:buAutoNum type="arabicPeriod"/>
            </a:pPr>
            <a:r>
              <a:rPr lang="en-US"/>
              <a:t>Reduce the mesh size to reduce the number of integration points</a:t>
            </a:r>
          </a:p>
          <a:p>
            <a:pPr marL="342900" indent="-342900">
              <a:buAutoNum type="arabicPeriod"/>
            </a:pPr>
            <a:endParaRPr lang="en-US"/>
          </a:p>
          <a:p>
            <a:pPr marL="342900" indent="-342900">
              <a:buAutoNum type="arabicPeriod"/>
            </a:pPr>
            <a:r>
              <a:rPr lang="en-US"/>
              <a:t>Decrease the time step to a small number so simulation runs faster </a:t>
            </a:r>
          </a:p>
          <a:p>
            <a:pPr marL="342900" indent="-342900">
              <a:buAutoNum type="arabicPeriod"/>
            </a:pPr>
            <a:endParaRPr lang="en-US"/>
          </a:p>
          <a:p>
            <a:pPr marL="342900" indent="-342900">
              <a:buAutoNum type="arabicPeriod"/>
            </a:pPr>
            <a:r>
              <a:rPr lang="en-US"/>
              <a:t>Use MPI communication to utilize more than one node on CSC, which can extends to more than 200 tasks. However, ensuring efficient CPU usage would be a complex process</a:t>
            </a:r>
          </a:p>
          <a:p>
            <a:pPr marL="342900" indent="-342900">
              <a:buAutoNum type="arabicPeriod"/>
            </a:pPr>
            <a:endParaRPr lang="en-US"/>
          </a:p>
          <a:p>
            <a:pPr marL="342900" indent="-342900">
              <a:buAutoNum type="arabicPeriod"/>
            </a:pPr>
            <a:r>
              <a:rPr lang="en-US"/>
              <a:t>Switch to Pytorch model, which supports GPU calculation in C API</a:t>
            </a:r>
          </a:p>
        </p:txBody>
      </p:sp>
    </p:spTree>
    <p:extLst>
      <p:ext uri="{BB962C8B-B14F-4D97-AF65-F5344CB8AC3E}">
        <p14:creationId xmlns:p14="http://schemas.microsoft.com/office/powerpoint/2010/main" val="273117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Effect transition="in" filter="fade">
                                      <p:cBhvr>
                                        <p:cTn id="7" dur="500"/>
                                        <p:tgtEl>
                                          <p:spTgt spid="6">
                                            <p:txEl>
                                              <p:pRg st="6" end="6"/>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animEffect transition="in" filter="fade">
                                      <p:cBhvr>
                                        <p:cTn id="11" dur="500"/>
                                        <p:tgtEl>
                                          <p:spTgt spid="6">
                                            <p:txEl>
                                              <p:pRg st="8" end="8"/>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animEffect transition="in" filter="fade">
                                      <p:cBhvr>
                                        <p:cTn id="15" dur="500"/>
                                        <p:tgtEl>
                                          <p:spTgt spid="6">
                                            <p:txEl>
                                              <p:pRg st="10" end="10"/>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xEl>
                                              <p:pRg st="12" end="12"/>
                                            </p:txEl>
                                          </p:spTgt>
                                        </p:tgtEl>
                                        <p:attrNameLst>
                                          <p:attrName>style.visibility</p:attrName>
                                        </p:attrNameLst>
                                      </p:cBhvr>
                                      <p:to>
                                        <p:strVal val="visible"/>
                                      </p:to>
                                    </p:set>
                                    <p:animEffect transition="in" filter="fade">
                                      <p:cBhvr>
                                        <p:cTn id="19" dur="500"/>
                                        <p:tgtEl>
                                          <p:spTgt spid="6">
                                            <p:txEl>
                                              <p:pRg st="12" end="1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xEl>
                                              <p:pRg st="14" end="14"/>
                                            </p:txEl>
                                          </p:spTgt>
                                        </p:tgtEl>
                                        <p:attrNameLst>
                                          <p:attrName>style.visibility</p:attrName>
                                        </p:attrNameLst>
                                      </p:cBhvr>
                                      <p:to>
                                        <p:strVal val="visible"/>
                                      </p:to>
                                    </p:set>
                                    <p:animEffect transition="in" filter="fade">
                                      <p:cBhvr>
                                        <p:cTn id="23" dur="500"/>
                                        <p:tgtEl>
                                          <p:spTgt spid="6">
                                            <p:txEl>
                                              <p:pRg st="14" end="1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
                                            <p:txEl>
                                              <p:pRg st="16" end="16"/>
                                            </p:txEl>
                                          </p:spTgt>
                                        </p:tgtEl>
                                        <p:attrNameLst>
                                          <p:attrName>style.visibility</p:attrName>
                                        </p:attrNameLst>
                                      </p:cBhvr>
                                      <p:to>
                                        <p:strVal val="visible"/>
                                      </p:to>
                                    </p:set>
                                    <p:animEffect transition="in" filter="fade">
                                      <p:cBhvr>
                                        <p:cTn id="27"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22F132-D01D-7694-CA02-34F485896CAA}"/>
              </a:ext>
            </a:extLst>
          </p:cNvPr>
          <p:cNvSpPr>
            <a:spLocks noGrp="1"/>
          </p:cNvSpPr>
          <p:nvPr>
            <p:ph type="body" sz="quarter" idx="13"/>
          </p:nvPr>
        </p:nvSpPr>
        <p:spPr/>
        <p:txBody>
          <a:bodyPr/>
          <a:lstStyle/>
          <a:p>
            <a:pPr>
              <a:lnSpc>
                <a:spcPct val="250000"/>
              </a:lnSpc>
            </a:pPr>
            <a:r>
              <a:rPr lang="en-IN"/>
              <a:t>Understanding of von Mises Model</a:t>
            </a:r>
          </a:p>
          <a:p>
            <a:pPr>
              <a:lnSpc>
                <a:spcPct val="250000"/>
              </a:lnSpc>
            </a:pPr>
            <a:r>
              <a:rPr lang="en-IN"/>
              <a:t>A few things about machine learning techniques</a:t>
            </a:r>
          </a:p>
          <a:p>
            <a:pPr>
              <a:lnSpc>
                <a:spcPct val="250000"/>
              </a:lnSpc>
            </a:pPr>
            <a:r>
              <a:rPr lang="en-IN"/>
              <a:t>Abaqus Software and Subroutines UMAT, VUMAT</a:t>
            </a:r>
          </a:p>
          <a:p>
            <a:pPr>
              <a:lnSpc>
                <a:spcPct val="250000"/>
              </a:lnSpc>
            </a:pPr>
            <a:r>
              <a:rPr lang="en-IN"/>
              <a:t>Integration of different languages and software -  Python and Fortran and Abaqus</a:t>
            </a:r>
          </a:p>
          <a:p>
            <a:pPr>
              <a:lnSpc>
                <a:spcPct val="250000"/>
              </a:lnSpc>
            </a:pPr>
            <a:r>
              <a:rPr lang="en-IN"/>
              <a:t>Learnt more about coding and debugging </a:t>
            </a:r>
          </a:p>
          <a:p>
            <a:pPr>
              <a:lnSpc>
                <a:spcPct val="250000"/>
              </a:lnSpc>
            </a:pPr>
            <a:r>
              <a:rPr lang="en-IN"/>
              <a:t>Collaboration and team work </a:t>
            </a:r>
          </a:p>
          <a:p>
            <a:pPr marL="0" indent="0">
              <a:lnSpc>
                <a:spcPct val="250000"/>
              </a:lnSpc>
              <a:buNone/>
            </a:pPr>
            <a:endParaRPr lang="en-IN"/>
          </a:p>
        </p:txBody>
      </p:sp>
      <p:sp>
        <p:nvSpPr>
          <p:cNvPr id="3" name="Title 2">
            <a:extLst>
              <a:ext uri="{FF2B5EF4-FFF2-40B4-BE49-F238E27FC236}">
                <a16:creationId xmlns:a16="http://schemas.microsoft.com/office/drawing/2014/main" id="{F2F5EA7E-01BE-DF79-E8E2-42FB29B756A4}"/>
              </a:ext>
            </a:extLst>
          </p:cNvPr>
          <p:cNvSpPr>
            <a:spLocks noGrp="1"/>
          </p:cNvSpPr>
          <p:nvPr>
            <p:ph type="title"/>
          </p:nvPr>
        </p:nvSpPr>
        <p:spPr/>
        <p:txBody>
          <a:bodyPr/>
          <a:lstStyle/>
          <a:p>
            <a:r>
              <a:rPr lang="en-IN"/>
              <a:t>My Learnings</a:t>
            </a:r>
          </a:p>
        </p:txBody>
      </p:sp>
    </p:spTree>
    <p:extLst>
      <p:ext uri="{BB962C8B-B14F-4D97-AF65-F5344CB8AC3E}">
        <p14:creationId xmlns:p14="http://schemas.microsoft.com/office/powerpoint/2010/main" val="181001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ven Strategies for Handling Difficult Questions - What to Say When You  Don't Know the Answer - ProEdge Skills, Inc.">
            <a:extLst>
              <a:ext uri="{FF2B5EF4-FFF2-40B4-BE49-F238E27FC236}">
                <a16:creationId xmlns:a16="http://schemas.microsoft.com/office/drawing/2014/main" id="{B9254CA1-457C-667A-1A8B-4723044F6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600" y="1733550"/>
            <a:ext cx="5425440" cy="33909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お辞儀をしている男性会社員のイラスト | かわいいフリー素材集 いらすとや">
            <a:extLst>
              <a:ext uri="{FF2B5EF4-FFF2-40B4-BE49-F238E27FC236}">
                <a16:creationId xmlns:a16="http://schemas.microsoft.com/office/drawing/2014/main" id="{E1554CDC-5E43-A9DB-8EC4-DFEEBAD5B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994" y="1854200"/>
            <a:ext cx="1901425" cy="3149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926C5A61-5914-EA23-BFD6-D22972686471}"/>
              </a:ext>
            </a:extLst>
          </p:cNvPr>
          <p:cNvSpPr>
            <a:spLocks noGrp="1"/>
          </p:cNvSpPr>
          <p:nvPr>
            <p:ph type="title"/>
          </p:nvPr>
        </p:nvSpPr>
        <p:spPr>
          <a:xfrm>
            <a:off x="274320" y="201600"/>
            <a:ext cx="9133840" cy="543600"/>
          </a:xfrm>
        </p:spPr>
        <p:txBody>
          <a:bodyPr/>
          <a:lstStyle/>
          <a:p>
            <a:r>
              <a:rPr lang="en-US">
                <a:latin typeface="Arial"/>
                <a:cs typeface="Arial"/>
              </a:rPr>
              <a:t>THANK YOU FOR YOUR ATTENTION!</a:t>
            </a:r>
            <a:endParaRPr lang="en-US"/>
          </a:p>
        </p:txBody>
      </p:sp>
    </p:spTree>
    <p:extLst>
      <p:ext uri="{BB962C8B-B14F-4D97-AF65-F5344CB8AC3E}">
        <p14:creationId xmlns:p14="http://schemas.microsoft.com/office/powerpoint/2010/main" val="3740530519"/>
      </p:ext>
    </p:extLst>
  </p:cSld>
  <p:clrMapOvr>
    <a:masterClrMapping/>
  </p:clrMapOvr>
</p:sld>
</file>

<file path=ppt/theme/theme1.xml><?xml version="1.0" encoding="utf-8"?>
<a:theme xmlns:a="http://schemas.openxmlformats.org/drawingml/2006/main" name="Master_Aalto_2">
  <a:themeElements>
    <a:clrScheme name="RWTH Farben">
      <a:dk1>
        <a:sysClr val="windowText" lastClr="000000"/>
      </a:dk1>
      <a:lt1>
        <a:sysClr val="window" lastClr="FFFFFF"/>
      </a:lt1>
      <a:dk2>
        <a:srgbClr val="00549F"/>
      </a:dk2>
      <a:lt2>
        <a:srgbClr val="8EBAE5"/>
      </a:lt2>
      <a:accent1>
        <a:srgbClr val="006165"/>
      </a:accent1>
      <a:accent2>
        <a:srgbClr val="0098A1"/>
      </a:accent2>
      <a:accent3>
        <a:srgbClr val="57AB27"/>
      </a:accent3>
      <a:accent4>
        <a:srgbClr val="BDCD00"/>
      </a:accent4>
      <a:accent5>
        <a:srgbClr val="F6A800"/>
      </a:accent5>
      <a:accent6>
        <a:srgbClr val="CC071E"/>
      </a:accent6>
      <a:hlink>
        <a:srgbClr val="612158"/>
      </a:hlink>
      <a:folHlink>
        <a:srgbClr val="7A6FA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40711_Powerpointvorlage_institute" id="{6AF4898E-60FD-416D-BF3D-28671F2B1415}" vid="{09427FF8-CA38-4CCF-836C-16EF93A39D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2DCA4D94A3494596A22AA804BC9339" ma:contentTypeVersion="12" ma:contentTypeDescription="Create a new document." ma:contentTypeScope="" ma:versionID="e26c9ec82995539cf28d2357ea99de3f">
  <xsd:schema xmlns:xsd="http://www.w3.org/2001/XMLSchema" xmlns:xs="http://www.w3.org/2001/XMLSchema" xmlns:p="http://schemas.microsoft.com/office/2006/metadata/properties" xmlns:ns2="64c291f9-8b3c-4c62-8e95-2347565a7636" xmlns:ns3="59a49a2f-0480-42b8-ab0f-c803c1d3001c" targetNamespace="http://schemas.microsoft.com/office/2006/metadata/properties" ma:root="true" ma:fieldsID="aba213677fcc252a6a434573507ade37" ns2:_="" ns3:_="">
    <xsd:import namespace="64c291f9-8b3c-4c62-8e95-2347565a7636"/>
    <xsd:import namespace="59a49a2f-0480-42b8-ab0f-c803c1d3001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c291f9-8b3c-4c62-8e95-2347565a76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d61bb93-c830-477f-800c-34a01ab1e79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9a49a2f-0480-42b8-ab0f-c803c1d3001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2fe66bf-1192-4ec1-ba65-6074fd4a45d1}" ma:internalName="TaxCatchAll" ma:showField="CatchAllData" ma:web="59a49a2f-0480-42b8-ab0f-c803c1d300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9a49a2f-0480-42b8-ab0f-c803c1d3001c" xsi:nil="true"/>
    <lcf76f155ced4ddcb4097134ff3c332f xmlns="64c291f9-8b3c-4c62-8e95-2347565a763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DC2ED7-8733-439F-8763-62A4A66AA2FD}"/>
</file>

<file path=customXml/itemProps2.xml><?xml version="1.0" encoding="utf-8"?>
<ds:datastoreItem xmlns:ds="http://schemas.openxmlformats.org/officeDocument/2006/customXml" ds:itemID="{0D091013-F4EF-4A84-8471-93911238D843}">
  <ds:schemaRef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elements/1.1/"/>
    <ds:schemaRef ds:uri="http://purl.org/dc/dcmitype/"/>
    <ds:schemaRef ds:uri="59a49a2f-0480-42b8-ab0f-c803c1d3001c"/>
    <ds:schemaRef ds:uri="http://schemas.microsoft.com/office/2006/documentManagement/types"/>
    <ds:schemaRef ds:uri="http://purl.org/dc/terms/"/>
    <ds:schemaRef ds:uri="64c291f9-8b3c-4c62-8e95-2347565a7636"/>
  </ds:schemaRefs>
</ds:datastoreItem>
</file>

<file path=customXml/itemProps3.xml><?xml version="1.0" encoding="utf-8"?>
<ds:datastoreItem xmlns:ds="http://schemas.openxmlformats.org/officeDocument/2006/customXml" ds:itemID="{9635C00D-78BB-4207-97D6-99F1DDD02F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Präsentation_Master_RWTH_Institute</Template>
  <TotalTime>1</TotalTime>
  <Words>6722</Words>
  <Application>Microsoft Office PowerPoint</Application>
  <PresentationFormat>Widescreen</PresentationFormat>
  <Paragraphs>498</Paragraphs>
  <Slides>51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黑体</vt:lpstr>
      <vt:lpstr>Arial</vt:lpstr>
      <vt:lpstr>Calibri</vt:lpstr>
      <vt:lpstr>Consolas</vt:lpstr>
      <vt:lpstr>Symbol</vt:lpstr>
      <vt:lpstr>Wingdings</vt:lpstr>
      <vt:lpstr>Master_Aalto_2</vt:lpstr>
      <vt:lpstr>Implementation of Machine Learning model in Abaqus using VUMAT subroutine.  </vt:lpstr>
      <vt:lpstr>Table of Contents</vt:lpstr>
      <vt:lpstr>Motivations for ML-coupled Abaqus subroutine</vt:lpstr>
      <vt:lpstr>STEP</vt:lpstr>
      <vt:lpstr>STEP</vt:lpstr>
      <vt:lpstr>INCREMENT AND INCREMENT SIZE</vt:lpstr>
      <vt:lpstr>Where does VUMAT fit in Abaqus</vt:lpstr>
      <vt:lpstr>Input and output of ML model </vt:lpstr>
      <vt:lpstr>Abaqus VUMAT for von Mises isotropic hardening model</vt:lpstr>
      <vt:lpstr>Abaqus VUMAT model</vt:lpstr>
      <vt:lpstr>General setup workflow for ML integration</vt:lpstr>
      <vt:lpstr>PowerPoint Presentation</vt:lpstr>
      <vt:lpstr>Tensorflow C API</vt:lpstr>
      <vt:lpstr>fortran-tf-lib github library</vt:lpstr>
      <vt:lpstr>Bugs and debugging: which compiler gfortran / ifort / ifx for Fortran? </vt:lpstr>
      <vt:lpstr>PowerPoint Presentation</vt:lpstr>
      <vt:lpstr>Analyze input arguments of VUMAT</vt:lpstr>
      <vt:lpstr>Abaqus VUMAT for von Mises isotropic hardening model</vt:lpstr>
      <vt:lpstr>Fortran version 77 v.s version 90 </vt:lpstr>
      <vt:lpstr>PowerPoint Presentation</vt:lpstr>
      <vt:lpstr>Converting from .h5 to .pb format in Tensorflow</vt:lpstr>
      <vt:lpstr>Generate Fortran ml_module template </vt:lpstr>
      <vt:lpstr>Fortran ml_module template</vt:lpstr>
      <vt:lpstr>PowerPoint Presentation</vt:lpstr>
      <vt:lpstr>Order of Abaqus Explicit execution</vt:lpstr>
      <vt:lpstr>Fortran compiling environment in Abaqus: abaqus_v6.env</vt:lpstr>
      <vt:lpstr>Fortran linking environment in Abaqus: abaqus_v6.env</vt:lpstr>
      <vt:lpstr>Bugs and debugging: Symbol lookup error</vt:lpstr>
      <vt:lpstr>PowerPoint Presentation</vt:lpstr>
      <vt:lpstr>Updates in Abaqus .inp file for SDV and Constants for VUMAT</vt:lpstr>
      <vt:lpstr>How are inputs to ML model updated in the next increment?</vt:lpstr>
      <vt:lpstr>Bugs and debugging: input constants</vt:lpstr>
      <vt:lpstr>Bugs and debugging: DEPVAR and initial conditions of SDV</vt:lpstr>
      <vt:lpstr>Bugs and debugging: do not declare type for Abaqus subroutine arguments</vt:lpstr>
      <vt:lpstr>PowerPoint Presentation</vt:lpstr>
      <vt:lpstr>Incorporate ml_module interface into Fortran code</vt:lpstr>
      <vt:lpstr>Incorporate ml_module interface into Fortran code</vt:lpstr>
      <vt:lpstr>Bugs and debugging: Transposing matrix from Fortran to C API</vt:lpstr>
      <vt:lpstr>PowerPoint Presentation</vt:lpstr>
      <vt:lpstr>The time problem with ML model in VUMAT</vt:lpstr>
      <vt:lpstr>Bugs and Debugging: modules in Fortran follow the Singleton pattern! </vt:lpstr>
      <vt:lpstr>VEXTERNALDB subroutine </vt:lpstr>
      <vt:lpstr>PowerPoint Presentation</vt:lpstr>
      <vt:lpstr>Extracting results</vt:lpstr>
      <vt:lpstr>Bugs and debugging: selected Primary Variable not available</vt:lpstr>
      <vt:lpstr>Result plots</vt:lpstr>
      <vt:lpstr>Result plots</vt:lpstr>
      <vt:lpstr>PowerPoint Presentation</vt:lpstr>
      <vt:lpstr>Scaling up ML inference speed</vt:lpstr>
      <vt:lpstr>My Learnings</vt:lpstr>
      <vt:lpstr>THANK YOU FOR YOUR ATTENTION!</vt:lpstr>
    </vt:vector>
  </TitlesOfParts>
  <Company>IEHK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Junhe Lian</dc:creator>
  <cp:lastModifiedBy>Nguyen Binh</cp:lastModifiedBy>
  <cp:revision>1</cp:revision>
  <dcterms:created xsi:type="dcterms:W3CDTF">2014-11-13T09:09:37Z</dcterms:created>
  <dcterms:modified xsi:type="dcterms:W3CDTF">2025-01-29T16:33:57Z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0x010100A52DCA4D94A3494596A22AA804BC9339</vt:lpwstr>
  </property>
  <property fmtid="{D5CDD505-2E9C-101B-9397-08002B2CF9AE}" pid="3" name="MediaServiceImageTags">
    <vt:lpwstr/>
  </property>
</Properties>
</file>