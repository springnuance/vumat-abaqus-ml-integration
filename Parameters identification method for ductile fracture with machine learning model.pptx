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1" r:id="rId4"/>
  </p:sldMasterIdLst>
  <p:notesMasterIdLst>
    <p:notesMasterId r:id="rId27"/>
  </p:notesMasterIdLst>
  <p:handoutMasterIdLst>
    <p:handoutMasterId r:id="rId28"/>
  </p:handoutMasterIdLst>
  <p:sldIdLst>
    <p:sldId id="256" r:id="rId5"/>
    <p:sldId id="273" r:id="rId6"/>
    <p:sldId id="257" r:id="rId7"/>
    <p:sldId id="274" r:id="rId8"/>
    <p:sldId id="276" r:id="rId9"/>
    <p:sldId id="259" r:id="rId10"/>
    <p:sldId id="260" r:id="rId11"/>
    <p:sldId id="291" r:id="rId12"/>
    <p:sldId id="272" r:id="rId13"/>
    <p:sldId id="261" r:id="rId14"/>
    <p:sldId id="277" r:id="rId15"/>
    <p:sldId id="278" r:id="rId16"/>
    <p:sldId id="279" r:id="rId17"/>
    <p:sldId id="282" r:id="rId18"/>
    <p:sldId id="1035" r:id="rId19"/>
    <p:sldId id="1036" r:id="rId20"/>
    <p:sldId id="1037" r:id="rId21"/>
    <p:sldId id="283" r:id="rId22"/>
    <p:sldId id="288" r:id="rId23"/>
    <p:sldId id="1038" r:id="rId24"/>
    <p:sldId id="289" r:id="rId25"/>
    <p:sldId id="267" r:id="rId26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C77BEB-8A2F-496E-92E6-9C64B0B4EFBF}">
          <p14:sldIdLst>
            <p14:sldId id="256"/>
            <p14:sldId id="273"/>
            <p14:sldId id="257"/>
            <p14:sldId id="274"/>
            <p14:sldId id="276"/>
            <p14:sldId id="259"/>
            <p14:sldId id="260"/>
            <p14:sldId id="291"/>
            <p14:sldId id="272"/>
            <p14:sldId id="261"/>
            <p14:sldId id="277"/>
            <p14:sldId id="278"/>
            <p14:sldId id="279"/>
            <p14:sldId id="282"/>
            <p14:sldId id="1035"/>
            <p14:sldId id="1036"/>
            <p14:sldId id="1037"/>
            <p14:sldId id="283"/>
            <p14:sldId id="288"/>
            <p14:sldId id="1038"/>
            <p14:sldId id="289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sj" initials="l" lastIdx="8" clrIdx="0">
    <p:extLst>
      <p:ext uri="{19B8F6BF-5375-455C-9EA6-DF929625EA0E}">
        <p15:presenceInfo xmlns:p15="http://schemas.microsoft.com/office/powerpoint/2012/main" userId="lsj" providerId="None"/>
      </p:ext>
    </p:extLst>
  </p:cmAuthor>
  <p:cmAuthor id="2" name="Junhe Lian" initials="JL" lastIdx="1" clrIdx="1">
    <p:extLst>
      <p:ext uri="{19B8F6BF-5375-455C-9EA6-DF929625EA0E}">
        <p15:presenceInfo xmlns:p15="http://schemas.microsoft.com/office/powerpoint/2012/main" userId="c48a0666b18b49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FF"/>
    <a:srgbClr val="FF0000"/>
    <a:srgbClr val="00549F"/>
    <a:srgbClr val="C00000"/>
    <a:srgbClr val="0077B7"/>
    <a:srgbClr val="00D0AF"/>
    <a:srgbClr val="00FF00"/>
    <a:srgbClr val="32309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DB9E1-9E1F-4BB2-A819-4F6C1D1CA0C1}" v="2836" vWet="2838" dt="2023-11-01T12:53:15.973"/>
    <p1510:client id="{4089DD39-17C0-419E-8C3B-4F6022237126}" v="2525" dt="2023-11-01T12:53:31.883"/>
    <p1510:client id="{DF92ED58-85E4-41F5-B8B0-F503ACF93AAA}" v="2" dt="2024-01-12T20:17:48.235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d Sayoojya" userId="07e77774-94b4-4cf6-b0f8-bde085138f71" providerId="ADAL" clId="{B0D60DD4-4D2E-495E-A575-F2A01D7F9ABB}"/>
    <pc:docChg chg="custSel modSld">
      <pc:chgData name="Prasad Sayoojya" userId="07e77774-94b4-4cf6-b0f8-bde085138f71" providerId="ADAL" clId="{B0D60DD4-4D2E-495E-A575-F2A01D7F9ABB}" dt="2023-10-31T21:58:33.003" v="943" actId="1076"/>
      <pc:docMkLst>
        <pc:docMk/>
      </pc:docMkLst>
      <pc:sldChg chg="addSp delSp modSp mod">
        <pc:chgData name="Prasad Sayoojya" userId="07e77774-94b4-4cf6-b0f8-bde085138f71" providerId="ADAL" clId="{B0D60DD4-4D2E-495E-A575-F2A01D7F9ABB}" dt="2023-10-31T19:31:32.794" v="3" actId="1076"/>
        <pc:sldMkLst>
          <pc:docMk/>
          <pc:sldMk cId="3719270686" sldId="259"/>
        </pc:sldMkLst>
        <pc:picChg chg="add mod">
          <ac:chgData name="Prasad Sayoojya" userId="07e77774-94b4-4cf6-b0f8-bde085138f71" providerId="ADAL" clId="{B0D60DD4-4D2E-495E-A575-F2A01D7F9ABB}" dt="2023-10-31T19:31:32.794" v="3" actId="1076"/>
          <ac:picMkLst>
            <pc:docMk/>
            <pc:sldMk cId="3719270686" sldId="259"/>
            <ac:picMk id="2" creationId="{CD6213E7-02C2-65FC-4B01-E9CF692F6E34}"/>
          </ac:picMkLst>
        </pc:picChg>
        <pc:picChg chg="del">
          <ac:chgData name="Prasad Sayoojya" userId="07e77774-94b4-4cf6-b0f8-bde085138f71" providerId="ADAL" clId="{B0D60DD4-4D2E-495E-A575-F2A01D7F9ABB}" dt="2023-10-31T19:31:26.127" v="0" actId="478"/>
          <ac:picMkLst>
            <pc:docMk/>
            <pc:sldMk cId="3719270686" sldId="259"/>
            <ac:picMk id="6" creationId="{9949CD4C-467D-A7E7-636C-95368D096487}"/>
          </ac:picMkLst>
        </pc:picChg>
      </pc:sldChg>
      <pc:sldChg chg="addSp delSp modSp mod">
        <pc:chgData name="Prasad Sayoojya" userId="07e77774-94b4-4cf6-b0f8-bde085138f71" providerId="ADAL" clId="{B0D60DD4-4D2E-495E-A575-F2A01D7F9ABB}" dt="2023-10-31T19:31:52.304" v="6" actId="1076"/>
        <pc:sldMkLst>
          <pc:docMk/>
          <pc:sldMk cId="3178162031" sldId="260"/>
        </pc:sldMkLst>
        <pc:picChg chg="add mod">
          <ac:chgData name="Prasad Sayoojya" userId="07e77774-94b4-4cf6-b0f8-bde085138f71" providerId="ADAL" clId="{B0D60DD4-4D2E-495E-A575-F2A01D7F9ABB}" dt="2023-10-31T19:31:52.304" v="6" actId="1076"/>
          <ac:picMkLst>
            <pc:docMk/>
            <pc:sldMk cId="3178162031" sldId="260"/>
            <ac:picMk id="2" creationId="{AD657002-7640-026E-DCF0-85D55073D9EC}"/>
          </ac:picMkLst>
        </pc:picChg>
        <pc:picChg chg="del">
          <ac:chgData name="Prasad Sayoojya" userId="07e77774-94b4-4cf6-b0f8-bde085138f71" providerId="ADAL" clId="{B0D60DD4-4D2E-495E-A575-F2A01D7F9ABB}" dt="2023-10-31T19:31:48.143" v="4" actId="478"/>
          <ac:picMkLst>
            <pc:docMk/>
            <pc:sldMk cId="3178162031" sldId="260"/>
            <ac:picMk id="6" creationId="{D64C0B1B-F766-2140-1EE3-EA1949934588}"/>
          </ac:picMkLst>
        </pc:picChg>
      </pc:sldChg>
      <pc:sldChg chg="addSp modSp mod">
        <pc:chgData name="Prasad Sayoojya" userId="07e77774-94b4-4cf6-b0f8-bde085138f71" providerId="ADAL" clId="{B0D60DD4-4D2E-495E-A575-F2A01D7F9ABB}" dt="2023-10-31T21:58:33.003" v="943" actId="1076"/>
        <pc:sldMkLst>
          <pc:docMk/>
          <pc:sldMk cId="2171072559" sldId="261"/>
        </pc:sldMkLst>
        <pc:spChg chg="add mod">
          <ac:chgData name="Prasad Sayoojya" userId="07e77774-94b4-4cf6-b0f8-bde085138f71" providerId="ADAL" clId="{B0D60DD4-4D2E-495E-A575-F2A01D7F9ABB}" dt="2023-10-31T21:58:06.241" v="936" actId="1076"/>
          <ac:spMkLst>
            <pc:docMk/>
            <pc:sldMk cId="2171072559" sldId="261"/>
            <ac:spMk id="2" creationId="{9FE35D71-6EB2-ED65-E328-14BF67C28DC2}"/>
          </ac:spMkLst>
        </pc:spChg>
        <pc:spChg chg="mod">
          <ac:chgData name="Prasad Sayoojya" userId="07e77774-94b4-4cf6-b0f8-bde085138f71" providerId="ADAL" clId="{B0D60DD4-4D2E-495E-A575-F2A01D7F9ABB}" dt="2023-10-31T21:56:53.266" v="902" actId="14100"/>
          <ac:spMkLst>
            <pc:docMk/>
            <pc:sldMk cId="2171072559" sldId="261"/>
            <ac:spMk id="3" creationId="{03278275-E80E-B675-6366-2C1829178659}"/>
          </ac:spMkLst>
        </pc:spChg>
        <pc:spChg chg="add mod">
          <ac:chgData name="Prasad Sayoojya" userId="07e77774-94b4-4cf6-b0f8-bde085138f71" providerId="ADAL" clId="{B0D60DD4-4D2E-495E-A575-F2A01D7F9ABB}" dt="2023-10-31T21:58:02.413" v="935" actId="1076"/>
          <ac:spMkLst>
            <pc:docMk/>
            <pc:sldMk cId="2171072559" sldId="261"/>
            <ac:spMk id="5" creationId="{1A92FFFE-9872-AEEF-C6B9-A38B051080DA}"/>
          </ac:spMkLst>
        </pc:spChg>
        <pc:spChg chg="add mod">
          <ac:chgData name="Prasad Sayoojya" userId="07e77774-94b4-4cf6-b0f8-bde085138f71" providerId="ADAL" clId="{B0D60DD4-4D2E-495E-A575-F2A01D7F9ABB}" dt="2023-10-31T21:58:09.500" v="937" actId="1076"/>
          <ac:spMkLst>
            <pc:docMk/>
            <pc:sldMk cId="2171072559" sldId="261"/>
            <ac:spMk id="6" creationId="{D54D6FBE-DAA6-4DB0-6AA0-DD45A786370E}"/>
          </ac:spMkLst>
        </pc:spChg>
        <pc:spChg chg="mod">
          <ac:chgData name="Prasad Sayoojya" userId="07e77774-94b4-4cf6-b0f8-bde085138f71" providerId="ADAL" clId="{B0D60DD4-4D2E-495E-A575-F2A01D7F9ABB}" dt="2023-10-31T21:57:27.902" v="928" actId="1076"/>
          <ac:spMkLst>
            <pc:docMk/>
            <pc:sldMk cId="2171072559" sldId="261"/>
            <ac:spMk id="22" creationId="{8FC9FA33-3BDA-7511-108C-DB38E8641DA1}"/>
          </ac:spMkLst>
        </pc:spChg>
        <pc:cxnChg chg="add mod">
          <ac:chgData name="Prasad Sayoojya" userId="07e77774-94b4-4cf6-b0f8-bde085138f71" providerId="ADAL" clId="{B0D60DD4-4D2E-495E-A575-F2A01D7F9ABB}" dt="2023-10-31T21:58:22.148" v="939" actId="208"/>
          <ac:cxnSpMkLst>
            <pc:docMk/>
            <pc:sldMk cId="2171072559" sldId="261"/>
            <ac:cxnSpMk id="8" creationId="{4F10B7C6-6001-5D7D-589F-DA1DC4038734}"/>
          </ac:cxnSpMkLst>
        </pc:cxnChg>
        <pc:cxnChg chg="add mod">
          <ac:chgData name="Prasad Sayoojya" userId="07e77774-94b4-4cf6-b0f8-bde085138f71" providerId="ADAL" clId="{B0D60DD4-4D2E-495E-A575-F2A01D7F9ABB}" dt="2023-10-31T21:58:33.003" v="943" actId="1076"/>
          <ac:cxnSpMkLst>
            <pc:docMk/>
            <pc:sldMk cId="2171072559" sldId="261"/>
            <ac:cxnSpMk id="14" creationId="{71F9CA3D-01E4-01A0-ACAF-2EB0FBE31380}"/>
          </ac:cxnSpMkLst>
        </pc:cxnChg>
        <pc:cxnChg chg="add mod">
          <ac:chgData name="Prasad Sayoojya" userId="07e77774-94b4-4cf6-b0f8-bde085138f71" providerId="ADAL" clId="{B0D60DD4-4D2E-495E-A575-F2A01D7F9ABB}" dt="2023-10-31T21:58:30.546" v="942" actId="1076"/>
          <ac:cxnSpMkLst>
            <pc:docMk/>
            <pc:sldMk cId="2171072559" sldId="261"/>
            <ac:cxnSpMk id="16" creationId="{20D76954-A7DB-C589-C631-9F75B42C2DFD}"/>
          </ac:cxnSpMkLst>
        </pc:cxnChg>
      </pc:sldChg>
      <pc:sldChg chg="modSp mod">
        <pc:chgData name="Prasad Sayoojya" userId="07e77774-94b4-4cf6-b0f8-bde085138f71" providerId="ADAL" clId="{B0D60DD4-4D2E-495E-A575-F2A01D7F9ABB}" dt="2023-10-31T20:01:31.481" v="786" actId="1076"/>
        <pc:sldMkLst>
          <pc:docMk/>
          <pc:sldMk cId="3954986244" sldId="291"/>
        </pc:sldMkLst>
        <pc:spChg chg="mod">
          <ac:chgData name="Prasad Sayoojya" userId="07e77774-94b4-4cf6-b0f8-bde085138f71" providerId="ADAL" clId="{B0D60DD4-4D2E-495E-A575-F2A01D7F9ABB}" dt="2023-10-31T19:38:28.038" v="55" actId="1076"/>
          <ac:spMkLst>
            <pc:docMk/>
            <pc:sldMk cId="3954986244" sldId="291"/>
            <ac:spMk id="2" creationId="{2280CCB5-D0BF-A7D5-3A80-D5200861487A}"/>
          </ac:spMkLst>
        </pc:spChg>
        <pc:spChg chg="mod">
          <ac:chgData name="Prasad Sayoojya" userId="07e77774-94b4-4cf6-b0f8-bde085138f71" providerId="ADAL" clId="{B0D60DD4-4D2E-495E-A575-F2A01D7F9ABB}" dt="2023-10-31T20:01:31.481" v="786" actId="1076"/>
          <ac:spMkLst>
            <pc:docMk/>
            <pc:sldMk cId="3954986244" sldId="291"/>
            <ac:spMk id="3" creationId="{4DDCFE3F-2776-86BF-720C-200EDFD48DA1}"/>
          </ac:spMkLst>
        </pc:spChg>
      </pc:sldChg>
      <pc:sldChg chg="addSp delSp modSp mod">
        <pc:chgData name="Prasad Sayoojya" userId="07e77774-94b4-4cf6-b0f8-bde085138f71" providerId="ADAL" clId="{B0D60DD4-4D2E-495E-A575-F2A01D7F9ABB}" dt="2023-10-31T21:44:50.722" v="826" actId="478"/>
        <pc:sldMkLst>
          <pc:docMk/>
          <pc:sldMk cId="158963772" sldId="1035"/>
        </pc:sldMkLst>
        <pc:spChg chg="del">
          <ac:chgData name="Prasad Sayoojya" userId="07e77774-94b4-4cf6-b0f8-bde085138f71" providerId="ADAL" clId="{B0D60DD4-4D2E-495E-A575-F2A01D7F9ABB}" dt="2023-10-31T21:44:48.876" v="825" actId="478"/>
          <ac:spMkLst>
            <pc:docMk/>
            <pc:sldMk cId="158963772" sldId="1035"/>
            <ac:spMk id="2" creationId="{6E71CD2A-9CD1-4245-8539-DBEBE34976F1}"/>
          </ac:spMkLst>
        </pc:spChg>
        <pc:spChg chg="mod">
          <ac:chgData name="Prasad Sayoojya" userId="07e77774-94b4-4cf6-b0f8-bde085138f71" providerId="ADAL" clId="{B0D60DD4-4D2E-495E-A575-F2A01D7F9ABB}" dt="2023-10-31T21:44:46.124" v="824" actId="20577"/>
          <ac:spMkLst>
            <pc:docMk/>
            <pc:sldMk cId="158963772" sldId="1035"/>
            <ac:spMk id="4" creationId="{A0165DF6-867D-4711-8EC9-53E824052215}"/>
          </ac:spMkLst>
        </pc:spChg>
        <pc:spChg chg="add del mod">
          <ac:chgData name="Prasad Sayoojya" userId="07e77774-94b4-4cf6-b0f8-bde085138f71" providerId="ADAL" clId="{B0D60DD4-4D2E-495E-A575-F2A01D7F9ABB}" dt="2023-10-31T21:44:50.722" v="826" actId="478"/>
          <ac:spMkLst>
            <pc:docMk/>
            <pc:sldMk cId="158963772" sldId="1035"/>
            <ac:spMk id="7" creationId="{F5B6C4A3-102A-50FA-6940-8ABC3F81C14F}"/>
          </ac:spMkLst>
        </pc:spChg>
      </pc:sldChg>
    </pc:docChg>
  </pc:docChgLst>
  <pc:docChgLst>
    <pc:chgData name="Sayoojya Prasad" userId="fa2a096117177298" providerId="LiveId" clId="{0DE794C5-0F85-49C2-872C-A4F30B3AFE0D}"/>
    <pc:docChg chg="undo custSel addSld modSld modMainMaster">
      <pc:chgData name="Sayoojya Prasad" userId="fa2a096117177298" providerId="LiveId" clId="{0DE794C5-0F85-49C2-872C-A4F30B3AFE0D}" dt="2022-08-24T11:05:12.701" v="787" actId="20577"/>
      <pc:docMkLst>
        <pc:docMk/>
      </pc:docMkLst>
      <pc:sldChg chg="modSp mod">
        <pc:chgData name="Sayoojya Prasad" userId="fa2a096117177298" providerId="LiveId" clId="{0DE794C5-0F85-49C2-872C-A4F30B3AFE0D}" dt="2022-08-24T10:09:18.777" v="544" actId="20577"/>
        <pc:sldMkLst>
          <pc:docMk/>
          <pc:sldMk cId="1694422516" sldId="256"/>
        </pc:sldMkLst>
        <pc:spChg chg="mod">
          <ac:chgData name="Sayoojya Prasad" userId="fa2a096117177298" providerId="LiveId" clId="{0DE794C5-0F85-49C2-872C-A4F30B3AFE0D}" dt="2022-08-24T10:09:18.777" v="544" actId="20577"/>
          <ac:spMkLst>
            <pc:docMk/>
            <pc:sldMk cId="1694422516" sldId="256"/>
            <ac:spMk id="2" creationId="{3B0EEFFC-456C-41CA-8582-6E68658427F7}"/>
          </ac:spMkLst>
        </pc:spChg>
      </pc:sldChg>
      <pc:sldChg chg="delSp modSp mod">
        <pc:chgData name="Sayoojya Prasad" userId="fa2a096117177298" providerId="LiveId" clId="{0DE794C5-0F85-49C2-872C-A4F30B3AFE0D}" dt="2022-08-24T00:40:58.609" v="5" actId="14100"/>
        <pc:sldMkLst>
          <pc:docMk/>
          <pc:sldMk cId="1150849503" sldId="257"/>
        </pc:sldMkLst>
        <pc:spChg chg="del">
          <ac:chgData name="Sayoojya Prasad" userId="fa2a096117177298" providerId="LiveId" clId="{0DE794C5-0F85-49C2-872C-A4F30B3AFE0D}" dt="2022-08-24T00:40:50.633" v="3" actId="478"/>
          <ac:spMkLst>
            <pc:docMk/>
            <pc:sldMk cId="1150849503" sldId="257"/>
            <ac:spMk id="2" creationId="{A2F71BA9-BAF2-68C5-AC18-43821E1D64E5}"/>
          </ac:spMkLst>
        </pc:spChg>
        <pc:spChg chg="mod">
          <ac:chgData name="Sayoojya Prasad" userId="fa2a096117177298" providerId="LiveId" clId="{0DE794C5-0F85-49C2-872C-A4F30B3AFE0D}" dt="2022-08-24T00:40:58.609" v="5" actId="14100"/>
          <ac:spMkLst>
            <pc:docMk/>
            <pc:sldMk cId="1150849503" sldId="257"/>
            <ac:spMk id="3" creationId="{54327C98-D328-F534-8E1A-243C28FC4E97}"/>
          </ac:spMkLst>
        </pc:spChg>
      </pc:sldChg>
      <pc:sldChg chg="addSp delSp modSp mod">
        <pc:chgData name="Sayoojya Prasad" userId="fa2a096117177298" providerId="LiveId" clId="{0DE794C5-0F85-49C2-872C-A4F30B3AFE0D}" dt="2022-08-24T01:06:03.652" v="543" actId="122"/>
        <pc:sldMkLst>
          <pc:docMk/>
          <pc:sldMk cId="2171072559" sldId="261"/>
        </pc:sldMkLst>
        <pc:spChg chg="mod">
          <ac:chgData name="Sayoojya Prasad" userId="fa2a096117177298" providerId="LiveId" clId="{0DE794C5-0F85-49C2-872C-A4F30B3AFE0D}" dt="2022-08-24T00:53:30.416" v="379" actId="14100"/>
          <ac:spMkLst>
            <pc:docMk/>
            <pc:sldMk cId="2171072559" sldId="261"/>
            <ac:spMk id="3" creationId="{03278275-E80E-B675-6366-2C1829178659}"/>
          </ac:spMkLst>
        </pc:spChg>
        <pc:spChg chg="add del">
          <ac:chgData name="Sayoojya Prasad" userId="fa2a096117177298" providerId="LiveId" clId="{0DE794C5-0F85-49C2-872C-A4F30B3AFE0D}" dt="2022-08-24T01:00:29.632" v="381" actId="478"/>
          <ac:spMkLst>
            <pc:docMk/>
            <pc:sldMk cId="2171072559" sldId="261"/>
            <ac:spMk id="8" creationId="{B0022AB6-F994-D42A-F463-8DAC8FF5B7DD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9" creationId="{3F6E75E9-CED9-F396-3C6A-F4961B95B2E5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10" creationId="{66F81C3B-46C0-AACC-A798-BB17AFE0DDEF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11" creationId="{CBAAFBC8-DD1E-7575-16D3-5B4DAE5C2333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12" creationId="{22D5B6B8-4EC7-C3A8-CA08-1DC76F7CAC80}"/>
          </ac:spMkLst>
        </pc:spChg>
        <pc:spChg chg="add mod">
          <ac:chgData name="Sayoojya Prasad" userId="fa2a096117177298" providerId="LiveId" clId="{0DE794C5-0F85-49C2-872C-A4F30B3AFE0D}" dt="2022-08-24T01:05:56.119" v="541" actId="1076"/>
          <ac:spMkLst>
            <pc:docMk/>
            <pc:sldMk cId="2171072559" sldId="261"/>
            <ac:spMk id="13" creationId="{2DB91973-231D-8E76-A0CD-9548418FEACA}"/>
          </ac:spMkLst>
        </pc:spChg>
        <pc:spChg chg="add mod">
          <ac:chgData name="Sayoojya Prasad" userId="fa2a096117177298" providerId="LiveId" clId="{0DE794C5-0F85-49C2-872C-A4F30B3AFE0D}" dt="2022-08-24T01:06:03.652" v="543" actId="122"/>
          <ac:spMkLst>
            <pc:docMk/>
            <pc:sldMk cId="2171072559" sldId="261"/>
            <ac:spMk id="22" creationId="{8FC9FA33-3BDA-7511-108C-DB38E8641DA1}"/>
          </ac:spMkLst>
        </pc:spChg>
        <pc:cxnChg chg="add mod">
          <ac:chgData name="Sayoojya Prasad" userId="fa2a096117177298" providerId="LiveId" clId="{0DE794C5-0F85-49C2-872C-A4F30B3AFE0D}" dt="2022-08-24T01:05:56.119" v="541" actId="1076"/>
          <ac:cxnSpMkLst>
            <pc:docMk/>
            <pc:sldMk cId="2171072559" sldId="261"/>
            <ac:cxnSpMk id="15" creationId="{D04654B8-E17E-B292-9EB0-15C166B2A5AF}"/>
          </ac:cxnSpMkLst>
        </pc:cxnChg>
        <pc:cxnChg chg="add mod">
          <ac:chgData name="Sayoojya Prasad" userId="fa2a096117177298" providerId="LiveId" clId="{0DE794C5-0F85-49C2-872C-A4F30B3AFE0D}" dt="2022-08-24T01:05:56.119" v="541" actId="1076"/>
          <ac:cxnSpMkLst>
            <pc:docMk/>
            <pc:sldMk cId="2171072559" sldId="261"/>
            <ac:cxnSpMk id="17" creationId="{07381A85-2813-919B-3609-9F510C5E1207}"/>
          </ac:cxnSpMkLst>
        </pc:cxnChg>
        <pc:cxnChg chg="add mod">
          <ac:chgData name="Sayoojya Prasad" userId="fa2a096117177298" providerId="LiveId" clId="{0DE794C5-0F85-49C2-872C-A4F30B3AFE0D}" dt="2022-08-24T01:05:56.119" v="541" actId="1076"/>
          <ac:cxnSpMkLst>
            <pc:docMk/>
            <pc:sldMk cId="2171072559" sldId="261"/>
            <ac:cxnSpMk id="19" creationId="{09EDE5BB-1AB6-D067-5666-95DD2A44F119}"/>
          </ac:cxnSpMkLst>
        </pc:cxnChg>
        <pc:cxnChg chg="add mod">
          <ac:chgData name="Sayoojya Prasad" userId="fa2a096117177298" providerId="LiveId" clId="{0DE794C5-0F85-49C2-872C-A4F30B3AFE0D}" dt="2022-08-24T01:05:56.119" v="541" actId="1076"/>
          <ac:cxnSpMkLst>
            <pc:docMk/>
            <pc:sldMk cId="2171072559" sldId="261"/>
            <ac:cxnSpMk id="21" creationId="{19902C45-B5C4-BF54-AD0F-8A864001EC3B}"/>
          </ac:cxnSpMkLst>
        </pc:cxnChg>
      </pc:sldChg>
      <pc:sldChg chg="addSp delSp modSp mod">
        <pc:chgData name="Sayoojya Prasad" userId="fa2a096117177298" providerId="LiveId" clId="{0DE794C5-0F85-49C2-872C-A4F30B3AFE0D}" dt="2022-08-24T10:24:40.118" v="786" actId="20577"/>
        <pc:sldMkLst>
          <pc:docMk/>
          <pc:sldMk cId="3890963789" sldId="264"/>
        </pc:sldMkLst>
        <pc:spChg chg="mod">
          <ac:chgData name="Sayoojya Prasad" userId="fa2a096117177298" providerId="LiveId" clId="{0DE794C5-0F85-49C2-872C-A4F30B3AFE0D}" dt="2022-08-24T10:24:40.118" v="786" actId="20577"/>
          <ac:spMkLst>
            <pc:docMk/>
            <pc:sldMk cId="3890963789" sldId="264"/>
            <ac:spMk id="3" creationId="{F3CABBCC-CF05-C966-436C-DAF2BE86ADEB}"/>
          </ac:spMkLst>
        </pc:spChg>
        <pc:graphicFrameChg chg="add del mod modGraphic">
          <ac:chgData name="Sayoojya Prasad" userId="fa2a096117177298" providerId="LiveId" clId="{0DE794C5-0F85-49C2-872C-A4F30B3AFE0D}" dt="2022-08-24T10:10:18.445" v="571" actId="478"/>
          <ac:graphicFrameMkLst>
            <pc:docMk/>
            <pc:sldMk cId="3890963789" sldId="264"/>
            <ac:graphicFrameMk id="2" creationId="{E800589E-0FEA-2287-C5CB-9FE23DD8A177}"/>
          </ac:graphicFrameMkLst>
        </pc:graphicFrameChg>
        <pc:graphicFrameChg chg="add mod modGraphic">
          <ac:chgData name="Sayoojya Prasad" userId="fa2a096117177298" providerId="LiveId" clId="{0DE794C5-0F85-49C2-872C-A4F30B3AFE0D}" dt="2022-08-24T10:21:43.071" v="741" actId="1076"/>
          <ac:graphicFrameMkLst>
            <pc:docMk/>
            <pc:sldMk cId="3890963789" sldId="264"/>
            <ac:graphicFrameMk id="5" creationId="{8B13E822-DC37-FB49-4463-D8481EA2024A}"/>
          </ac:graphicFrameMkLst>
        </pc:graphicFrameChg>
      </pc:sldChg>
      <pc:sldChg chg="modSp mod">
        <pc:chgData name="Sayoojya Prasad" userId="fa2a096117177298" providerId="LiveId" clId="{0DE794C5-0F85-49C2-872C-A4F30B3AFE0D}" dt="2022-08-24T00:43:49.120" v="341" actId="20577"/>
        <pc:sldMkLst>
          <pc:docMk/>
          <pc:sldMk cId="1145527489" sldId="265"/>
        </pc:sldMkLst>
        <pc:spChg chg="mod">
          <ac:chgData name="Sayoojya Prasad" userId="fa2a096117177298" providerId="LiveId" clId="{0DE794C5-0F85-49C2-872C-A4F30B3AFE0D}" dt="2022-08-24T00:43:49.120" v="341" actId="20577"/>
          <ac:spMkLst>
            <pc:docMk/>
            <pc:sldMk cId="1145527489" sldId="265"/>
            <ac:spMk id="2" creationId="{893C2FE8-C99D-4253-8F6A-39EBB4649C8D}"/>
          </ac:spMkLst>
        </pc:spChg>
      </pc:sldChg>
      <pc:sldChg chg="modSp mod">
        <pc:chgData name="Sayoojya Prasad" userId="fa2a096117177298" providerId="LiveId" clId="{0DE794C5-0F85-49C2-872C-A4F30B3AFE0D}" dt="2022-08-24T00:43:38.404" v="329" actId="20577"/>
        <pc:sldMkLst>
          <pc:docMk/>
          <pc:sldMk cId="3729940283" sldId="266"/>
        </pc:sldMkLst>
        <pc:spChg chg="mod">
          <ac:chgData name="Sayoojya Prasad" userId="fa2a096117177298" providerId="LiveId" clId="{0DE794C5-0F85-49C2-872C-A4F30B3AFE0D}" dt="2022-08-24T00:43:38.404" v="329" actId="20577"/>
          <ac:spMkLst>
            <pc:docMk/>
            <pc:sldMk cId="3729940283" sldId="266"/>
            <ac:spMk id="2" creationId="{EA768CB2-A47F-58A6-9C5D-E53BC1B6588B}"/>
          </ac:spMkLst>
        </pc:spChg>
      </pc:sldChg>
      <pc:sldChg chg="delSp modSp new mod">
        <pc:chgData name="Sayoojya Prasad" userId="fa2a096117177298" providerId="LiveId" clId="{0DE794C5-0F85-49C2-872C-A4F30B3AFE0D}" dt="2022-08-24T00:44:10.845" v="345" actId="14100"/>
        <pc:sldMkLst>
          <pc:docMk/>
          <pc:sldMk cId="464534243" sldId="273"/>
        </pc:sldMkLst>
        <pc:spChg chg="del">
          <ac:chgData name="Sayoojya Prasad" userId="fa2a096117177298" providerId="LiveId" clId="{0DE794C5-0F85-49C2-872C-A4F30B3AFE0D}" dt="2022-08-24T00:41:21.430" v="15" actId="478"/>
          <ac:spMkLst>
            <pc:docMk/>
            <pc:sldMk cId="464534243" sldId="273"/>
            <ac:spMk id="2" creationId="{3B47A0F0-8BAF-58D9-A816-75265F9F3D27}"/>
          </ac:spMkLst>
        </pc:spChg>
        <pc:spChg chg="mod">
          <ac:chgData name="Sayoojya Prasad" userId="fa2a096117177298" providerId="LiveId" clId="{0DE794C5-0F85-49C2-872C-A4F30B3AFE0D}" dt="2022-08-24T00:44:10.845" v="345" actId="14100"/>
          <ac:spMkLst>
            <pc:docMk/>
            <pc:sldMk cId="464534243" sldId="273"/>
            <ac:spMk id="3" creationId="{6D2ECDF9-649C-0A47-1D01-8730A6C7EEAA}"/>
          </ac:spMkLst>
        </pc:spChg>
        <pc:spChg chg="mod">
          <ac:chgData name="Sayoojya Prasad" userId="fa2a096117177298" providerId="LiveId" clId="{0DE794C5-0F85-49C2-872C-A4F30B3AFE0D}" dt="2022-08-24T00:41:19.073" v="14" actId="20577"/>
          <ac:spMkLst>
            <pc:docMk/>
            <pc:sldMk cId="464534243" sldId="273"/>
            <ac:spMk id="4" creationId="{6F9E6954-F988-9F55-8B25-A0399682C6B4}"/>
          </ac:spMkLst>
        </pc:spChg>
      </pc:sldChg>
      <pc:sldMasterChg chg="modSp mod">
        <pc:chgData name="Sayoojya Prasad" userId="fa2a096117177298" providerId="LiveId" clId="{0DE794C5-0F85-49C2-872C-A4F30B3AFE0D}" dt="2022-08-24T11:05:12.701" v="787" actId="20577"/>
        <pc:sldMasterMkLst>
          <pc:docMk/>
          <pc:sldMasterMk cId="3038685260" sldId="2147483811"/>
        </pc:sldMasterMkLst>
        <pc:spChg chg="mod">
          <ac:chgData name="Sayoojya Prasad" userId="fa2a096117177298" providerId="LiveId" clId="{0DE794C5-0F85-49C2-872C-A4F30B3AFE0D}" dt="2022-08-24T11:05:12.701" v="787" actId="20577"/>
          <ac:spMkLst>
            <pc:docMk/>
            <pc:sldMasterMk cId="3038685260" sldId="2147483811"/>
            <ac:spMk id="15" creationId="{00000000-0000-0000-0000-000000000000}"/>
          </ac:spMkLst>
        </pc:spChg>
      </pc:sldMasterChg>
    </pc:docChg>
  </pc:docChgLst>
  <pc:docChgLst>
    <pc:chgData name="Prasad Sayoojya" userId="07e77774-94b4-4cf6-b0f8-bde085138f71" providerId="ADAL" clId="{274DB9E1-9E1F-4BB2-A819-4F6C1D1CA0C1}"/>
    <pc:docChg chg="undo custSel addSld delSld modSld modSection">
      <pc:chgData name="Prasad Sayoojya" userId="07e77774-94b4-4cf6-b0f8-bde085138f71" providerId="ADAL" clId="{274DB9E1-9E1F-4BB2-A819-4F6C1D1CA0C1}" dt="2023-11-01T12:53:15.225" v="2743" actId="478"/>
      <pc:docMkLst>
        <pc:docMk/>
      </pc:docMkLst>
      <pc:sldChg chg="delSp modSp mod">
        <pc:chgData name="Prasad Sayoojya" userId="07e77774-94b4-4cf6-b0f8-bde085138f71" providerId="ADAL" clId="{274DB9E1-9E1F-4BB2-A819-4F6C1D1CA0C1}" dt="2023-11-01T12:53:15.225" v="2743" actId="478"/>
        <pc:sldMkLst>
          <pc:docMk/>
          <pc:sldMk cId="2171072559" sldId="261"/>
        </pc:sldMkLst>
        <pc:spChg chg="del">
          <ac:chgData name="Prasad Sayoojya" userId="07e77774-94b4-4cf6-b0f8-bde085138f71" providerId="ADAL" clId="{274DB9E1-9E1F-4BB2-A819-4F6C1D1CA0C1}" dt="2023-11-01T12:53:14.655" v="2742" actId="478"/>
          <ac:spMkLst>
            <pc:docMk/>
            <pc:sldMk cId="2171072559" sldId="261"/>
            <ac:spMk id="2" creationId="{9FE35D71-6EB2-ED65-E328-14BF67C28DC2}"/>
          </ac:spMkLst>
        </pc:spChg>
        <pc:spChg chg="mod">
          <ac:chgData name="Prasad Sayoojya" userId="07e77774-94b4-4cf6-b0f8-bde085138f71" providerId="ADAL" clId="{274DB9E1-9E1F-4BB2-A819-4F6C1D1CA0C1}" dt="2023-10-30T16:17:59.061" v="1379" actId="20577"/>
          <ac:spMkLst>
            <pc:docMk/>
            <pc:sldMk cId="2171072559" sldId="261"/>
            <ac:spMk id="3" creationId="{03278275-E80E-B675-6366-2C1829178659}"/>
          </ac:spMkLst>
        </pc:spChg>
        <pc:spChg chg="mod">
          <ac:chgData name="Prasad Sayoojya" userId="07e77774-94b4-4cf6-b0f8-bde085138f71" providerId="ADAL" clId="{274DB9E1-9E1F-4BB2-A819-4F6C1D1CA0C1}" dt="2023-10-30T16:18:39.618" v="1400" actId="207"/>
          <ac:spMkLst>
            <pc:docMk/>
            <pc:sldMk cId="2171072559" sldId="261"/>
            <ac:spMk id="9" creationId="{3F6E75E9-CED9-F396-3C6A-F4961B95B2E5}"/>
          </ac:spMkLst>
        </pc:spChg>
        <pc:spChg chg="mod">
          <ac:chgData name="Prasad Sayoojya" userId="07e77774-94b4-4cf6-b0f8-bde085138f71" providerId="ADAL" clId="{274DB9E1-9E1F-4BB2-A819-4F6C1D1CA0C1}" dt="2023-10-30T16:18:42.217" v="1401" actId="207"/>
          <ac:spMkLst>
            <pc:docMk/>
            <pc:sldMk cId="2171072559" sldId="261"/>
            <ac:spMk id="10" creationId="{66F81C3B-46C0-AACC-A798-BB17AFE0DDEF}"/>
          </ac:spMkLst>
        </pc:spChg>
        <pc:spChg chg="mod">
          <ac:chgData name="Prasad Sayoojya" userId="07e77774-94b4-4cf6-b0f8-bde085138f71" providerId="ADAL" clId="{274DB9E1-9E1F-4BB2-A819-4F6C1D1CA0C1}" dt="2023-10-30T16:18:45.063" v="1402" actId="207"/>
          <ac:spMkLst>
            <pc:docMk/>
            <pc:sldMk cId="2171072559" sldId="261"/>
            <ac:spMk id="11" creationId="{CBAAFBC8-DD1E-7575-16D3-5B4DAE5C2333}"/>
          </ac:spMkLst>
        </pc:spChg>
        <pc:spChg chg="mod">
          <ac:chgData name="Prasad Sayoojya" userId="07e77774-94b4-4cf6-b0f8-bde085138f71" providerId="ADAL" clId="{274DB9E1-9E1F-4BB2-A819-4F6C1D1CA0C1}" dt="2023-10-30T16:18:48.016" v="1403" actId="207"/>
          <ac:spMkLst>
            <pc:docMk/>
            <pc:sldMk cId="2171072559" sldId="261"/>
            <ac:spMk id="12" creationId="{22D5B6B8-4EC7-C3A8-CA08-1DC76F7CAC80}"/>
          </ac:spMkLst>
        </pc:spChg>
        <pc:spChg chg="mod">
          <ac:chgData name="Prasad Sayoojya" userId="07e77774-94b4-4cf6-b0f8-bde085138f71" providerId="ADAL" clId="{274DB9E1-9E1F-4BB2-A819-4F6C1D1CA0C1}" dt="2023-10-30T16:18:50.671" v="1404" actId="207"/>
          <ac:spMkLst>
            <pc:docMk/>
            <pc:sldMk cId="2171072559" sldId="261"/>
            <ac:spMk id="13" creationId="{2DB91973-231D-8E76-A0CD-9548418FEACA}"/>
          </ac:spMkLst>
        </pc:spChg>
        <pc:cxnChg chg="del mod">
          <ac:chgData name="Prasad Sayoojya" userId="07e77774-94b4-4cf6-b0f8-bde085138f71" providerId="ADAL" clId="{274DB9E1-9E1F-4BB2-A819-4F6C1D1CA0C1}" dt="2023-11-01T12:53:15.225" v="2743" actId="478"/>
          <ac:cxnSpMkLst>
            <pc:docMk/>
            <pc:sldMk cId="2171072559" sldId="261"/>
            <ac:cxnSpMk id="8" creationId="{4F10B7C6-6001-5D7D-589F-DA1DC4038734}"/>
          </ac:cxnSpMkLst>
        </pc:cxnChg>
      </pc:sldChg>
      <pc:sldChg chg="add del">
        <pc:chgData name="Prasad Sayoojya" userId="07e77774-94b4-4cf6-b0f8-bde085138f71" providerId="ADAL" clId="{274DB9E1-9E1F-4BB2-A819-4F6C1D1CA0C1}" dt="2023-10-31T17:36:25.667" v="2700" actId="2696"/>
        <pc:sldMkLst>
          <pc:docMk/>
          <pc:sldMk cId="3890963789" sldId="264"/>
        </pc:sldMkLst>
      </pc:sldChg>
      <pc:sldChg chg="del">
        <pc:chgData name="Prasad Sayoojya" userId="07e77774-94b4-4cf6-b0f8-bde085138f71" providerId="ADAL" clId="{274DB9E1-9E1F-4BB2-A819-4F6C1D1CA0C1}" dt="2023-10-31T17:36:25.667" v="2700" actId="2696"/>
        <pc:sldMkLst>
          <pc:docMk/>
          <pc:sldMk cId="1145527489" sldId="265"/>
        </pc:sldMkLst>
      </pc:sldChg>
      <pc:sldChg chg="del">
        <pc:chgData name="Prasad Sayoojya" userId="07e77774-94b4-4cf6-b0f8-bde085138f71" providerId="ADAL" clId="{274DB9E1-9E1F-4BB2-A819-4F6C1D1CA0C1}" dt="2023-10-31T17:36:25.667" v="2700" actId="2696"/>
        <pc:sldMkLst>
          <pc:docMk/>
          <pc:sldMk cId="3729940283" sldId="266"/>
        </pc:sldMkLst>
      </pc:sldChg>
      <pc:sldChg chg="del">
        <pc:chgData name="Prasad Sayoojya" userId="07e77774-94b4-4cf6-b0f8-bde085138f71" providerId="ADAL" clId="{274DB9E1-9E1F-4BB2-A819-4F6C1D1CA0C1}" dt="2023-10-31T17:36:25.667" v="2700" actId="2696"/>
        <pc:sldMkLst>
          <pc:docMk/>
          <pc:sldMk cId="1656292792" sldId="270"/>
        </pc:sldMkLst>
      </pc:sldChg>
      <pc:sldChg chg="del">
        <pc:chgData name="Prasad Sayoojya" userId="07e77774-94b4-4cf6-b0f8-bde085138f71" providerId="ADAL" clId="{274DB9E1-9E1F-4BB2-A819-4F6C1D1CA0C1}" dt="2023-10-31T17:36:25.667" v="2700" actId="2696"/>
        <pc:sldMkLst>
          <pc:docMk/>
          <pc:sldMk cId="1263433766" sldId="271"/>
        </pc:sldMkLst>
      </pc:sldChg>
      <pc:sldChg chg="addSp delSp modSp mod">
        <pc:chgData name="Prasad Sayoojya" userId="07e77774-94b4-4cf6-b0f8-bde085138f71" providerId="ADAL" clId="{274DB9E1-9E1F-4BB2-A819-4F6C1D1CA0C1}" dt="2023-11-01T12:52:45.129" v="2741" actId="692"/>
        <pc:sldMkLst>
          <pc:docMk/>
          <pc:sldMk cId="1150987903" sldId="272"/>
        </pc:sldMkLst>
        <pc:spChg chg="add mod">
          <ac:chgData name="Prasad Sayoojya" userId="07e77774-94b4-4cf6-b0f8-bde085138f71" providerId="ADAL" clId="{274DB9E1-9E1F-4BB2-A819-4F6C1D1CA0C1}" dt="2023-10-31T14:08:01.967" v="1760" actId="1076"/>
          <ac:spMkLst>
            <pc:docMk/>
            <pc:sldMk cId="1150987903" sldId="272"/>
            <ac:spMk id="2" creationId="{C6C45C8F-AC8B-DB7E-A832-CD6E6705381C}"/>
          </ac:spMkLst>
        </pc:spChg>
        <pc:spChg chg="mod">
          <ac:chgData name="Prasad Sayoojya" userId="07e77774-94b4-4cf6-b0f8-bde085138f71" providerId="ADAL" clId="{274DB9E1-9E1F-4BB2-A819-4F6C1D1CA0C1}" dt="2023-10-31T14:07:53.791" v="1757" actId="1076"/>
          <ac:spMkLst>
            <pc:docMk/>
            <pc:sldMk cId="1150987903" sldId="272"/>
            <ac:spMk id="3" creationId="{B2A8D863-4EC1-17C8-6909-744F295E6E0B}"/>
          </ac:spMkLst>
        </pc:spChg>
        <pc:spChg chg="mod">
          <ac:chgData name="Prasad Sayoojya" userId="07e77774-94b4-4cf6-b0f8-bde085138f71" providerId="ADAL" clId="{274DB9E1-9E1F-4BB2-A819-4F6C1D1CA0C1}" dt="2023-10-31T14:08:00.047" v="1759" actId="1076"/>
          <ac:spMkLst>
            <pc:docMk/>
            <pc:sldMk cId="1150987903" sldId="272"/>
            <ac:spMk id="6" creationId="{5B2EBFF4-C748-5589-9A28-8A04183A35A2}"/>
          </ac:spMkLst>
        </pc:spChg>
        <pc:graphicFrameChg chg="mod modGraphic">
          <ac:chgData name="Prasad Sayoojya" userId="07e77774-94b4-4cf6-b0f8-bde085138f71" providerId="ADAL" clId="{274DB9E1-9E1F-4BB2-A819-4F6C1D1CA0C1}" dt="2023-10-31T14:07:58.006" v="1758" actId="1076"/>
          <ac:graphicFrameMkLst>
            <pc:docMk/>
            <pc:sldMk cId="1150987903" sldId="272"/>
            <ac:graphicFrameMk id="5" creationId="{D9FA9A6F-6FA9-1748-0E52-3EBBA6943A0C}"/>
          </ac:graphicFrameMkLst>
        </pc:graphicFrameChg>
        <pc:picChg chg="add del mod">
          <ac:chgData name="Prasad Sayoojya" userId="07e77774-94b4-4cf6-b0f8-bde085138f71" providerId="ADAL" clId="{274DB9E1-9E1F-4BB2-A819-4F6C1D1CA0C1}" dt="2023-10-31T14:06:33.595" v="1634" actId="478"/>
          <ac:picMkLst>
            <pc:docMk/>
            <pc:sldMk cId="1150987903" sldId="272"/>
            <ac:picMk id="8" creationId="{7A0890CB-821C-1DBC-E74E-C92F304BEAE6}"/>
          </ac:picMkLst>
        </pc:picChg>
        <pc:picChg chg="add mod">
          <ac:chgData name="Prasad Sayoojya" userId="07e77774-94b4-4cf6-b0f8-bde085138f71" providerId="ADAL" clId="{274DB9E1-9E1F-4BB2-A819-4F6C1D1CA0C1}" dt="2023-10-31T14:08:10.206" v="1762" actId="1076"/>
          <ac:picMkLst>
            <pc:docMk/>
            <pc:sldMk cId="1150987903" sldId="272"/>
            <ac:picMk id="10" creationId="{E58D6267-D8D1-B8D8-0672-BB1EE02D4CDF}"/>
          </ac:picMkLst>
        </pc:picChg>
        <pc:cxnChg chg="add mod">
          <ac:chgData name="Prasad Sayoojya" userId="07e77774-94b4-4cf6-b0f8-bde085138f71" providerId="ADAL" clId="{274DB9E1-9E1F-4BB2-A819-4F6C1D1CA0C1}" dt="2023-11-01T12:52:45.129" v="2741" actId="692"/>
          <ac:cxnSpMkLst>
            <pc:docMk/>
            <pc:sldMk cId="1150987903" sldId="272"/>
            <ac:cxnSpMk id="8" creationId="{90D4A355-0383-06C9-36F2-26A14E79C249}"/>
          </ac:cxnSpMkLst>
        </pc:cxnChg>
        <pc:cxnChg chg="add mod">
          <ac:chgData name="Prasad Sayoojya" userId="07e77774-94b4-4cf6-b0f8-bde085138f71" providerId="ADAL" clId="{274DB9E1-9E1F-4BB2-A819-4F6C1D1CA0C1}" dt="2023-11-01T12:52:28.118" v="2738" actId="692"/>
          <ac:cxnSpMkLst>
            <pc:docMk/>
            <pc:sldMk cId="1150987903" sldId="272"/>
            <ac:cxnSpMk id="12" creationId="{400A1F76-B585-D1E8-3BA6-DA13D380CAE3}"/>
          </ac:cxnSpMkLst>
        </pc:cxnChg>
      </pc:sldChg>
      <pc:sldChg chg="modSp mod">
        <pc:chgData name="Prasad Sayoojya" userId="07e77774-94b4-4cf6-b0f8-bde085138f71" providerId="ADAL" clId="{274DB9E1-9E1F-4BB2-A819-4F6C1D1CA0C1}" dt="2023-10-31T10:57:37.810" v="1471" actId="313"/>
        <pc:sldMkLst>
          <pc:docMk/>
          <pc:sldMk cId="3127099152" sldId="276"/>
        </pc:sldMkLst>
        <pc:spChg chg="mod">
          <ac:chgData name="Prasad Sayoojya" userId="07e77774-94b4-4cf6-b0f8-bde085138f71" providerId="ADAL" clId="{274DB9E1-9E1F-4BB2-A819-4F6C1D1CA0C1}" dt="2023-10-31T10:57:37.810" v="1471" actId="313"/>
          <ac:spMkLst>
            <pc:docMk/>
            <pc:sldMk cId="3127099152" sldId="276"/>
            <ac:spMk id="3" creationId="{5DC921F2-AAE2-26E2-898E-635AD9A473AC}"/>
          </ac:spMkLst>
        </pc:spChg>
      </pc:sldChg>
      <pc:sldChg chg="addSp delSp modSp mod">
        <pc:chgData name="Prasad Sayoojya" userId="07e77774-94b4-4cf6-b0f8-bde085138f71" providerId="ADAL" clId="{274DB9E1-9E1F-4BB2-A819-4F6C1D1CA0C1}" dt="2023-10-31T13:55:44.351" v="1629" actId="1076"/>
        <pc:sldMkLst>
          <pc:docMk/>
          <pc:sldMk cId="799977294" sldId="277"/>
        </pc:sldMkLst>
        <pc:spChg chg="mod">
          <ac:chgData name="Prasad Sayoojya" userId="07e77774-94b4-4cf6-b0f8-bde085138f71" providerId="ADAL" clId="{274DB9E1-9E1F-4BB2-A819-4F6C1D1CA0C1}" dt="2023-10-30T16:22:14.104" v="1436" actId="20577"/>
          <ac:spMkLst>
            <pc:docMk/>
            <pc:sldMk cId="799977294" sldId="277"/>
            <ac:spMk id="2" creationId="{E1D1DDF8-A123-8107-4598-7738ECCC8C8A}"/>
          </ac:spMkLst>
        </pc:spChg>
        <pc:spChg chg="mod">
          <ac:chgData name="Prasad Sayoojya" userId="07e77774-94b4-4cf6-b0f8-bde085138f71" providerId="ADAL" clId="{274DB9E1-9E1F-4BB2-A819-4F6C1D1CA0C1}" dt="2023-10-30T16:19:01.875" v="1416" actId="20577"/>
          <ac:spMkLst>
            <pc:docMk/>
            <pc:sldMk cId="799977294" sldId="277"/>
            <ac:spMk id="4" creationId="{BFF4787E-AD7C-B972-33DF-39340C44BAAE}"/>
          </ac:spMkLst>
        </pc:spChg>
        <pc:spChg chg="del">
          <ac:chgData name="Prasad Sayoojya" userId="07e77774-94b4-4cf6-b0f8-bde085138f71" providerId="ADAL" clId="{274DB9E1-9E1F-4BB2-A819-4F6C1D1CA0C1}" dt="2023-10-30T16:22:18.341" v="1437" actId="478"/>
          <ac:spMkLst>
            <pc:docMk/>
            <pc:sldMk cId="799977294" sldId="277"/>
            <ac:spMk id="7" creationId="{FA42B1D0-A65E-A2A8-E706-91BF870D6791}"/>
          </ac:spMkLst>
        </pc:spChg>
        <pc:spChg chg="del">
          <ac:chgData name="Prasad Sayoojya" userId="07e77774-94b4-4cf6-b0f8-bde085138f71" providerId="ADAL" clId="{274DB9E1-9E1F-4BB2-A819-4F6C1D1CA0C1}" dt="2023-10-30T16:22:19.715" v="1438" actId="478"/>
          <ac:spMkLst>
            <pc:docMk/>
            <pc:sldMk cId="799977294" sldId="277"/>
            <ac:spMk id="9" creationId="{3ED54521-550C-E2B5-B920-D84AA53AFF42}"/>
          </ac:spMkLst>
        </pc:spChg>
        <pc:picChg chg="add del mod">
          <ac:chgData name="Prasad Sayoojya" userId="07e77774-94b4-4cf6-b0f8-bde085138f71" providerId="ADAL" clId="{274DB9E1-9E1F-4BB2-A819-4F6C1D1CA0C1}" dt="2023-10-31T11:53:08.169" v="1507" actId="478"/>
          <ac:picMkLst>
            <pc:docMk/>
            <pc:sldMk cId="799977294" sldId="277"/>
            <ac:picMk id="3" creationId="{C8D679EF-54F4-6616-4720-1393F9ACBBEA}"/>
          </ac:picMkLst>
        </pc:picChg>
        <pc:picChg chg="del">
          <ac:chgData name="Prasad Sayoojya" userId="07e77774-94b4-4cf6-b0f8-bde085138f71" providerId="ADAL" clId="{274DB9E1-9E1F-4BB2-A819-4F6C1D1CA0C1}" dt="2023-10-30T16:19:20.053" v="1417" actId="478"/>
          <ac:picMkLst>
            <pc:docMk/>
            <pc:sldMk cId="799977294" sldId="277"/>
            <ac:picMk id="5" creationId="{193FDF28-A199-21F3-F72E-CC784F6D5E27}"/>
          </ac:picMkLst>
        </pc:picChg>
        <pc:picChg chg="add mod">
          <ac:chgData name="Prasad Sayoojya" userId="07e77774-94b4-4cf6-b0f8-bde085138f71" providerId="ADAL" clId="{274DB9E1-9E1F-4BB2-A819-4F6C1D1CA0C1}" dt="2023-10-31T11:57:30.192" v="1537" actId="1076"/>
          <ac:picMkLst>
            <pc:docMk/>
            <pc:sldMk cId="799977294" sldId="277"/>
            <ac:picMk id="5" creationId="{BA722DEB-6FE7-B400-9631-B4EF15F5FCC6}"/>
          </ac:picMkLst>
        </pc:picChg>
        <pc:picChg chg="add mod">
          <ac:chgData name="Prasad Sayoojya" userId="07e77774-94b4-4cf6-b0f8-bde085138f71" providerId="ADAL" clId="{274DB9E1-9E1F-4BB2-A819-4F6C1D1CA0C1}" dt="2023-10-31T11:57:34.626" v="1538" actId="1076"/>
          <ac:picMkLst>
            <pc:docMk/>
            <pc:sldMk cId="799977294" sldId="277"/>
            <ac:picMk id="6" creationId="{658114ED-14D2-394F-0B66-8A966A07A86D}"/>
          </ac:picMkLst>
        </pc:picChg>
        <pc:picChg chg="del">
          <ac:chgData name="Prasad Sayoojya" userId="07e77774-94b4-4cf6-b0f8-bde085138f71" providerId="ADAL" clId="{274DB9E1-9E1F-4BB2-A819-4F6C1D1CA0C1}" dt="2023-10-30T16:19:20.940" v="1418" actId="478"/>
          <ac:picMkLst>
            <pc:docMk/>
            <pc:sldMk cId="799977294" sldId="277"/>
            <ac:picMk id="6" creationId="{8988026D-0C31-E31A-3E25-AB483791B52E}"/>
          </ac:picMkLst>
        </pc:picChg>
        <pc:picChg chg="add mod">
          <ac:chgData name="Prasad Sayoojya" userId="07e77774-94b4-4cf6-b0f8-bde085138f71" providerId="ADAL" clId="{274DB9E1-9E1F-4BB2-A819-4F6C1D1CA0C1}" dt="2023-10-31T13:53:48.728" v="1621" actId="1076"/>
          <ac:picMkLst>
            <pc:docMk/>
            <pc:sldMk cId="799977294" sldId="277"/>
            <ac:picMk id="8" creationId="{1A237DCC-56D8-75B6-DA07-089120C59D45}"/>
          </ac:picMkLst>
        </pc:picChg>
        <pc:picChg chg="add mod">
          <ac:chgData name="Prasad Sayoojya" userId="07e77774-94b4-4cf6-b0f8-bde085138f71" providerId="ADAL" clId="{274DB9E1-9E1F-4BB2-A819-4F6C1D1CA0C1}" dt="2023-10-31T13:54:39.759" v="1624" actId="1076"/>
          <ac:picMkLst>
            <pc:docMk/>
            <pc:sldMk cId="799977294" sldId="277"/>
            <ac:picMk id="10" creationId="{9EE84AAB-2829-9D03-746C-1F9968743C3C}"/>
          </ac:picMkLst>
        </pc:picChg>
        <pc:picChg chg="add mod">
          <ac:chgData name="Prasad Sayoojya" userId="07e77774-94b4-4cf6-b0f8-bde085138f71" providerId="ADAL" clId="{274DB9E1-9E1F-4BB2-A819-4F6C1D1CA0C1}" dt="2023-10-31T13:55:44.351" v="1629" actId="1076"/>
          <ac:picMkLst>
            <pc:docMk/>
            <pc:sldMk cId="799977294" sldId="277"/>
            <ac:picMk id="12" creationId="{06A316C3-98A1-CFD1-B829-EC3F69197745}"/>
          </ac:picMkLst>
        </pc:picChg>
        <pc:picChg chg="add del mod">
          <ac:chgData name="Prasad Sayoojya" userId="07e77774-94b4-4cf6-b0f8-bde085138f71" providerId="ADAL" clId="{274DB9E1-9E1F-4BB2-A819-4F6C1D1CA0C1}" dt="2023-10-31T11:55:56.370" v="1520" actId="478"/>
          <ac:picMkLst>
            <pc:docMk/>
            <pc:sldMk cId="799977294" sldId="277"/>
            <ac:picMk id="1026" creationId="{59253346-1270-DBB3-C8C7-59FE0967C0D6}"/>
          </ac:picMkLst>
        </pc:picChg>
        <pc:picChg chg="add del mod">
          <ac:chgData name="Prasad Sayoojya" userId="07e77774-94b4-4cf6-b0f8-bde085138f71" providerId="ADAL" clId="{274DB9E1-9E1F-4BB2-A819-4F6C1D1CA0C1}" dt="2023-10-31T11:56:31.566" v="1524" actId="478"/>
          <ac:picMkLst>
            <pc:docMk/>
            <pc:sldMk cId="799977294" sldId="277"/>
            <ac:picMk id="1028" creationId="{2FCA654F-FA9E-5499-EEEC-5566A20D68B3}"/>
          </ac:picMkLst>
        </pc:picChg>
        <pc:picChg chg="add del mod">
          <ac:chgData name="Prasad Sayoojya" userId="07e77774-94b4-4cf6-b0f8-bde085138f71" providerId="ADAL" clId="{274DB9E1-9E1F-4BB2-A819-4F6C1D1CA0C1}" dt="2023-10-31T11:57:05.401" v="1530" actId="478"/>
          <ac:picMkLst>
            <pc:docMk/>
            <pc:sldMk cId="799977294" sldId="277"/>
            <ac:picMk id="1030" creationId="{8782B1E9-A55C-12EE-584B-9BC2CB2ECF0C}"/>
          </ac:picMkLst>
        </pc:picChg>
        <pc:picChg chg="add mod">
          <ac:chgData name="Prasad Sayoojya" userId="07e77774-94b4-4cf6-b0f8-bde085138f71" providerId="ADAL" clId="{274DB9E1-9E1F-4BB2-A819-4F6C1D1CA0C1}" dt="2023-10-31T11:57:37.978" v="1539" actId="1076"/>
          <ac:picMkLst>
            <pc:docMk/>
            <pc:sldMk cId="799977294" sldId="277"/>
            <ac:picMk id="1032" creationId="{07C1849E-B937-93DB-8350-F67387D2B431}"/>
          </ac:picMkLst>
        </pc:picChg>
      </pc:sldChg>
      <pc:sldChg chg="addSp delSp modSp mod">
        <pc:chgData name="Prasad Sayoojya" userId="07e77774-94b4-4cf6-b0f8-bde085138f71" providerId="ADAL" clId="{274DB9E1-9E1F-4BB2-A819-4F6C1D1CA0C1}" dt="2023-10-31T11:53:33.558" v="1515" actId="1076"/>
        <pc:sldMkLst>
          <pc:docMk/>
          <pc:sldMk cId="1330523958" sldId="278"/>
        </pc:sldMkLst>
        <pc:spChg chg="mod">
          <ac:chgData name="Prasad Sayoojya" userId="07e77774-94b4-4cf6-b0f8-bde085138f71" providerId="ADAL" clId="{274DB9E1-9E1F-4BB2-A819-4F6C1D1CA0C1}" dt="2023-10-30T16:23:13.077" v="1440" actId="20577"/>
          <ac:spMkLst>
            <pc:docMk/>
            <pc:sldMk cId="1330523958" sldId="278"/>
            <ac:spMk id="2" creationId="{297F9C0A-DB34-5A47-0CFB-F6B2179E4B2B}"/>
          </ac:spMkLst>
        </pc:spChg>
        <pc:spChg chg="del">
          <ac:chgData name="Prasad Sayoojya" userId="07e77774-94b4-4cf6-b0f8-bde085138f71" providerId="ADAL" clId="{274DB9E1-9E1F-4BB2-A819-4F6C1D1CA0C1}" dt="2023-10-30T16:23:15.428" v="1442" actId="478"/>
          <ac:spMkLst>
            <pc:docMk/>
            <pc:sldMk cId="1330523958" sldId="278"/>
            <ac:spMk id="6" creationId="{7AD72449-767B-BE09-20B9-3711CD40C443}"/>
          </ac:spMkLst>
        </pc:spChg>
        <pc:spChg chg="del">
          <ac:chgData name="Prasad Sayoojya" userId="07e77774-94b4-4cf6-b0f8-bde085138f71" providerId="ADAL" clId="{274DB9E1-9E1F-4BB2-A819-4F6C1D1CA0C1}" dt="2023-10-30T16:23:16.466" v="1443" actId="478"/>
          <ac:spMkLst>
            <pc:docMk/>
            <pc:sldMk cId="1330523958" sldId="278"/>
            <ac:spMk id="7" creationId="{00C80857-E6C5-7F5B-2F3B-F863154A010D}"/>
          </ac:spMkLst>
        </pc:spChg>
        <pc:spChg chg="del">
          <ac:chgData name="Prasad Sayoojya" userId="07e77774-94b4-4cf6-b0f8-bde085138f71" providerId="ADAL" clId="{274DB9E1-9E1F-4BB2-A819-4F6C1D1CA0C1}" dt="2023-10-30T16:23:18.051" v="1444" actId="478"/>
          <ac:spMkLst>
            <pc:docMk/>
            <pc:sldMk cId="1330523958" sldId="278"/>
            <ac:spMk id="8" creationId="{0C1DB494-1331-BAD6-3E65-A5E1C3B52383}"/>
          </ac:spMkLst>
        </pc:spChg>
        <pc:picChg chg="add del mod">
          <ac:chgData name="Prasad Sayoojya" userId="07e77774-94b4-4cf6-b0f8-bde085138f71" providerId="ADAL" clId="{274DB9E1-9E1F-4BB2-A819-4F6C1D1CA0C1}" dt="2023-10-31T11:53:26.161" v="1512" actId="478"/>
          <ac:picMkLst>
            <pc:docMk/>
            <pc:sldMk cId="1330523958" sldId="278"/>
            <ac:picMk id="3" creationId="{D966A1C6-1C45-DB82-2C96-77BBDCE8FF93}"/>
          </ac:picMkLst>
        </pc:picChg>
        <pc:picChg chg="del">
          <ac:chgData name="Prasad Sayoojya" userId="07e77774-94b4-4cf6-b0f8-bde085138f71" providerId="ADAL" clId="{274DB9E1-9E1F-4BB2-A819-4F6C1D1CA0C1}" dt="2023-10-30T16:23:13.996" v="1441" actId="478"/>
          <ac:picMkLst>
            <pc:docMk/>
            <pc:sldMk cId="1330523958" sldId="278"/>
            <ac:picMk id="5" creationId="{007C475A-7FDF-D272-8427-62E0561DC1CB}"/>
          </ac:picMkLst>
        </pc:picChg>
        <pc:picChg chg="add del mod">
          <ac:chgData name="Prasad Sayoojya" userId="07e77774-94b4-4cf6-b0f8-bde085138f71" providerId="ADAL" clId="{274DB9E1-9E1F-4BB2-A819-4F6C1D1CA0C1}" dt="2023-10-31T11:53:10.694" v="1508" actId="478"/>
          <ac:picMkLst>
            <pc:docMk/>
            <pc:sldMk cId="1330523958" sldId="278"/>
            <ac:picMk id="2050" creationId="{1EC3AB83-A0F5-6CA4-38BA-83B99505E4E6}"/>
          </ac:picMkLst>
        </pc:picChg>
        <pc:picChg chg="add mod">
          <ac:chgData name="Prasad Sayoojya" userId="07e77774-94b4-4cf6-b0f8-bde085138f71" providerId="ADAL" clId="{274DB9E1-9E1F-4BB2-A819-4F6C1D1CA0C1}" dt="2023-10-31T11:53:33.558" v="1515" actId="1076"/>
          <ac:picMkLst>
            <pc:docMk/>
            <pc:sldMk cId="1330523958" sldId="278"/>
            <ac:picMk id="2052" creationId="{E864E48E-E72D-8EE9-E5F8-B664D59A48BF}"/>
          </ac:picMkLst>
        </pc:picChg>
      </pc:sldChg>
      <pc:sldChg chg="addSp delSp modSp mod">
        <pc:chgData name="Prasad Sayoojya" userId="07e77774-94b4-4cf6-b0f8-bde085138f71" providerId="ADAL" clId="{274DB9E1-9E1F-4BB2-A819-4F6C1D1CA0C1}" dt="2023-10-31T17:15:56.660" v="2622" actId="20577"/>
        <pc:sldMkLst>
          <pc:docMk/>
          <pc:sldMk cId="1082330147" sldId="283"/>
        </pc:sldMkLst>
        <pc:spChg chg="del mod">
          <ac:chgData name="Prasad Sayoojya" userId="07e77774-94b4-4cf6-b0f8-bde085138f71" providerId="ADAL" clId="{274DB9E1-9E1F-4BB2-A819-4F6C1D1CA0C1}" dt="2023-10-31T12:25:16.655" v="1608" actId="478"/>
          <ac:spMkLst>
            <pc:docMk/>
            <pc:sldMk cId="1082330147" sldId="283"/>
            <ac:spMk id="2" creationId="{933DE411-0342-7792-FAF7-CC81E6E680B0}"/>
          </ac:spMkLst>
        </pc:spChg>
        <pc:spChg chg="mod">
          <ac:chgData name="Prasad Sayoojya" userId="07e77774-94b4-4cf6-b0f8-bde085138f71" providerId="ADAL" clId="{274DB9E1-9E1F-4BB2-A819-4F6C1D1CA0C1}" dt="2023-10-31T17:15:56.660" v="2622" actId="20577"/>
          <ac:spMkLst>
            <pc:docMk/>
            <pc:sldMk cId="1082330147" sldId="283"/>
            <ac:spMk id="4" creationId="{6CA966EC-B084-4A73-00FE-E07903EB0B90}"/>
          </ac:spMkLst>
        </pc:spChg>
        <pc:spChg chg="add del mod">
          <ac:chgData name="Prasad Sayoojya" userId="07e77774-94b4-4cf6-b0f8-bde085138f71" providerId="ADAL" clId="{274DB9E1-9E1F-4BB2-A819-4F6C1D1CA0C1}" dt="2023-10-31T12:25:18.476" v="1609" actId="478"/>
          <ac:spMkLst>
            <pc:docMk/>
            <pc:sldMk cId="1082330147" sldId="283"/>
            <ac:spMk id="5" creationId="{4B2D172C-CA46-D83A-1174-39A142E7CEB8}"/>
          </ac:spMkLst>
        </pc:spChg>
        <pc:spChg chg="del">
          <ac:chgData name="Prasad Sayoojya" userId="07e77774-94b4-4cf6-b0f8-bde085138f71" providerId="ADAL" clId="{274DB9E1-9E1F-4BB2-A819-4F6C1D1CA0C1}" dt="2023-10-31T12:24:12.553" v="1584" actId="478"/>
          <ac:spMkLst>
            <pc:docMk/>
            <pc:sldMk cId="1082330147" sldId="283"/>
            <ac:spMk id="7" creationId="{AB67478A-15F3-E3F0-C360-495239557E71}"/>
          </ac:spMkLst>
        </pc:spChg>
        <pc:picChg chg="del">
          <ac:chgData name="Prasad Sayoojya" userId="07e77774-94b4-4cf6-b0f8-bde085138f71" providerId="ADAL" clId="{274DB9E1-9E1F-4BB2-A819-4F6C1D1CA0C1}" dt="2023-10-31T12:24:10.538" v="1582" actId="478"/>
          <ac:picMkLst>
            <pc:docMk/>
            <pc:sldMk cId="1082330147" sldId="283"/>
            <ac:picMk id="1026" creationId="{31DE4592-5038-DF32-1085-93B70EB78D90}"/>
          </ac:picMkLst>
        </pc:picChg>
        <pc:picChg chg="del">
          <ac:chgData name="Prasad Sayoojya" userId="07e77774-94b4-4cf6-b0f8-bde085138f71" providerId="ADAL" clId="{274DB9E1-9E1F-4BB2-A819-4F6C1D1CA0C1}" dt="2023-10-31T12:24:11.027" v="1583" actId="478"/>
          <ac:picMkLst>
            <pc:docMk/>
            <pc:sldMk cId="1082330147" sldId="283"/>
            <ac:picMk id="1028" creationId="{71857F35-C24A-6E1B-736B-40ACABF95130}"/>
          </ac:picMkLst>
        </pc:picChg>
        <pc:picChg chg="add del mod">
          <ac:chgData name="Prasad Sayoojya" userId="07e77774-94b4-4cf6-b0f8-bde085138f71" providerId="ADAL" clId="{274DB9E1-9E1F-4BB2-A819-4F6C1D1CA0C1}" dt="2023-10-31T17:14:36.981" v="2584" actId="478"/>
          <ac:picMkLst>
            <pc:docMk/>
            <pc:sldMk cId="1082330147" sldId="283"/>
            <ac:picMk id="3074" creationId="{DE6C82EE-4F92-8CC9-9882-D0521F235BF1}"/>
          </ac:picMkLst>
        </pc:picChg>
        <pc:picChg chg="add del mod">
          <ac:chgData name="Prasad Sayoojya" userId="07e77774-94b4-4cf6-b0f8-bde085138f71" providerId="ADAL" clId="{274DB9E1-9E1F-4BB2-A819-4F6C1D1CA0C1}" dt="2023-10-31T17:14:36.981" v="2584" actId="478"/>
          <ac:picMkLst>
            <pc:docMk/>
            <pc:sldMk cId="1082330147" sldId="283"/>
            <ac:picMk id="3076" creationId="{F3AD5EC1-F08C-40BF-884C-3C513378E6A1}"/>
          </ac:picMkLst>
        </pc:picChg>
        <pc:picChg chg="add del mod">
          <ac:chgData name="Prasad Sayoojya" userId="07e77774-94b4-4cf6-b0f8-bde085138f71" providerId="ADAL" clId="{274DB9E1-9E1F-4BB2-A819-4F6C1D1CA0C1}" dt="2023-10-31T17:14:36.981" v="2584" actId="478"/>
          <ac:picMkLst>
            <pc:docMk/>
            <pc:sldMk cId="1082330147" sldId="283"/>
            <ac:picMk id="3078" creationId="{6768C990-10BA-678C-D8FF-56CB6E8F7623}"/>
          </ac:picMkLst>
        </pc:picChg>
        <pc:picChg chg="add del mod">
          <ac:chgData name="Prasad Sayoojya" userId="07e77774-94b4-4cf6-b0f8-bde085138f71" providerId="ADAL" clId="{274DB9E1-9E1F-4BB2-A819-4F6C1D1CA0C1}" dt="2023-10-31T17:14:36.981" v="2584" actId="478"/>
          <ac:picMkLst>
            <pc:docMk/>
            <pc:sldMk cId="1082330147" sldId="283"/>
            <ac:picMk id="3080" creationId="{7EEA6C14-0C8E-E1BC-EBFB-9ECF37CF7986}"/>
          </ac:picMkLst>
        </pc:picChg>
        <pc:picChg chg="add del mod">
          <ac:chgData name="Prasad Sayoojya" userId="07e77774-94b4-4cf6-b0f8-bde085138f71" providerId="ADAL" clId="{274DB9E1-9E1F-4BB2-A819-4F6C1D1CA0C1}" dt="2023-10-31T17:14:36.981" v="2584" actId="478"/>
          <ac:picMkLst>
            <pc:docMk/>
            <pc:sldMk cId="1082330147" sldId="283"/>
            <ac:picMk id="3082" creationId="{9BF42F30-E27A-5B93-C1E2-CD5098F28C60}"/>
          </ac:picMkLst>
        </pc:picChg>
        <pc:picChg chg="add mod">
          <ac:chgData name="Prasad Sayoojya" userId="07e77774-94b4-4cf6-b0f8-bde085138f71" providerId="ADAL" clId="{274DB9E1-9E1F-4BB2-A819-4F6C1D1CA0C1}" dt="2023-10-31T17:15:13.472" v="2595" actId="1076"/>
          <ac:picMkLst>
            <pc:docMk/>
            <pc:sldMk cId="1082330147" sldId="283"/>
            <ac:picMk id="3084" creationId="{3BC94828-84FD-AEFB-28CD-3370B6DBE8A8}"/>
          </ac:picMkLst>
        </pc:picChg>
        <pc:picChg chg="add mod">
          <ac:chgData name="Prasad Sayoojya" userId="07e77774-94b4-4cf6-b0f8-bde085138f71" providerId="ADAL" clId="{274DB9E1-9E1F-4BB2-A819-4F6C1D1CA0C1}" dt="2023-10-31T17:15:22.443" v="2598" actId="1076"/>
          <ac:picMkLst>
            <pc:docMk/>
            <pc:sldMk cId="1082330147" sldId="283"/>
            <ac:picMk id="3086" creationId="{ECBC6710-7D5E-9A09-6271-467DB54B5624}"/>
          </ac:picMkLst>
        </pc:picChg>
        <pc:picChg chg="add mod">
          <ac:chgData name="Prasad Sayoojya" userId="07e77774-94b4-4cf6-b0f8-bde085138f71" providerId="ADAL" clId="{274DB9E1-9E1F-4BB2-A819-4F6C1D1CA0C1}" dt="2023-10-31T17:15:38.262" v="2603" actId="1076"/>
          <ac:picMkLst>
            <pc:docMk/>
            <pc:sldMk cId="1082330147" sldId="283"/>
            <ac:picMk id="3088" creationId="{6D41DDED-D152-485E-F873-F612DD1AD173}"/>
          </ac:picMkLst>
        </pc:picChg>
        <pc:picChg chg="add mod">
          <ac:chgData name="Prasad Sayoojya" userId="07e77774-94b4-4cf6-b0f8-bde085138f71" providerId="ADAL" clId="{274DB9E1-9E1F-4BB2-A819-4F6C1D1CA0C1}" dt="2023-10-31T17:15:46.137" v="2605" actId="1076"/>
          <ac:picMkLst>
            <pc:docMk/>
            <pc:sldMk cId="1082330147" sldId="283"/>
            <ac:picMk id="3090" creationId="{F2E41C5B-5F0D-B20B-EE56-2C0017DF261E}"/>
          </ac:picMkLst>
        </pc:picChg>
        <pc:picChg chg="add mod">
          <ac:chgData name="Prasad Sayoojya" userId="07e77774-94b4-4cf6-b0f8-bde085138f71" providerId="ADAL" clId="{274DB9E1-9E1F-4BB2-A819-4F6C1D1CA0C1}" dt="2023-10-31T17:15:43.649" v="2604" actId="1076"/>
          <ac:picMkLst>
            <pc:docMk/>
            <pc:sldMk cId="1082330147" sldId="283"/>
            <ac:picMk id="3092" creationId="{B9756BD5-E77E-67CD-FE04-5199B32076B8}"/>
          </ac:picMkLst>
        </pc:picChg>
      </pc:sldChg>
      <pc:sldChg chg="del">
        <pc:chgData name="Prasad Sayoojya" userId="07e77774-94b4-4cf6-b0f8-bde085138f71" providerId="ADAL" clId="{274DB9E1-9E1F-4BB2-A819-4F6C1D1CA0C1}" dt="2023-10-31T14:39:43.752" v="1772" actId="2696"/>
        <pc:sldMkLst>
          <pc:docMk/>
          <pc:sldMk cId="2107135276" sldId="284"/>
        </pc:sldMkLst>
      </pc:sldChg>
      <pc:sldChg chg="del">
        <pc:chgData name="Prasad Sayoojya" userId="07e77774-94b4-4cf6-b0f8-bde085138f71" providerId="ADAL" clId="{274DB9E1-9E1F-4BB2-A819-4F6C1D1CA0C1}" dt="2023-10-31T14:39:46.350" v="1773" actId="2696"/>
        <pc:sldMkLst>
          <pc:docMk/>
          <pc:sldMk cId="1839427138" sldId="285"/>
        </pc:sldMkLst>
      </pc:sldChg>
      <pc:sldChg chg="del">
        <pc:chgData name="Prasad Sayoojya" userId="07e77774-94b4-4cf6-b0f8-bde085138f71" providerId="ADAL" clId="{274DB9E1-9E1F-4BB2-A819-4F6C1D1CA0C1}" dt="2023-10-31T14:39:49.291" v="1774" actId="2696"/>
        <pc:sldMkLst>
          <pc:docMk/>
          <pc:sldMk cId="845662021" sldId="286"/>
        </pc:sldMkLst>
      </pc:sldChg>
      <pc:sldChg chg="del">
        <pc:chgData name="Prasad Sayoojya" userId="07e77774-94b4-4cf6-b0f8-bde085138f71" providerId="ADAL" clId="{274DB9E1-9E1F-4BB2-A819-4F6C1D1CA0C1}" dt="2023-10-31T14:39:52.028" v="1775" actId="2696"/>
        <pc:sldMkLst>
          <pc:docMk/>
          <pc:sldMk cId="3899978526" sldId="287"/>
        </pc:sldMkLst>
      </pc:sldChg>
      <pc:sldChg chg="addSp delSp modSp mod">
        <pc:chgData name="Prasad Sayoojya" userId="07e77774-94b4-4cf6-b0f8-bde085138f71" providerId="ADAL" clId="{274DB9E1-9E1F-4BB2-A819-4F6C1D1CA0C1}" dt="2023-10-31T17:20:49.273" v="2697" actId="1076"/>
        <pc:sldMkLst>
          <pc:docMk/>
          <pc:sldMk cId="2318160358" sldId="288"/>
        </pc:sldMkLst>
        <pc:spChg chg="mod">
          <ac:chgData name="Prasad Sayoojya" userId="07e77774-94b4-4cf6-b0f8-bde085138f71" providerId="ADAL" clId="{274DB9E1-9E1F-4BB2-A819-4F6C1D1CA0C1}" dt="2023-10-31T17:16:34.431" v="2664" actId="20577"/>
          <ac:spMkLst>
            <pc:docMk/>
            <pc:sldMk cId="2318160358" sldId="288"/>
            <ac:spMk id="4" creationId="{04F7AD51-38EE-F2F5-62B8-3657E2E734B8}"/>
          </ac:spMkLst>
        </pc:spChg>
        <pc:spChg chg="del">
          <ac:chgData name="Prasad Sayoojya" userId="07e77774-94b4-4cf6-b0f8-bde085138f71" providerId="ADAL" clId="{274DB9E1-9E1F-4BB2-A819-4F6C1D1CA0C1}" dt="2023-10-31T17:16:41.378" v="2668" actId="478"/>
          <ac:spMkLst>
            <pc:docMk/>
            <pc:sldMk cId="2318160358" sldId="288"/>
            <ac:spMk id="5" creationId="{5A535F8F-962F-326A-65F6-CBB3C728CD48}"/>
          </ac:spMkLst>
        </pc:spChg>
        <pc:spChg chg="del">
          <ac:chgData name="Prasad Sayoojya" userId="07e77774-94b4-4cf6-b0f8-bde085138f71" providerId="ADAL" clId="{274DB9E1-9E1F-4BB2-A819-4F6C1D1CA0C1}" dt="2023-10-31T17:16:37.371" v="2665" actId="478"/>
          <ac:spMkLst>
            <pc:docMk/>
            <pc:sldMk cId="2318160358" sldId="288"/>
            <ac:spMk id="6" creationId="{D6F52BCC-BDA1-AB1D-DE8B-DEE884690141}"/>
          </ac:spMkLst>
        </pc:spChg>
        <pc:spChg chg="add del mod">
          <ac:chgData name="Prasad Sayoojya" userId="07e77774-94b4-4cf6-b0f8-bde085138f71" providerId="ADAL" clId="{274DB9E1-9E1F-4BB2-A819-4F6C1D1CA0C1}" dt="2023-10-31T17:16:42.634" v="2669" actId="478"/>
          <ac:spMkLst>
            <pc:docMk/>
            <pc:sldMk cId="2318160358" sldId="288"/>
            <ac:spMk id="7" creationId="{E0651E47-D480-555D-07F8-6CAAD0EFD774}"/>
          </ac:spMkLst>
        </pc:spChg>
        <pc:picChg chg="del">
          <ac:chgData name="Prasad Sayoojya" userId="07e77774-94b4-4cf6-b0f8-bde085138f71" providerId="ADAL" clId="{274DB9E1-9E1F-4BB2-A819-4F6C1D1CA0C1}" dt="2023-10-31T17:16:39.341" v="2667" actId="478"/>
          <ac:picMkLst>
            <pc:docMk/>
            <pc:sldMk cId="2318160358" sldId="288"/>
            <ac:picMk id="3" creationId="{C8FFD3E1-2F6D-065E-7163-AD0624886F3A}"/>
          </ac:picMkLst>
        </pc:picChg>
        <pc:picChg chg="add del mod">
          <ac:chgData name="Prasad Sayoojya" userId="07e77774-94b4-4cf6-b0f8-bde085138f71" providerId="ADAL" clId="{274DB9E1-9E1F-4BB2-A819-4F6C1D1CA0C1}" dt="2023-10-31T17:18:12.245" v="2680" actId="478"/>
          <ac:picMkLst>
            <pc:docMk/>
            <pc:sldMk cId="2318160358" sldId="288"/>
            <ac:picMk id="4098" creationId="{11E1D043-42B5-67F7-35B5-82CBF1D67BC6}"/>
          </ac:picMkLst>
        </pc:picChg>
        <pc:picChg chg="add del mod">
          <ac:chgData name="Prasad Sayoojya" userId="07e77774-94b4-4cf6-b0f8-bde085138f71" providerId="ADAL" clId="{274DB9E1-9E1F-4BB2-A819-4F6C1D1CA0C1}" dt="2023-10-31T17:18:11.576" v="2679" actId="478"/>
          <ac:picMkLst>
            <pc:docMk/>
            <pc:sldMk cId="2318160358" sldId="288"/>
            <ac:picMk id="4100" creationId="{BF820DA4-A3B0-E0F2-6A08-8FC023956BC3}"/>
          </ac:picMkLst>
        </pc:picChg>
        <pc:picChg chg="add del mod">
          <ac:chgData name="Prasad Sayoojya" userId="07e77774-94b4-4cf6-b0f8-bde085138f71" providerId="ADAL" clId="{274DB9E1-9E1F-4BB2-A819-4F6C1D1CA0C1}" dt="2023-10-31T17:18:11.576" v="2679" actId="478"/>
          <ac:picMkLst>
            <pc:docMk/>
            <pc:sldMk cId="2318160358" sldId="288"/>
            <ac:picMk id="4102" creationId="{F500EEFC-28F3-1273-D09D-33655DBBDF8D}"/>
          </ac:picMkLst>
        </pc:picChg>
        <pc:picChg chg="add del mod">
          <ac:chgData name="Prasad Sayoojya" userId="07e77774-94b4-4cf6-b0f8-bde085138f71" providerId="ADAL" clId="{274DB9E1-9E1F-4BB2-A819-4F6C1D1CA0C1}" dt="2023-10-31T17:18:11.576" v="2679" actId="478"/>
          <ac:picMkLst>
            <pc:docMk/>
            <pc:sldMk cId="2318160358" sldId="288"/>
            <ac:picMk id="4104" creationId="{DBFBB89B-A284-3668-19C2-F5586382161D}"/>
          </ac:picMkLst>
        </pc:picChg>
        <pc:picChg chg="add del mod">
          <ac:chgData name="Prasad Sayoojya" userId="07e77774-94b4-4cf6-b0f8-bde085138f71" providerId="ADAL" clId="{274DB9E1-9E1F-4BB2-A819-4F6C1D1CA0C1}" dt="2023-10-31T17:18:11.576" v="2679" actId="478"/>
          <ac:picMkLst>
            <pc:docMk/>
            <pc:sldMk cId="2318160358" sldId="288"/>
            <ac:picMk id="4106" creationId="{82F9DF48-9291-A4F2-1DB7-A4C8FAAB7C65}"/>
          </ac:picMkLst>
        </pc:picChg>
        <pc:picChg chg="add mod">
          <ac:chgData name="Prasad Sayoojya" userId="07e77774-94b4-4cf6-b0f8-bde085138f71" providerId="ADAL" clId="{274DB9E1-9E1F-4BB2-A819-4F6C1D1CA0C1}" dt="2023-10-31T17:20:35.310" v="2694" actId="1076"/>
          <ac:picMkLst>
            <pc:docMk/>
            <pc:sldMk cId="2318160358" sldId="288"/>
            <ac:picMk id="4108" creationId="{717683CF-7AE1-E07A-EC72-3CEF94DF9B00}"/>
          </ac:picMkLst>
        </pc:picChg>
        <pc:picChg chg="add mod">
          <ac:chgData name="Prasad Sayoojya" userId="07e77774-94b4-4cf6-b0f8-bde085138f71" providerId="ADAL" clId="{274DB9E1-9E1F-4BB2-A819-4F6C1D1CA0C1}" dt="2023-10-31T17:20:32.659" v="2693" actId="1076"/>
          <ac:picMkLst>
            <pc:docMk/>
            <pc:sldMk cId="2318160358" sldId="288"/>
            <ac:picMk id="4110" creationId="{73B65C9B-4EC8-2515-7E2D-2490543FABA7}"/>
          </ac:picMkLst>
        </pc:picChg>
        <pc:picChg chg="add mod">
          <ac:chgData name="Prasad Sayoojya" userId="07e77774-94b4-4cf6-b0f8-bde085138f71" providerId="ADAL" clId="{274DB9E1-9E1F-4BB2-A819-4F6C1D1CA0C1}" dt="2023-10-31T17:20:39.187" v="2695" actId="1076"/>
          <ac:picMkLst>
            <pc:docMk/>
            <pc:sldMk cId="2318160358" sldId="288"/>
            <ac:picMk id="4112" creationId="{F803B750-164E-21E7-938C-180EE83A391C}"/>
          </ac:picMkLst>
        </pc:picChg>
        <pc:picChg chg="add mod">
          <ac:chgData name="Prasad Sayoojya" userId="07e77774-94b4-4cf6-b0f8-bde085138f71" providerId="ADAL" clId="{274DB9E1-9E1F-4BB2-A819-4F6C1D1CA0C1}" dt="2023-10-31T17:20:44.211" v="2696" actId="1076"/>
          <ac:picMkLst>
            <pc:docMk/>
            <pc:sldMk cId="2318160358" sldId="288"/>
            <ac:picMk id="4114" creationId="{20719966-ADBC-B11E-25FD-8A7FE384D4CD}"/>
          </ac:picMkLst>
        </pc:picChg>
        <pc:picChg chg="add mod">
          <ac:chgData name="Prasad Sayoojya" userId="07e77774-94b4-4cf6-b0f8-bde085138f71" providerId="ADAL" clId="{274DB9E1-9E1F-4BB2-A819-4F6C1D1CA0C1}" dt="2023-10-31T17:20:49.273" v="2697" actId="1076"/>
          <ac:picMkLst>
            <pc:docMk/>
            <pc:sldMk cId="2318160358" sldId="288"/>
            <ac:picMk id="4116" creationId="{92783304-F0F8-2276-7D52-54CDBFCEB32E}"/>
          </ac:picMkLst>
        </pc:picChg>
        <pc:picChg chg="del">
          <ac:chgData name="Prasad Sayoojya" userId="07e77774-94b4-4cf6-b0f8-bde085138f71" providerId="ADAL" clId="{274DB9E1-9E1F-4BB2-A819-4F6C1D1CA0C1}" dt="2023-10-31T17:16:38.210" v="2666" actId="478"/>
          <ac:picMkLst>
            <pc:docMk/>
            <pc:sldMk cId="2318160358" sldId="288"/>
            <ac:picMk id="6146" creationId="{2D45F80A-65C2-1898-C097-1735995C8AAC}"/>
          </ac:picMkLst>
        </pc:picChg>
      </pc:sldChg>
      <pc:sldChg chg="modSp new mod">
        <pc:chgData name="Prasad Sayoojya" userId="07e77774-94b4-4cf6-b0f8-bde085138f71" providerId="ADAL" clId="{274DB9E1-9E1F-4BB2-A819-4F6C1D1CA0C1}" dt="2023-11-01T12:29:46.267" v="2703" actId="207"/>
        <pc:sldMkLst>
          <pc:docMk/>
          <pc:sldMk cId="3954986244" sldId="291"/>
        </pc:sldMkLst>
        <pc:spChg chg="mod">
          <ac:chgData name="Prasad Sayoojya" userId="07e77774-94b4-4cf6-b0f8-bde085138f71" providerId="ADAL" clId="{274DB9E1-9E1F-4BB2-A819-4F6C1D1CA0C1}" dt="2023-11-01T12:29:46.267" v="2703" actId="207"/>
          <ac:spMkLst>
            <pc:docMk/>
            <pc:sldMk cId="3954986244" sldId="291"/>
            <ac:spMk id="3" creationId="{4DDCFE3F-2776-86BF-720C-200EDFD48DA1}"/>
          </ac:spMkLst>
        </pc:spChg>
        <pc:spChg chg="mod">
          <ac:chgData name="Prasad Sayoojya" userId="07e77774-94b4-4cf6-b0f8-bde085138f71" providerId="ADAL" clId="{274DB9E1-9E1F-4BB2-A819-4F6C1D1CA0C1}" dt="2023-10-31T10:58:40.460" v="1503" actId="20577"/>
          <ac:spMkLst>
            <pc:docMk/>
            <pc:sldMk cId="3954986244" sldId="291"/>
            <ac:spMk id="4" creationId="{A75BBCC6-1587-8B4B-4B06-0068270ED9F3}"/>
          </ac:spMkLst>
        </pc:spChg>
      </pc:sldChg>
      <pc:sldChg chg="new del">
        <pc:chgData name="Prasad Sayoojya" userId="07e77774-94b4-4cf6-b0f8-bde085138f71" providerId="ADAL" clId="{274DB9E1-9E1F-4BB2-A819-4F6C1D1CA0C1}" dt="2023-10-31T11:53:57.181" v="1519" actId="680"/>
        <pc:sldMkLst>
          <pc:docMk/>
          <pc:sldMk cId="734204840" sldId="292"/>
        </pc:sldMkLst>
      </pc:sldChg>
      <pc:sldChg chg="new del">
        <pc:chgData name="Prasad Sayoojya" userId="07e77774-94b4-4cf6-b0f8-bde085138f71" providerId="ADAL" clId="{274DB9E1-9E1F-4BB2-A819-4F6C1D1CA0C1}" dt="2023-10-31T11:53:56.814" v="1518" actId="680"/>
        <pc:sldMkLst>
          <pc:docMk/>
          <pc:sldMk cId="1844137983" sldId="293"/>
        </pc:sldMkLst>
      </pc:sldChg>
      <pc:sldChg chg="add">
        <pc:chgData name="Prasad Sayoojya" userId="07e77774-94b4-4cf6-b0f8-bde085138f71" providerId="ADAL" clId="{274DB9E1-9E1F-4BB2-A819-4F6C1D1CA0C1}" dt="2023-10-31T14:12:35.582" v="1763"/>
        <pc:sldMkLst>
          <pc:docMk/>
          <pc:sldMk cId="158963772" sldId="1035"/>
        </pc:sldMkLst>
      </pc:sldChg>
      <pc:sldChg chg="addSp modSp add mod">
        <pc:chgData name="Prasad Sayoojya" userId="07e77774-94b4-4cf6-b0f8-bde085138f71" providerId="ADAL" clId="{274DB9E1-9E1F-4BB2-A819-4F6C1D1CA0C1}" dt="2023-11-01T12:45:55.602" v="2734" actId="207"/>
        <pc:sldMkLst>
          <pc:docMk/>
          <pc:sldMk cId="440491859" sldId="1036"/>
        </pc:sldMkLst>
        <pc:spChg chg="mod">
          <ac:chgData name="Prasad Sayoojya" userId="07e77774-94b4-4cf6-b0f8-bde085138f71" providerId="ADAL" clId="{274DB9E1-9E1F-4BB2-A819-4F6C1D1CA0C1}" dt="2023-11-01T12:45:55.602" v="2734" actId="207"/>
          <ac:spMkLst>
            <pc:docMk/>
            <pc:sldMk cId="440491859" sldId="1036"/>
            <ac:spMk id="3" creationId="{0B33D4A9-3550-4B3E-A303-2BF80BD779FC}"/>
          </ac:spMkLst>
        </pc:spChg>
        <pc:picChg chg="add mod">
          <ac:chgData name="Prasad Sayoojya" userId="07e77774-94b4-4cf6-b0f8-bde085138f71" providerId="ADAL" clId="{274DB9E1-9E1F-4BB2-A819-4F6C1D1CA0C1}" dt="2023-10-31T14:19:22.912" v="1770" actId="1076"/>
          <ac:picMkLst>
            <pc:docMk/>
            <pc:sldMk cId="440491859" sldId="1036"/>
            <ac:picMk id="5" creationId="{18729179-2C86-C43C-F9DF-13705AAC24DB}"/>
          </ac:picMkLst>
        </pc:picChg>
      </pc:sldChg>
      <pc:sldChg chg="addSp delSp modSp new mod">
        <pc:chgData name="Prasad Sayoojya" userId="07e77774-94b4-4cf6-b0f8-bde085138f71" providerId="ADAL" clId="{274DB9E1-9E1F-4BB2-A819-4F6C1D1CA0C1}" dt="2023-10-31T17:14:11.178" v="2582" actId="14100"/>
        <pc:sldMkLst>
          <pc:docMk/>
          <pc:sldMk cId="2369334748" sldId="1037"/>
        </pc:sldMkLst>
        <pc:spChg chg="del mod">
          <ac:chgData name="Prasad Sayoojya" userId="07e77774-94b4-4cf6-b0f8-bde085138f71" providerId="ADAL" clId="{274DB9E1-9E1F-4BB2-A819-4F6C1D1CA0C1}" dt="2023-10-31T17:11:10.951" v="2461" actId="478"/>
          <ac:spMkLst>
            <pc:docMk/>
            <pc:sldMk cId="2369334748" sldId="1037"/>
            <ac:spMk id="2" creationId="{4FAEC541-A210-3E93-F2E2-7DEC80C3B7BD}"/>
          </ac:spMkLst>
        </pc:spChg>
        <pc:spChg chg="del mod">
          <ac:chgData name="Prasad Sayoojya" userId="07e77774-94b4-4cf6-b0f8-bde085138f71" providerId="ADAL" clId="{274DB9E1-9E1F-4BB2-A819-4F6C1D1CA0C1}" dt="2023-10-31T17:11:09.749" v="2460" actId="478"/>
          <ac:spMkLst>
            <pc:docMk/>
            <pc:sldMk cId="2369334748" sldId="1037"/>
            <ac:spMk id="3" creationId="{B5884237-3B2D-6773-D159-9AE33676F62B}"/>
          </ac:spMkLst>
        </pc:spChg>
        <pc:spChg chg="mod">
          <ac:chgData name="Prasad Sayoojya" userId="07e77774-94b4-4cf6-b0f8-bde085138f71" providerId="ADAL" clId="{274DB9E1-9E1F-4BB2-A819-4F6C1D1CA0C1}" dt="2023-10-31T17:00:56.497" v="1780" actId="20577"/>
          <ac:spMkLst>
            <pc:docMk/>
            <pc:sldMk cId="2369334748" sldId="1037"/>
            <ac:spMk id="4" creationId="{68AD9651-CD9B-46AD-3997-474286EF259F}"/>
          </ac:spMkLst>
        </pc:spChg>
        <pc:spChg chg="add mod">
          <ac:chgData name="Prasad Sayoojya" userId="07e77774-94b4-4cf6-b0f8-bde085138f71" providerId="ADAL" clId="{274DB9E1-9E1F-4BB2-A819-4F6C1D1CA0C1}" dt="2023-10-31T17:14:11.178" v="2582" actId="14100"/>
          <ac:spMkLst>
            <pc:docMk/>
            <pc:sldMk cId="2369334748" sldId="1037"/>
            <ac:spMk id="6" creationId="{07E4FBFD-AC1F-6159-B98E-0D6C22EBBCFB}"/>
          </ac:spMkLst>
        </pc:spChg>
        <pc:spChg chg="add del mod">
          <ac:chgData name="Prasad Sayoojya" userId="07e77774-94b4-4cf6-b0f8-bde085138f71" providerId="ADAL" clId="{274DB9E1-9E1F-4BB2-A819-4F6C1D1CA0C1}" dt="2023-10-31T17:11:12.416" v="2462" actId="478"/>
          <ac:spMkLst>
            <pc:docMk/>
            <pc:sldMk cId="2369334748" sldId="1037"/>
            <ac:spMk id="8" creationId="{9E9F0FCC-254E-0C98-370E-80A0CF44C3D8}"/>
          </ac:spMkLst>
        </pc:spChg>
        <pc:spChg chg="add mod">
          <ac:chgData name="Prasad Sayoojya" userId="07e77774-94b4-4cf6-b0f8-bde085138f71" providerId="ADAL" clId="{274DB9E1-9E1F-4BB2-A819-4F6C1D1CA0C1}" dt="2023-10-31T17:12:37.850" v="2513" actId="1076"/>
          <ac:spMkLst>
            <pc:docMk/>
            <pc:sldMk cId="2369334748" sldId="1037"/>
            <ac:spMk id="9" creationId="{69643171-4803-3805-F028-D268A91857E8}"/>
          </ac:spMkLst>
        </pc:spChg>
        <pc:spChg chg="add mod">
          <ac:chgData name="Prasad Sayoojya" userId="07e77774-94b4-4cf6-b0f8-bde085138f71" providerId="ADAL" clId="{274DB9E1-9E1F-4BB2-A819-4F6C1D1CA0C1}" dt="2023-10-31T17:12:37.850" v="2513" actId="1076"/>
          <ac:spMkLst>
            <pc:docMk/>
            <pc:sldMk cId="2369334748" sldId="1037"/>
            <ac:spMk id="10" creationId="{26544705-17E7-643C-51E8-9481C8193D0A}"/>
          </ac:spMkLst>
        </pc:spChg>
        <pc:spChg chg="add mod">
          <ac:chgData name="Prasad Sayoojya" userId="07e77774-94b4-4cf6-b0f8-bde085138f71" providerId="ADAL" clId="{274DB9E1-9E1F-4BB2-A819-4F6C1D1CA0C1}" dt="2023-10-31T17:12:37.850" v="2513" actId="1076"/>
          <ac:spMkLst>
            <pc:docMk/>
            <pc:sldMk cId="2369334748" sldId="1037"/>
            <ac:spMk id="11" creationId="{E4E3FEF6-FBEC-BAC8-968B-156889C38800}"/>
          </ac:spMkLst>
        </pc:spChg>
        <pc:spChg chg="add del mod">
          <ac:chgData name="Prasad Sayoojya" userId="07e77774-94b4-4cf6-b0f8-bde085138f71" providerId="ADAL" clId="{274DB9E1-9E1F-4BB2-A819-4F6C1D1CA0C1}" dt="2023-10-31T17:12:20.849" v="2499" actId="478"/>
          <ac:spMkLst>
            <pc:docMk/>
            <pc:sldMk cId="2369334748" sldId="1037"/>
            <ac:spMk id="12" creationId="{68569869-0555-A25F-02FB-A13F96F41209}"/>
          </ac:spMkLst>
        </pc:spChg>
        <pc:spChg chg="add mod">
          <ac:chgData name="Prasad Sayoojya" userId="07e77774-94b4-4cf6-b0f8-bde085138f71" providerId="ADAL" clId="{274DB9E1-9E1F-4BB2-A819-4F6C1D1CA0C1}" dt="2023-10-31T17:12:37.850" v="2513" actId="1076"/>
          <ac:spMkLst>
            <pc:docMk/>
            <pc:sldMk cId="2369334748" sldId="1037"/>
            <ac:spMk id="13" creationId="{8C0236FF-7CA5-1B7F-5ADD-0562811A2483}"/>
          </ac:spMkLst>
        </pc:spChg>
        <pc:spChg chg="add mod">
          <ac:chgData name="Prasad Sayoojya" userId="07e77774-94b4-4cf6-b0f8-bde085138f71" providerId="ADAL" clId="{274DB9E1-9E1F-4BB2-A819-4F6C1D1CA0C1}" dt="2023-10-31T17:12:48.490" v="2521" actId="20577"/>
          <ac:spMkLst>
            <pc:docMk/>
            <pc:sldMk cId="2369334748" sldId="1037"/>
            <ac:spMk id="18" creationId="{2064AD0C-9676-D0FD-EE15-70FFBD961B8E}"/>
          </ac:spMkLst>
        </pc:spChg>
        <pc:cxnChg chg="add mod">
          <ac:chgData name="Prasad Sayoojya" userId="07e77774-94b4-4cf6-b0f8-bde085138f71" providerId="ADAL" clId="{274DB9E1-9E1F-4BB2-A819-4F6C1D1CA0C1}" dt="2023-10-31T17:12:37.850" v="2513" actId="1076"/>
          <ac:cxnSpMkLst>
            <pc:docMk/>
            <pc:sldMk cId="2369334748" sldId="1037"/>
            <ac:cxnSpMk id="14" creationId="{C6F24B4C-0000-BD01-90D8-27EC091A7491}"/>
          </ac:cxnSpMkLst>
        </pc:cxnChg>
        <pc:cxnChg chg="add mod">
          <ac:chgData name="Prasad Sayoojya" userId="07e77774-94b4-4cf6-b0f8-bde085138f71" providerId="ADAL" clId="{274DB9E1-9E1F-4BB2-A819-4F6C1D1CA0C1}" dt="2023-10-31T17:12:37.850" v="2513" actId="1076"/>
          <ac:cxnSpMkLst>
            <pc:docMk/>
            <pc:sldMk cId="2369334748" sldId="1037"/>
            <ac:cxnSpMk id="15" creationId="{4029B36F-3B6B-7125-2B88-93384B8A0B55}"/>
          </ac:cxnSpMkLst>
        </pc:cxnChg>
        <pc:cxnChg chg="add del mod">
          <ac:chgData name="Prasad Sayoojya" userId="07e77774-94b4-4cf6-b0f8-bde085138f71" providerId="ADAL" clId="{274DB9E1-9E1F-4BB2-A819-4F6C1D1CA0C1}" dt="2023-10-31T17:12:37.850" v="2513" actId="1076"/>
          <ac:cxnSpMkLst>
            <pc:docMk/>
            <pc:sldMk cId="2369334748" sldId="1037"/>
            <ac:cxnSpMk id="16" creationId="{629113CE-A1EC-30D5-B73F-8D443A895487}"/>
          </ac:cxnSpMkLst>
        </pc:cxnChg>
        <pc:cxnChg chg="add del mod">
          <ac:chgData name="Prasad Sayoojya" userId="07e77774-94b4-4cf6-b0f8-bde085138f71" providerId="ADAL" clId="{274DB9E1-9E1F-4BB2-A819-4F6C1D1CA0C1}" dt="2023-10-31T17:12:24.992" v="2502" actId="478"/>
          <ac:cxnSpMkLst>
            <pc:docMk/>
            <pc:sldMk cId="2369334748" sldId="1037"/>
            <ac:cxnSpMk id="17" creationId="{3BA97E2D-34A1-0FFB-CDB1-05F0A27966E3}"/>
          </ac:cxnSpMkLst>
        </pc:cxnChg>
      </pc:sldChg>
    </pc:docChg>
  </pc:docChgLst>
  <pc:docChgLst>
    <pc:chgData name="Li Zinan" userId="3d1c6e8c-02f5-4b31-8230-b96b0d409295" providerId="ADAL" clId="{4089DD39-17C0-419E-8C3B-4F6022237126}"/>
    <pc:docChg chg="undo redo custSel addSld delSld modSld modMainMaster modSection">
      <pc:chgData name="Li Zinan" userId="3d1c6e8c-02f5-4b31-8230-b96b0d409295" providerId="ADAL" clId="{4089DD39-17C0-419E-8C3B-4F6022237126}" dt="2023-11-01T12:53:31.883" v="3319" actId="20577"/>
      <pc:docMkLst>
        <pc:docMk/>
      </pc:docMkLst>
      <pc:sldChg chg="addSp delSp modSp mod modAnim">
        <pc:chgData name="Li Zinan" userId="3d1c6e8c-02f5-4b31-8230-b96b0d409295" providerId="ADAL" clId="{4089DD39-17C0-419E-8C3B-4F6022237126}" dt="2023-11-01T10:22:55.968" v="2159" actId="20577"/>
        <pc:sldMkLst>
          <pc:docMk/>
          <pc:sldMk cId="1150849503" sldId="257"/>
        </pc:sldMkLst>
        <pc:spChg chg="add mod ord">
          <ac:chgData name="Li Zinan" userId="3d1c6e8c-02f5-4b31-8230-b96b0d409295" providerId="ADAL" clId="{4089DD39-17C0-419E-8C3B-4F6022237126}" dt="2023-11-01T10:20:44.251" v="2140" actId="1038"/>
          <ac:spMkLst>
            <pc:docMk/>
            <pc:sldMk cId="1150849503" sldId="257"/>
            <ac:spMk id="2" creationId="{F6D14F5F-17B4-BEF3-2563-5AAEF08800CA}"/>
          </ac:spMkLst>
        </pc:spChg>
        <pc:spChg chg="mod">
          <ac:chgData name="Li Zinan" userId="3d1c6e8c-02f5-4b31-8230-b96b0d409295" providerId="ADAL" clId="{4089DD39-17C0-419E-8C3B-4F6022237126}" dt="2023-11-01T10:22:55.968" v="2159" actId="20577"/>
          <ac:spMkLst>
            <pc:docMk/>
            <pc:sldMk cId="1150849503" sldId="257"/>
            <ac:spMk id="3" creationId="{54327C98-D328-F534-8E1A-243C28FC4E97}"/>
          </ac:spMkLst>
        </pc:spChg>
        <pc:spChg chg="mod">
          <ac:chgData name="Li Zinan" userId="3d1c6e8c-02f5-4b31-8230-b96b0d409295" providerId="ADAL" clId="{4089DD39-17C0-419E-8C3B-4F6022237126}" dt="2023-10-31T15:07:55.926" v="214" actId="1076"/>
          <ac:spMkLst>
            <pc:docMk/>
            <pc:sldMk cId="1150849503" sldId="257"/>
            <ac:spMk id="8" creationId="{EB248799-35C3-2695-C839-F74B6482B30C}"/>
          </ac:spMkLst>
        </pc:spChg>
        <pc:spChg chg="add mod">
          <ac:chgData name="Li Zinan" userId="3d1c6e8c-02f5-4b31-8230-b96b0d409295" providerId="ADAL" clId="{4089DD39-17C0-419E-8C3B-4F6022237126}" dt="2023-11-01T10:20:44.251" v="2140" actId="1038"/>
          <ac:spMkLst>
            <pc:docMk/>
            <pc:sldMk cId="1150849503" sldId="257"/>
            <ac:spMk id="10" creationId="{958728F7-D3FE-E2A3-12E9-1A6E8A19B000}"/>
          </ac:spMkLst>
        </pc:spChg>
        <pc:spChg chg="add mod">
          <ac:chgData name="Li Zinan" userId="3d1c6e8c-02f5-4b31-8230-b96b0d409295" providerId="ADAL" clId="{4089DD39-17C0-419E-8C3B-4F6022237126}" dt="2023-11-01T10:20:44.251" v="2140" actId="1038"/>
          <ac:spMkLst>
            <pc:docMk/>
            <pc:sldMk cId="1150849503" sldId="257"/>
            <ac:spMk id="13" creationId="{80576B9F-5EF2-6C14-FEB0-DA6E8BB525A6}"/>
          </ac:spMkLst>
        </pc:spChg>
        <pc:spChg chg="add mod">
          <ac:chgData name="Li Zinan" userId="3d1c6e8c-02f5-4b31-8230-b96b0d409295" providerId="ADAL" clId="{4089DD39-17C0-419E-8C3B-4F6022237126}" dt="2023-11-01T10:20:44.251" v="2140" actId="1038"/>
          <ac:spMkLst>
            <pc:docMk/>
            <pc:sldMk cId="1150849503" sldId="257"/>
            <ac:spMk id="14" creationId="{4DE970FD-9F3B-F24B-089A-767FD761E154}"/>
          </ac:spMkLst>
        </pc:spChg>
        <pc:spChg chg="add mod">
          <ac:chgData name="Li Zinan" userId="3d1c6e8c-02f5-4b31-8230-b96b0d409295" providerId="ADAL" clId="{4089DD39-17C0-419E-8C3B-4F6022237126}" dt="2023-11-01T09:40:25.339" v="1879" actId="20577"/>
          <ac:spMkLst>
            <pc:docMk/>
            <pc:sldMk cId="1150849503" sldId="257"/>
            <ac:spMk id="19" creationId="{DE920ACD-1EF8-28B9-0D7B-34A15D110E5C}"/>
          </ac:spMkLst>
        </pc:spChg>
        <pc:spChg chg="add mod">
          <ac:chgData name="Li Zinan" userId="3d1c6e8c-02f5-4b31-8230-b96b0d409295" providerId="ADAL" clId="{4089DD39-17C0-419E-8C3B-4F6022237126}" dt="2023-11-01T08:43:45.748" v="1552" actId="1037"/>
          <ac:spMkLst>
            <pc:docMk/>
            <pc:sldMk cId="1150849503" sldId="257"/>
            <ac:spMk id="20" creationId="{AEB70225-F0AF-7C86-3969-B35EC392A8B5}"/>
          </ac:spMkLst>
        </pc:spChg>
        <pc:grpChg chg="add del mod">
          <ac:chgData name="Li Zinan" userId="3d1c6e8c-02f5-4b31-8230-b96b0d409295" providerId="ADAL" clId="{4089DD39-17C0-419E-8C3B-4F6022237126}" dt="2023-10-31T15:29:37.347" v="317" actId="478"/>
          <ac:grpSpMkLst>
            <pc:docMk/>
            <pc:sldMk cId="1150849503" sldId="257"/>
            <ac:grpSpMk id="5" creationId="{458E1C99-9B57-62B3-7899-73EA7BBD8E90}"/>
          </ac:grpSpMkLst>
        </pc:grpChg>
        <pc:grpChg chg="add mod">
          <ac:chgData name="Li Zinan" userId="3d1c6e8c-02f5-4b31-8230-b96b0d409295" providerId="ADAL" clId="{4089DD39-17C0-419E-8C3B-4F6022237126}" dt="2023-11-01T10:20:44.251" v="2140" actId="1038"/>
          <ac:grpSpMkLst>
            <pc:docMk/>
            <pc:sldMk cId="1150849503" sldId="257"/>
            <ac:grpSpMk id="11" creationId="{2E954484-1C28-1B5F-2F03-5866C517BEAC}"/>
          </ac:grpSpMkLst>
        </pc:grpChg>
        <pc:grpChg chg="add mod">
          <ac:chgData name="Li Zinan" userId="3d1c6e8c-02f5-4b31-8230-b96b0d409295" providerId="ADAL" clId="{4089DD39-17C0-419E-8C3B-4F6022237126}" dt="2023-11-01T08:28:35.811" v="1414" actId="164"/>
          <ac:grpSpMkLst>
            <pc:docMk/>
            <pc:sldMk cId="1150849503" sldId="257"/>
            <ac:grpSpMk id="15" creationId="{BB4B2064-D66D-FBFE-E4EB-D5AD8C37F810}"/>
          </ac:grpSpMkLst>
        </pc:grpChg>
        <pc:grpChg chg="add mod">
          <ac:chgData name="Li Zinan" userId="3d1c6e8c-02f5-4b31-8230-b96b0d409295" providerId="ADAL" clId="{4089DD39-17C0-419E-8C3B-4F6022237126}" dt="2023-11-01T10:20:44.251" v="2140" actId="1038"/>
          <ac:grpSpMkLst>
            <pc:docMk/>
            <pc:sldMk cId="1150849503" sldId="257"/>
            <ac:grpSpMk id="16" creationId="{975F5281-95AD-209D-4540-67B3E5F42F05}"/>
          </ac:grpSpMkLst>
        </pc:grpChg>
        <pc:grpChg chg="add mod">
          <ac:chgData name="Li Zinan" userId="3d1c6e8c-02f5-4b31-8230-b96b0d409295" providerId="ADAL" clId="{4089DD39-17C0-419E-8C3B-4F6022237126}" dt="2023-11-01T08:43:45.748" v="1552" actId="1037"/>
          <ac:grpSpMkLst>
            <pc:docMk/>
            <pc:sldMk cId="1150849503" sldId="257"/>
            <ac:grpSpMk id="21" creationId="{6B7AA3F3-BBE9-F7DF-E259-6E1E93D9BEA4}"/>
          </ac:grpSpMkLst>
        </pc:grpChg>
        <pc:picChg chg="mod">
          <ac:chgData name="Li Zinan" userId="3d1c6e8c-02f5-4b31-8230-b96b0d409295" providerId="ADAL" clId="{4089DD39-17C0-419E-8C3B-4F6022237126}" dt="2023-10-31T15:07:55.926" v="214" actId="1076"/>
          <ac:picMkLst>
            <pc:docMk/>
            <pc:sldMk cId="1150849503" sldId="257"/>
            <ac:picMk id="6" creationId="{A070DD38-9354-4EAD-CE2A-CA1E0E463361}"/>
          </ac:picMkLst>
        </pc:picChg>
        <pc:picChg chg="mod">
          <ac:chgData name="Li Zinan" userId="3d1c6e8c-02f5-4b31-8230-b96b0d409295" providerId="ADAL" clId="{4089DD39-17C0-419E-8C3B-4F6022237126}" dt="2023-10-31T15:07:55.926" v="214" actId="1076"/>
          <ac:picMkLst>
            <pc:docMk/>
            <pc:sldMk cId="1150849503" sldId="257"/>
            <ac:picMk id="7" creationId="{19D8FB33-A835-4CB6-6913-A9767CB3AF01}"/>
          </ac:picMkLst>
        </pc:picChg>
        <pc:picChg chg="add mod modCrop">
          <ac:chgData name="Li Zinan" userId="3d1c6e8c-02f5-4b31-8230-b96b0d409295" providerId="ADAL" clId="{4089DD39-17C0-419E-8C3B-4F6022237126}" dt="2023-11-01T10:20:44.251" v="2140" actId="1038"/>
          <ac:picMkLst>
            <pc:docMk/>
            <pc:sldMk cId="1150849503" sldId="257"/>
            <ac:picMk id="9" creationId="{D7C0EFD3-8D37-1F07-B3D1-5B4AC9A7F932}"/>
          </ac:picMkLst>
        </pc:picChg>
        <pc:picChg chg="add mod">
          <ac:chgData name="Li Zinan" userId="3d1c6e8c-02f5-4b31-8230-b96b0d409295" providerId="ADAL" clId="{4089DD39-17C0-419E-8C3B-4F6022237126}" dt="2023-11-01T10:20:44.251" v="2140" actId="1038"/>
          <ac:picMkLst>
            <pc:docMk/>
            <pc:sldMk cId="1150849503" sldId="257"/>
            <ac:picMk id="12" creationId="{4452B5FA-D7E6-9386-F1D3-D56705CBCBAF}"/>
          </ac:picMkLst>
        </pc:picChg>
        <pc:picChg chg="add mod">
          <ac:chgData name="Li Zinan" userId="3d1c6e8c-02f5-4b31-8230-b96b0d409295" providerId="ADAL" clId="{4089DD39-17C0-419E-8C3B-4F6022237126}" dt="2023-11-01T08:45:50.061" v="1609" actId="14100"/>
          <ac:picMkLst>
            <pc:docMk/>
            <pc:sldMk cId="1150849503" sldId="257"/>
            <ac:picMk id="17" creationId="{515395EB-D5F9-E52C-28AE-72E7C5FC6C0C}"/>
          </ac:picMkLst>
        </pc:picChg>
      </pc:sldChg>
      <pc:sldChg chg="modSp mod">
        <pc:chgData name="Li Zinan" userId="3d1c6e8c-02f5-4b31-8230-b96b0d409295" providerId="ADAL" clId="{4089DD39-17C0-419E-8C3B-4F6022237126}" dt="2023-11-01T12:53:31.883" v="3319" actId="20577"/>
        <pc:sldMkLst>
          <pc:docMk/>
          <pc:sldMk cId="1150987903" sldId="272"/>
        </pc:sldMkLst>
        <pc:spChg chg="mod">
          <ac:chgData name="Li Zinan" userId="3d1c6e8c-02f5-4b31-8230-b96b0d409295" providerId="ADAL" clId="{4089DD39-17C0-419E-8C3B-4F6022237126}" dt="2023-11-01T12:53:31.883" v="3319" actId="20577"/>
          <ac:spMkLst>
            <pc:docMk/>
            <pc:sldMk cId="1150987903" sldId="272"/>
            <ac:spMk id="4" creationId="{E31B284F-68E5-9F14-3B78-A0AC1DE41ECC}"/>
          </ac:spMkLst>
        </pc:spChg>
      </pc:sldChg>
      <pc:sldChg chg="modSp mod">
        <pc:chgData name="Li Zinan" userId="3d1c6e8c-02f5-4b31-8230-b96b0d409295" providerId="ADAL" clId="{4089DD39-17C0-419E-8C3B-4F6022237126}" dt="2023-11-01T10:22:20.511" v="2155" actId="20577"/>
        <pc:sldMkLst>
          <pc:docMk/>
          <pc:sldMk cId="464534243" sldId="273"/>
        </pc:sldMkLst>
        <pc:spChg chg="mod">
          <ac:chgData name="Li Zinan" userId="3d1c6e8c-02f5-4b31-8230-b96b0d409295" providerId="ADAL" clId="{4089DD39-17C0-419E-8C3B-4F6022237126}" dt="2023-11-01T10:22:20.511" v="2155" actId="20577"/>
          <ac:spMkLst>
            <pc:docMk/>
            <pc:sldMk cId="464534243" sldId="273"/>
            <ac:spMk id="3" creationId="{6D2ECDF9-649C-0A47-1D01-8730A6C7EEAA}"/>
          </ac:spMkLst>
        </pc:spChg>
      </pc:sldChg>
      <pc:sldChg chg="addSp delSp modSp mod">
        <pc:chgData name="Li Zinan" userId="3d1c6e8c-02f5-4b31-8230-b96b0d409295" providerId="ADAL" clId="{4089DD39-17C0-419E-8C3B-4F6022237126}" dt="2023-11-01T12:04:25.097" v="3009" actId="20577"/>
        <pc:sldMkLst>
          <pc:docMk/>
          <pc:sldMk cId="1708781973" sldId="274"/>
        </pc:sldMkLst>
        <pc:spChg chg="del">
          <ac:chgData name="Li Zinan" userId="3d1c6e8c-02f5-4b31-8230-b96b0d409295" providerId="ADAL" clId="{4089DD39-17C0-419E-8C3B-4F6022237126}" dt="2023-11-01T09:35:40.083" v="1792" actId="478"/>
          <ac:spMkLst>
            <pc:docMk/>
            <pc:sldMk cId="1708781973" sldId="274"/>
            <ac:spMk id="3" creationId="{C29B5226-FF9F-71E9-6875-82DECF0DA0E6}"/>
          </ac:spMkLst>
        </pc:spChg>
        <pc:spChg chg="add mod topLvl">
          <ac:chgData name="Li Zinan" userId="3d1c6e8c-02f5-4b31-8230-b96b0d409295" providerId="ADAL" clId="{4089DD39-17C0-419E-8C3B-4F6022237126}" dt="2023-11-01T11:48:10.141" v="2831" actId="1036"/>
          <ac:spMkLst>
            <pc:docMk/>
            <pc:sldMk cId="1708781973" sldId="274"/>
            <ac:spMk id="5" creationId="{12E47AF3-4E4E-A9A1-F1AF-5FD50E5E3481}"/>
          </ac:spMkLst>
        </pc:spChg>
        <pc:spChg chg="mod">
          <ac:chgData name="Li Zinan" userId="3d1c6e8c-02f5-4b31-8230-b96b0d409295" providerId="ADAL" clId="{4089DD39-17C0-419E-8C3B-4F6022237126}" dt="2023-11-01T11:48:49.513" v="2854" actId="20577"/>
          <ac:spMkLst>
            <pc:docMk/>
            <pc:sldMk cId="1708781973" sldId="274"/>
            <ac:spMk id="7" creationId="{0C12991E-89F9-2DA8-3480-0E0B13060B64}"/>
          </ac:spMkLst>
        </pc:spChg>
        <pc:spChg chg="add mod">
          <ac:chgData name="Li Zinan" userId="3d1c6e8c-02f5-4b31-8230-b96b0d409295" providerId="ADAL" clId="{4089DD39-17C0-419E-8C3B-4F6022237126}" dt="2023-11-01T12:04:25.097" v="3009" actId="20577"/>
          <ac:spMkLst>
            <pc:docMk/>
            <pc:sldMk cId="1708781973" sldId="274"/>
            <ac:spMk id="9" creationId="{1D3583F9-AF4A-B016-D0B8-10B5E6222E10}"/>
          </ac:spMkLst>
        </pc:spChg>
        <pc:spChg chg="add mod">
          <ac:chgData name="Li Zinan" userId="3d1c6e8c-02f5-4b31-8230-b96b0d409295" providerId="ADAL" clId="{4089DD39-17C0-419E-8C3B-4F6022237126}" dt="2023-11-01T11:46:44.435" v="2739" actId="14100"/>
          <ac:spMkLst>
            <pc:docMk/>
            <pc:sldMk cId="1708781973" sldId="274"/>
            <ac:spMk id="12" creationId="{2C718689-57BE-A02B-E36F-C27C22405F57}"/>
          </ac:spMkLst>
        </pc:spChg>
        <pc:spChg chg="add mod">
          <ac:chgData name="Li Zinan" userId="3d1c6e8c-02f5-4b31-8230-b96b0d409295" providerId="ADAL" clId="{4089DD39-17C0-419E-8C3B-4F6022237126}" dt="2023-11-01T11:47:08.279" v="2748" actId="164"/>
          <ac:spMkLst>
            <pc:docMk/>
            <pc:sldMk cId="1708781973" sldId="274"/>
            <ac:spMk id="13" creationId="{06DD5507-3A1F-5E34-57FA-0BB01833F08D}"/>
          </ac:spMkLst>
        </pc:spChg>
        <pc:spChg chg="add mod">
          <ac:chgData name="Li Zinan" userId="3d1c6e8c-02f5-4b31-8230-b96b0d409295" providerId="ADAL" clId="{4089DD39-17C0-419E-8C3B-4F6022237126}" dt="2023-11-01T11:58:00.516" v="2946"/>
          <ac:spMkLst>
            <pc:docMk/>
            <pc:sldMk cId="1708781973" sldId="274"/>
            <ac:spMk id="15" creationId="{90BD06B9-B98D-BA85-F7E7-21B4BC511DD7}"/>
          </ac:spMkLst>
        </pc:spChg>
        <pc:grpChg chg="add del mod">
          <ac:chgData name="Li Zinan" userId="3d1c6e8c-02f5-4b31-8230-b96b0d409295" providerId="ADAL" clId="{4089DD39-17C0-419E-8C3B-4F6022237126}" dt="2023-11-01T11:47:16.880" v="2749" actId="165"/>
          <ac:grpSpMkLst>
            <pc:docMk/>
            <pc:sldMk cId="1708781973" sldId="274"/>
            <ac:grpSpMk id="6" creationId="{D7ED7CF6-3F4C-8E52-EF7D-FA92FB85655B}"/>
          </ac:grpSpMkLst>
        </pc:grpChg>
        <pc:grpChg chg="add mod">
          <ac:chgData name="Li Zinan" userId="3d1c6e8c-02f5-4b31-8230-b96b0d409295" providerId="ADAL" clId="{4089DD39-17C0-419E-8C3B-4F6022237126}" dt="2023-11-01T11:47:08.279" v="2748" actId="164"/>
          <ac:grpSpMkLst>
            <pc:docMk/>
            <pc:sldMk cId="1708781973" sldId="274"/>
            <ac:grpSpMk id="14" creationId="{5931CC5D-18DD-620B-5DF1-6586AF86EDE8}"/>
          </ac:grpSpMkLst>
        </pc:grpChg>
        <pc:grpChg chg="add mod">
          <ac:chgData name="Li Zinan" userId="3d1c6e8c-02f5-4b31-8230-b96b0d409295" providerId="ADAL" clId="{4089DD39-17C0-419E-8C3B-4F6022237126}" dt="2023-11-01T11:48:19.626" v="2832" actId="1076"/>
          <ac:grpSpMkLst>
            <pc:docMk/>
            <pc:sldMk cId="1708781973" sldId="274"/>
            <ac:grpSpMk id="16" creationId="{9FCEABF9-96C8-A212-149A-B9B62DB8E600}"/>
          </ac:grpSpMkLst>
        </pc:grpChg>
        <pc:grpChg chg="add del mod">
          <ac:chgData name="Li Zinan" userId="3d1c6e8c-02f5-4b31-8230-b96b0d409295" providerId="ADAL" clId="{4089DD39-17C0-419E-8C3B-4F6022237126}" dt="2023-11-01T11:47:48.158" v="2751" actId="165"/>
          <ac:grpSpMkLst>
            <pc:docMk/>
            <pc:sldMk cId="1708781973" sldId="274"/>
            <ac:grpSpMk id="17" creationId="{F2F45BA2-DAC4-86EA-3B1A-A280AD81017A}"/>
          </ac:grpSpMkLst>
        </pc:grpChg>
        <pc:picChg chg="mod topLvl">
          <ac:chgData name="Li Zinan" userId="3d1c6e8c-02f5-4b31-8230-b96b0d409295" providerId="ADAL" clId="{4089DD39-17C0-419E-8C3B-4F6022237126}" dt="2023-11-01T11:48:10.141" v="2831" actId="1036"/>
          <ac:picMkLst>
            <pc:docMk/>
            <pc:sldMk cId="1708781973" sldId="274"/>
            <ac:picMk id="10" creationId="{192611BA-B0A2-B888-448F-D1E3BED8B48A}"/>
          </ac:picMkLst>
        </pc:picChg>
        <pc:picChg chg="add mod">
          <ac:chgData name="Li Zinan" userId="3d1c6e8c-02f5-4b31-8230-b96b0d409295" providerId="ADAL" clId="{4089DD39-17C0-419E-8C3B-4F6022237126}" dt="2023-11-01T09:43:06.420" v="1914" actId="164"/>
          <ac:picMkLst>
            <pc:docMk/>
            <pc:sldMk cId="1708781973" sldId="274"/>
            <ac:picMk id="11" creationId="{C618553D-FFD3-2AA3-5B00-FE0D52549913}"/>
          </ac:picMkLst>
        </pc:picChg>
      </pc:sldChg>
      <pc:sldChg chg="addSp delSp modSp del mod">
        <pc:chgData name="Li Zinan" userId="3d1c6e8c-02f5-4b31-8230-b96b0d409295" providerId="ADAL" clId="{4089DD39-17C0-419E-8C3B-4F6022237126}" dt="2023-11-01T09:43:18.854" v="1916" actId="47"/>
        <pc:sldMkLst>
          <pc:docMk/>
          <pc:sldMk cId="2576510205" sldId="275"/>
        </pc:sldMkLst>
        <pc:spChg chg="del mod">
          <ac:chgData name="Li Zinan" userId="3d1c6e8c-02f5-4b31-8230-b96b0d409295" providerId="ADAL" clId="{4089DD39-17C0-419E-8C3B-4F6022237126}" dt="2023-11-01T08:47:16.692" v="1613" actId="478"/>
          <ac:spMkLst>
            <pc:docMk/>
            <pc:sldMk cId="2576510205" sldId="275"/>
            <ac:spMk id="2" creationId="{1B685367-5069-F0A4-B335-A35F438385DA}"/>
          </ac:spMkLst>
        </pc:spChg>
        <pc:spChg chg="add del mod">
          <ac:chgData name="Li Zinan" userId="3d1c6e8c-02f5-4b31-8230-b96b0d409295" providerId="ADAL" clId="{4089DD39-17C0-419E-8C3B-4F6022237126}" dt="2023-11-01T09:35:56.742" v="1793" actId="21"/>
          <ac:spMkLst>
            <pc:docMk/>
            <pc:sldMk cId="2576510205" sldId="275"/>
            <ac:spMk id="5" creationId="{3C404005-BDB5-4C70-79B8-689F61A13C22}"/>
          </ac:spMkLst>
        </pc:spChg>
        <pc:spChg chg="add del mod">
          <ac:chgData name="Li Zinan" userId="3d1c6e8c-02f5-4b31-8230-b96b0d409295" providerId="ADAL" clId="{4089DD39-17C0-419E-8C3B-4F6022237126}" dt="2023-11-01T09:35:56.742" v="1793" actId="21"/>
          <ac:spMkLst>
            <pc:docMk/>
            <pc:sldMk cId="2576510205" sldId="275"/>
            <ac:spMk id="6" creationId="{8C5CC2A6-6ED9-74CB-31CD-68103F33BD7D}"/>
          </ac:spMkLst>
        </pc:spChg>
        <pc:spChg chg="add del mod">
          <ac:chgData name="Li Zinan" userId="3d1c6e8c-02f5-4b31-8230-b96b0d409295" providerId="ADAL" clId="{4089DD39-17C0-419E-8C3B-4F6022237126}" dt="2023-11-01T08:47:19.399" v="1614" actId="478"/>
          <ac:spMkLst>
            <pc:docMk/>
            <pc:sldMk cId="2576510205" sldId="275"/>
            <ac:spMk id="9" creationId="{2E1102E0-58E2-E67E-3875-325F75C2D837}"/>
          </ac:spMkLst>
        </pc:spChg>
        <pc:picChg chg="del">
          <ac:chgData name="Li Zinan" userId="3d1c6e8c-02f5-4b31-8230-b96b0d409295" providerId="ADAL" clId="{4089DD39-17C0-419E-8C3B-4F6022237126}" dt="2023-11-01T09:35:56.742" v="1793" actId="21"/>
          <ac:picMkLst>
            <pc:docMk/>
            <pc:sldMk cId="2576510205" sldId="275"/>
            <ac:picMk id="7" creationId="{414AD57C-2FF9-3618-B7B5-ACC88CF38FDA}"/>
          </ac:picMkLst>
        </pc:picChg>
      </pc:sldChg>
      <pc:sldChg chg="addSp delSp modSp mod modAnim">
        <pc:chgData name="Li Zinan" userId="3d1c6e8c-02f5-4b31-8230-b96b0d409295" providerId="ADAL" clId="{4089DD39-17C0-419E-8C3B-4F6022237126}" dt="2023-11-01T12:48:23.023" v="3254" actId="1076"/>
        <pc:sldMkLst>
          <pc:docMk/>
          <pc:sldMk cId="3127099152" sldId="276"/>
        </pc:sldMkLst>
        <pc:spChg chg="mod">
          <ac:chgData name="Li Zinan" userId="3d1c6e8c-02f5-4b31-8230-b96b0d409295" providerId="ADAL" clId="{4089DD39-17C0-419E-8C3B-4F6022237126}" dt="2023-11-01T11:19:27.336" v="2716" actId="20577"/>
          <ac:spMkLst>
            <pc:docMk/>
            <pc:sldMk cId="3127099152" sldId="276"/>
            <ac:spMk id="3" creationId="{5DC921F2-AAE2-26E2-898E-635AD9A473AC}"/>
          </ac:spMkLst>
        </pc:spChg>
        <pc:spChg chg="mod">
          <ac:chgData name="Li Zinan" userId="3d1c6e8c-02f5-4b31-8230-b96b0d409295" providerId="ADAL" clId="{4089DD39-17C0-419E-8C3B-4F6022237126}" dt="2023-10-31T15:38:32.350" v="415" actId="20577"/>
          <ac:spMkLst>
            <pc:docMk/>
            <pc:sldMk cId="3127099152" sldId="276"/>
            <ac:spMk id="4" creationId="{C4471E67-F795-4436-99AD-56483403048C}"/>
          </ac:spMkLst>
        </pc:spChg>
        <pc:spChg chg="add mod">
          <ac:chgData name="Li Zinan" userId="3d1c6e8c-02f5-4b31-8230-b96b0d409295" providerId="ADAL" clId="{4089DD39-17C0-419E-8C3B-4F6022237126}" dt="2023-11-01T11:19:12.052" v="2703" actId="1076"/>
          <ac:spMkLst>
            <pc:docMk/>
            <pc:sldMk cId="3127099152" sldId="276"/>
            <ac:spMk id="6" creationId="{C6B19D42-FDD7-6624-41C4-13E3417D14DD}"/>
          </ac:spMkLst>
        </pc:spChg>
        <pc:spChg chg="add mod">
          <ac:chgData name="Li Zinan" userId="3d1c6e8c-02f5-4b31-8230-b96b0d409295" providerId="ADAL" clId="{4089DD39-17C0-419E-8C3B-4F6022237126}" dt="2023-11-01T12:48:23.023" v="3254" actId="1076"/>
          <ac:spMkLst>
            <pc:docMk/>
            <pc:sldMk cId="3127099152" sldId="276"/>
            <ac:spMk id="7" creationId="{3033226B-1561-0EA1-4110-7EFFD52864E4}"/>
          </ac:spMkLst>
        </pc:spChg>
        <pc:picChg chg="add del mod">
          <ac:chgData name="Li Zinan" userId="3d1c6e8c-02f5-4b31-8230-b96b0d409295" providerId="ADAL" clId="{4089DD39-17C0-419E-8C3B-4F6022237126}" dt="2023-11-01T11:16:48.968" v="2654" actId="478"/>
          <ac:picMkLst>
            <pc:docMk/>
            <pc:sldMk cId="3127099152" sldId="276"/>
            <ac:picMk id="2" creationId="{65B6B50D-2965-C345-EAAC-7E2A6DFC3B3A}"/>
          </ac:picMkLst>
        </pc:picChg>
        <pc:picChg chg="add mod">
          <ac:chgData name="Li Zinan" userId="3d1c6e8c-02f5-4b31-8230-b96b0d409295" providerId="ADAL" clId="{4089DD39-17C0-419E-8C3B-4F6022237126}" dt="2023-11-01T11:16:56.939" v="2656" actId="1076"/>
          <ac:picMkLst>
            <pc:docMk/>
            <pc:sldMk cId="3127099152" sldId="276"/>
            <ac:picMk id="5" creationId="{BB73E1F0-2D41-69A1-ED60-DDCAAD98BA73}"/>
          </ac:picMkLst>
        </pc:picChg>
        <pc:cxnChg chg="add del mod">
          <ac:chgData name="Li Zinan" userId="3d1c6e8c-02f5-4b31-8230-b96b0d409295" providerId="ADAL" clId="{4089DD39-17C0-419E-8C3B-4F6022237126}" dt="2023-11-01T12:47:25.333" v="3241" actId="478"/>
          <ac:cxnSpMkLst>
            <pc:docMk/>
            <pc:sldMk cId="3127099152" sldId="276"/>
            <ac:cxnSpMk id="9" creationId="{B9743430-4730-6981-11F4-02327DC3821D}"/>
          </ac:cxnSpMkLst>
        </pc:cxnChg>
        <pc:cxnChg chg="add del mod">
          <ac:chgData name="Li Zinan" userId="3d1c6e8c-02f5-4b31-8230-b96b0d409295" providerId="ADAL" clId="{4089DD39-17C0-419E-8C3B-4F6022237126}" dt="2023-11-01T12:48:06.822" v="3253" actId="478"/>
          <ac:cxnSpMkLst>
            <pc:docMk/>
            <pc:sldMk cId="3127099152" sldId="276"/>
            <ac:cxnSpMk id="13" creationId="{8BC151D0-445B-1B9D-74A0-F2A73BF4C942}"/>
          </ac:cxnSpMkLst>
        </pc:cxnChg>
      </pc:sldChg>
      <pc:sldChg chg="addSp delSp modSp mod delAnim modAnim">
        <pc:chgData name="Li Zinan" userId="3d1c6e8c-02f5-4b31-8230-b96b0d409295" providerId="ADAL" clId="{4089DD39-17C0-419E-8C3B-4F6022237126}" dt="2023-11-01T12:50:59.726" v="3260" actId="1076"/>
        <pc:sldMkLst>
          <pc:docMk/>
          <pc:sldMk cId="3645507173" sldId="279"/>
        </pc:sldMkLst>
        <pc:spChg chg="del">
          <ac:chgData name="Li Zinan" userId="3d1c6e8c-02f5-4b31-8230-b96b0d409295" providerId="ADAL" clId="{4089DD39-17C0-419E-8C3B-4F6022237126}" dt="2023-10-31T15:35:59.659" v="335" actId="478"/>
          <ac:spMkLst>
            <pc:docMk/>
            <pc:sldMk cId="3645507173" sldId="279"/>
            <ac:spMk id="3" creationId="{407D9C55-C301-DA9D-1EA1-46DC09549A3B}"/>
          </ac:spMkLst>
        </pc:spChg>
        <pc:spChg chg="mod">
          <ac:chgData name="Li Zinan" userId="3d1c6e8c-02f5-4b31-8230-b96b0d409295" providerId="ADAL" clId="{4089DD39-17C0-419E-8C3B-4F6022237126}" dt="2023-11-01T11:50:04.448" v="2862" actId="20577"/>
          <ac:spMkLst>
            <pc:docMk/>
            <pc:sldMk cId="3645507173" sldId="279"/>
            <ac:spMk id="4" creationId="{570C4D50-3872-FC5C-C290-9A8992AC0ED0}"/>
          </ac:spMkLst>
        </pc:spChg>
        <pc:spChg chg="add del mod">
          <ac:chgData name="Li Zinan" userId="3d1c6e8c-02f5-4b31-8230-b96b0d409295" providerId="ADAL" clId="{4089DD39-17C0-419E-8C3B-4F6022237126}" dt="2023-10-31T15:36:44.871" v="405" actId="478"/>
          <ac:spMkLst>
            <pc:docMk/>
            <pc:sldMk cId="3645507173" sldId="279"/>
            <ac:spMk id="5" creationId="{30212490-4F8A-11A1-6395-46ABB2422E41}"/>
          </ac:spMkLst>
        </pc:spChg>
        <pc:spChg chg="add mod">
          <ac:chgData name="Li Zinan" userId="3d1c6e8c-02f5-4b31-8230-b96b0d409295" providerId="ADAL" clId="{4089DD39-17C0-419E-8C3B-4F6022237126}" dt="2023-10-31T15:37:02.047" v="406" actId="108"/>
          <ac:spMkLst>
            <pc:docMk/>
            <pc:sldMk cId="3645507173" sldId="279"/>
            <ac:spMk id="7" creationId="{F05FC5AE-44A8-3429-5E2F-88AF0A41152D}"/>
          </ac:spMkLst>
        </pc:spChg>
        <pc:spChg chg="del">
          <ac:chgData name="Li Zinan" userId="3d1c6e8c-02f5-4b31-8230-b96b0d409295" providerId="ADAL" clId="{4089DD39-17C0-419E-8C3B-4F6022237126}" dt="2023-10-31T15:36:05.476" v="336" actId="478"/>
          <ac:spMkLst>
            <pc:docMk/>
            <pc:sldMk cId="3645507173" sldId="279"/>
            <ac:spMk id="9" creationId="{F10E221A-DEFE-E1D7-4EFF-34DB06FB9314}"/>
          </ac:spMkLst>
        </pc:spChg>
        <pc:spChg chg="add mod">
          <ac:chgData name="Li Zinan" userId="3d1c6e8c-02f5-4b31-8230-b96b0d409295" providerId="ADAL" clId="{4089DD39-17C0-419E-8C3B-4F6022237126}" dt="2023-11-01T08:06:54.734" v="1307" actId="164"/>
          <ac:spMkLst>
            <pc:docMk/>
            <pc:sldMk cId="3645507173" sldId="279"/>
            <ac:spMk id="10" creationId="{C8BEA8CC-A57D-CAC7-D84A-BC3CD08D52CF}"/>
          </ac:spMkLst>
        </pc:spChg>
        <pc:spChg chg="add mod">
          <ac:chgData name="Li Zinan" userId="3d1c6e8c-02f5-4b31-8230-b96b0d409295" providerId="ADAL" clId="{4089DD39-17C0-419E-8C3B-4F6022237126}" dt="2023-11-01T08:06:54.734" v="1307" actId="164"/>
          <ac:spMkLst>
            <pc:docMk/>
            <pc:sldMk cId="3645507173" sldId="279"/>
            <ac:spMk id="12" creationId="{83100A2A-A448-D38C-8170-B210C159BF31}"/>
          </ac:spMkLst>
        </pc:spChg>
        <pc:spChg chg="del">
          <ac:chgData name="Li Zinan" userId="3d1c6e8c-02f5-4b31-8230-b96b0d409295" providerId="ADAL" clId="{4089DD39-17C0-419E-8C3B-4F6022237126}" dt="2023-10-31T15:36:05.476" v="336" actId="478"/>
          <ac:spMkLst>
            <pc:docMk/>
            <pc:sldMk cId="3645507173" sldId="279"/>
            <ac:spMk id="14" creationId="{A6E69FFB-03DC-6322-E814-79B81820B15D}"/>
          </ac:spMkLst>
        </pc:spChg>
        <pc:spChg chg="add mod">
          <ac:chgData name="Li Zinan" userId="3d1c6e8c-02f5-4b31-8230-b96b0d409295" providerId="ADAL" clId="{4089DD39-17C0-419E-8C3B-4F6022237126}" dt="2023-11-01T08:06:54.734" v="1307" actId="164"/>
          <ac:spMkLst>
            <pc:docMk/>
            <pc:sldMk cId="3645507173" sldId="279"/>
            <ac:spMk id="15" creationId="{0739A675-0702-D7F9-ABD3-34E63F6C01E0}"/>
          </ac:spMkLst>
        </pc:spChg>
        <pc:spChg chg="add del mod">
          <ac:chgData name="Li Zinan" userId="3d1c6e8c-02f5-4b31-8230-b96b0d409295" providerId="ADAL" clId="{4089DD39-17C0-419E-8C3B-4F6022237126}" dt="2023-10-31T15:44:21.343" v="487" actId="478"/>
          <ac:spMkLst>
            <pc:docMk/>
            <pc:sldMk cId="3645507173" sldId="279"/>
            <ac:spMk id="17" creationId="{E8DDA4E7-464D-6D44-CB65-5FB55E513FC0}"/>
          </ac:spMkLst>
        </pc:spChg>
        <pc:spChg chg="add del mod">
          <ac:chgData name="Li Zinan" userId="3d1c6e8c-02f5-4b31-8230-b96b0d409295" providerId="ADAL" clId="{4089DD39-17C0-419E-8C3B-4F6022237126}" dt="2023-10-31T15:42:55.413" v="428" actId="478"/>
          <ac:spMkLst>
            <pc:docMk/>
            <pc:sldMk cId="3645507173" sldId="279"/>
            <ac:spMk id="19" creationId="{E97EC539-555B-D26F-5983-B2AE3851C0DD}"/>
          </ac:spMkLst>
        </pc:spChg>
        <pc:spChg chg="add del mod">
          <ac:chgData name="Li Zinan" userId="3d1c6e8c-02f5-4b31-8230-b96b0d409295" providerId="ADAL" clId="{4089DD39-17C0-419E-8C3B-4F6022237126}" dt="2023-10-31T15:42:55.413" v="428" actId="478"/>
          <ac:spMkLst>
            <pc:docMk/>
            <pc:sldMk cId="3645507173" sldId="279"/>
            <ac:spMk id="20" creationId="{B665CF9E-326C-BDDC-AC59-6262A53C7612}"/>
          </ac:spMkLst>
        </pc:spChg>
        <pc:spChg chg="add del mod">
          <ac:chgData name="Li Zinan" userId="3d1c6e8c-02f5-4b31-8230-b96b0d409295" providerId="ADAL" clId="{4089DD39-17C0-419E-8C3B-4F6022237126}" dt="2023-10-31T15:42:55.413" v="428" actId="478"/>
          <ac:spMkLst>
            <pc:docMk/>
            <pc:sldMk cId="3645507173" sldId="279"/>
            <ac:spMk id="21" creationId="{00FF9E0E-3159-592E-B4E6-D1C5D1767BC7}"/>
          </ac:spMkLst>
        </pc:spChg>
        <pc:spChg chg="add del mod">
          <ac:chgData name="Li Zinan" userId="3d1c6e8c-02f5-4b31-8230-b96b0d409295" providerId="ADAL" clId="{4089DD39-17C0-419E-8C3B-4F6022237126}" dt="2023-10-31T15:42:55.413" v="428" actId="478"/>
          <ac:spMkLst>
            <pc:docMk/>
            <pc:sldMk cId="3645507173" sldId="279"/>
            <ac:spMk id="22" creationId="{513A8205-EC4F-A905-279D-72C5F72F37BC}"/>
          </ac:spMkLst>
        </pc:spChg>
        <pc:spChg chg="add mod">
          <ac:chgData name="Li Zinan" userId="3d1c6e8c-02f5-4b31-8230-b96b0d409295" providerId="ADAL" clId="{4089DD39-17C0-419E-8C3B-4F6022237126}" dt="2023-11-01T08:07:17.907" v="1316" actId="164"/>
          <ac:spMkLst>
            <pc:docMk/>
            <pc:sldMk cId="3645507173" sldId="279"/>
            <ac:spMk id="24" creationId="{C432D2C3-BBD4-2F53-9597-11EBDC9C63C8}"/>
          </ac:spMkLst>
        </pc:spChg>
        <pc:spChg chg="add del mod">
          <ac:chgData name="Li Zinan" userId="3d1c6e8c-02f5-4b31-8230-b96b0d409295" providerId="ADAL" clId="{4089DD39-17C0-419E-8C3B-4F6022237126}" dt="2023-10-31T15:42:55.413" v="428" actId="478"/>
          <ac:spMkLst>
            <pc:docMk/>
            <pc:sldMk cId="3645507173" sldId="279"/>
            <ac:spMk id="25" creationId="{AB276EDF-D7D8-11FA-93E9-A643EF12869D}"/>
          </ac:spMkLst>
        </pc:spChg>
        <pc:spChg chg="add del mod">
          <ac:chgData name="Li Zinan" userId="3d1c6e8c-02f5-4b31-8230-b96b0d409295" providerId="ADAL" clId="{4089DD39-17C0-419E-8C3B-4F6022237126}" dt="2023-10-31T15:42:58.497" v="429" actId="478"/>
          <ac:spMkLst>
            <pc:docMk/>
            <pc:sldMk cId="3645507173" sldId="279"/>
            <ac:spMk id="26" creationId="{4C8EAA54-E52B-F9DD-4333-204147703F18}"/>
          </ac:spMkLst>
        </pc:spChg>
        <pc:spChg chg="add del mod">
          <ac:chgData name="Li Zinan" userId="3d1c6e8c-02f5-4b31-8230-b96b0d409295" providerId="ADAL" clId="{4089DD39-17C0-419E-8C3B-4F6022237126}" dt="2023-10-31T15:46:19.371" v="582" actId="478"/>
          <ac:spMkLst>
            <pc:docMk/>
            <pc:sldMk cId="3645507173" sldId="279"/>
            <ac:spMk id="27" creationId="{2644C0CE-6AFC-0521-6F23-12B3211BDB82}"/>
          </ac:spMkLst>
        </pc:spChg>
        <pc:spChg chg="add mod">
          <ac:chgData name="Li Zinan" userId="3d1c6e8c-02f5-4b31-8230-b96b0d409295" providerId="ADAL" clId="{4089DD39-17C0-419E-8C3B-4F6022237126}" dt="2023-11-01T08:07:27.547" v="1317" actId="164"/>
          <ac:spMkLst>
            <pc:docMk/>
            <pc:sldMk cId="3645507173" sldId="279"/>
            <ac:spMk id="28" creationId="{DD176108-356D-4CE5-E250-2A3314B68D40}"/>
          </ac:spMkLst>
        </pc:spChg>
        <pc:spChg chg="add mod">
          <ac:chgData name="Li Zinan" userId="3d1c6e8c-02f5-4b31-8230-b96b0d409295" providerId="ADAL" clId="{4089DD39-17C0-419E-8C3B-4F6022237126}" dt="2023-11-01T08:07:27.547" v="1317" actId="164"/>
          <ac:spMkLst>
            <pc:docMk/>
            <pc:sldMk cId="3645507173" sldId="279"/>
            <ac:spMk id="29" creationId="{CE52BC15-B4AE-7F81-7F1D-F407CC0B5572}"/>
          </ac:spMkLst>
        </pc:spChg>
        <pc:spChg chg="add mod">
          <ac:chgData name="Li Zinan" userId="3d1c6e8c-02f5-4b31-8230-b96b0d409295" providerId="ADAL" clId="{4089DD39-17C0-419E-8C3B-4F6022237126}" dt="2023-11-01T08:07:27.547" v="1317" actId="164"/>
          <ac:spMkLst>
            <pc:docMk/>
            <pc:sldMk cId="3645507173" sldId="279"/>
            <ac:spMk id="30" creationId="{F2798634-C650-859C-0774-BA4CAE2F5EE3}"/>
          </ac:spMkLst>
        </pc:spChg>
        <pc:spChg chg="add mod">
          <ac:chgData name="Li Zinan" userId="3d1c6e8c-02f5-4b31-8230-b96b0d409295" providerId="ADAL" clId="{4089DD39-17C0-419E-8C3B-4F6022237126}" dt="2023-10-31T16:36:01.331" v="632" actId="164"/>
          <ac:spMkLst>
            <pc:docMk/>
            <pc:sldMk cId="3645507173" sldId="279"/>
            <ac:spMk id="31" creationId="{CF35F2CF-2691-D2AD-DD7E-24D64E1AD011}"/>
          </ac:spMkLst>
        </pc:spChg>
        <pc:spChg chg="add mod">
          <ac:chgData name="Li Zinan" userId="3d1c6e8c-02f5-4b31-8230-b96b0d409295" providerId="ADAL" clId="{4089DD39-17C0-419E-8C3B-4F6022237126}" dt="2023-10-31T16:36:01.331" v="632" actId="164"/>
          <ac:spMkLst>
            <pc:docMk/>
            <pc:sldMk cId="3645507173" sldId="279"/>
            <ac:spMk id="32" creationId="{F94DD037-B89A-2C7E-C2B7-613567249529}"/>
          </ac:spMkLst>
        </pc:spChg>
        <pc:spChg chg="add mod">
          <ac:chgData name="Li Zinan" userId="3d1c6e8c-02f5-4b31-8230-b96b0d409295" providerId="ADAL" clId="{4089DD39-17C0-419E-8C3B-4F6022237126}" dt="2023-10-31T16:36:01.331" v="632" actId="164"/>
          <ac:spMkLst>
            <pc:docMk/>
            <pc:sldMk cId="3645507173" sldId="279"/>
            <ac:spMk id="33" creationId="{E80F9DDE-6665-2774-7130-1321A46660A6}"/>
          </ac:spMkLst>
        </pc:spChg>
        <pc:spChg chg="add mod">
          <ac:chgData name="Li Zinan" userId="3d1c6e8c-02f5-4b31-8230-b96b0d409295" providerId="ADAL" clId="{4089DD39-17C0-419E-8C3B-4F6022237126}" dt="2023-10-31T16:36:01.331" v="632" actId="164"/>
          <ac:spMkLst>
            <pc:docMk/>
            <pc:sldMk cId="3645507173" sldId="279"/>
            <ac:spMk id="34" creationId="{61D363AD-9415-12EF-60F7-5F66033E0E37}"/>
          </ac:spMkLst>
        </pc:spChg>
        <pc:spChg chg="add mod">
          <ac:chgData name="Li Zinan" userId="3d1c6e8c-02f5-4b31-8230-b96b0d409295" providerId="ADAL" clId="{4089DD39-17C0-419E-8C3B-4F6022237126}" dt="2023-11-01T08:07:34.605" v="1318" actId="164"/>
          <ac:spMkLst>
            <pc:docMk/>
            <pc:sldMk cId="3645507173" sldId="279"/>
            <ac:spMk id="37" creationId="{9EAE9317-33C3-1D99-9340-F5C0F46D7110}"/>
          </ac:spMkLst>
        </pc:spChg>
        <pc:spChg chg="add mod">
          <ac:chgData name="Li Zinan" userId="3d1c6e8c-02f5-4b31-8230-b96b0d409295" providerId="ADAL" clId="{4089DD39-17C0-419E-8C3B-4F6022237126}" dt="2023-11-01T08:07:27.547" v="1317" actId="164"/>
          <ac:spMkLst>
            <pc:docMk/>
            <pc:sldMk cId="3645507173" sldId="279"/>
            <ac:spMk id="38" creationId="{09F2B8D7-6F25-ED70-B8B4-E58650702D3A}"/>
          </ac:spMkLst>
        </pc:spChg>
        <pc:spChg chg="add mod">
          <ac:chgData name="Li Zinan" userId="3d1c6e8c-02f5-4b31-8230-b96b0d409295" providerId="ADAL" clId="{4089DD39-17C0-419E-8C3B-4F6022237126}" dt="2023-11-01T12:50:59.726" v="3260" actId="1076"/>
          <ac:spMkLst>
            <pc:docMk/>
            <pc:sldMk cId="3645507173" sldId="279"/>
            <ac:spMk id="43" creationId="{0AC7CB61-90B6-212F-8A1D-64FF87C84A39}"/>
          </ac:spMkLst>
        </pc:spChg>
        <pc:grpChg chg="add mod">
          <ac:chgData name="Li Zinan" userId="3d1c6e8c-02f5-4b31-8230-b96b0d409295" providerId="ADAL" clId="{4089DD39-17C0-419E-8C3B-4F6022237126}" dt="2023-11-01T08:07:27.547" v="1317" actId="164"/>
          <ac:grpSpMkLst>
            <pc:docMk/>
            <pc:sldMk cId="3645507173" sldId="279"/>
            <ac:grpSpMk id="35" creationId="{F8BBBA14-B8BE-2D52-BDAF-98A562A650AD}"/>
          </ac:grpSpMkLst>
        </pc:grpChg>
        <pc:grpChg chg="add mod">
          <ac:chgData name="Li Zinan" userId="3d1c6e8c-02f5-4b31-8230-b96b0d409295" providerId="ADAL" clId="{4089DD39-17C0-419E-8C3B-4F6022237126}" dt="2023-11-01T08:07:17.907" v="1316" actId="164"/>
          <ac:grpSpMkLst>
            <pc:docMk/>
            <pc:sldMk cId="3645507173" sldId="279"/>
            <ac:grpSpMk id="39" creationId="{56BA121B-19BB-76AD-E47F-E95739134BF4}"/>
          </ac:grpSpMkLst>
        </pc:grpChg>
        <pc:grpChg chg="add mod">
          <ac:chgData name="Li Zinan" userId="3d1c6e8c-02f5-4b31-8230-b96b0d409295" providerId="ADAL" clId="{4089DD39-17C0-419E-8C3B-4F6022237126}" dt="2023-11-01T08:07:17.907" v="1316" actId="164"/>
          <ac:grpSpMkLst>
            <pc:docMk/>
            <pc:sldMk cId="3645507173" sldId="279"/>
            <ac:grpSpMk id="40" creationId="{94DFFC95-41F2-E16A-AABB-58EE190D6527}"/>
          </ac:grpSpMkLst>
        </pc:grpChg>
        <pc:grpChg chg="add mod">
          <ac:chgData name="Li Zinan" userId="3d1c6e8c-02f5-4b31-8230-b96b0d409295" providerId="ADAL" clId="{4089DD39-17C0-419E-8C3B-4F6022237126}" dt="2023-11-01T08:07:27.547" v="1317" actId="164"/>
          <ac:grpSpMkLst>
            <pc:docMk/>
            <pc:sldMk cId="3645507173" sldId="279"/>
            <ac:grpSpMk id="41" creationId="{E6354863-33A1-47EB-F374-3E280FC582D3}"/>
          </ac:grpSpMkLst>
        </pc:grpChg>
        <pc:grpChg chg="add mod">
          <ac:chgData name="Li Zinan" userId="3d1c6e8c-02f5-4b31-8230-b96b0d409295" providerId="ADAL" clId="{4089DD39-17C0-419E-8C3B-4F6022237126}" dt="2023-11-01T08:07:34.605" v="1318" actId="164"/>
          <ac:grpSpMkLst>
            <pc:docMk/>
            <pc:sldMk cId="3645507173" sldId="279"/>
            <ac:grpSpMk id="42" creationId="{95A35D93-51DE-FD7E-D4A4-29B2BAC58B93}"/>
          </ac:grpSpMkLst>
        </pc:grpChg>
        <pc:picChg chg="del">
          <ac:chgData name="Li Zinan" userId="3d1c6e8c-02f5-4b31-8230-b96b0d409295" providerId="ADAL" clId="{4089DD39-17C0-419E-8C3B-4F6022237126}" dt="2023-10-31T15:36:05.476" v="336" actId="478"/>
          <ac:picMkLst>
            <pc:docMk/>
            <pc:sldMk cId="3645507173" sldId="279"/>
            <ac:picMk id="6" creationId="{E8A3280F-BED0-9030-D535-9C06CC4212E2}"/>
          </ac:picMkLst>
        </pc:picChg>
        <pc:picChg chg="del">
          <ac:chgData name="Li Zinan" userId="3d1c6e8c-02f5-4b31-8230-b96b0d409295" providerId="ADAL" clId="{4089DD39-17C0-419E-8C3B-4F6022237126}" dt="2023-10-31T15:36:05.476" v="336" actId="478"/>
          <ac:picMkLst>
            <pc:docMk/>
            <pc:sldMk cId="3645507173" sldId="279"/>
            <ac:picMk id="8" creationId="{59624468-9DFA-EBF1-A45A-43E6A76A7704}"/>
          </ac:picMkLst>
        </pc:picChg>
        <pc:picChg chg="del">
          <ac:chgData name="Li Zinan" userId="3d1c6e8c-02f5-4b31-8230-b96b0d409295" providerId="ADAL" clId="{4089DD39-17C0-419E-8C3B-4F6022237126}" dt="2023-10-31T15:36:05.476" v="336" actId="478"/>
          <ac:picMkLst>
            <pc:docMk/>
            <pc:sldMk cId="3645507173" sldId="279"/>
            <ac:picMk id="11" creationId="{CB459473-BA35-54D9-E01A-5A017123BEC5}"/>
          </ac:picMkLst>
        </pc:picChg>
        <pc:picChg chg="del">
          <ac:chgData name="Li Zinan" userId="3d1c6e8c-02f5-4b31-8230-b96b0d409295" providerId="ADAL" clId="{4089DD39-17C0-419E-8C3B-4F6022237126}" dt="2023-10-31T15:36:05.476" v="336" actId="478"/>
          <ac:picMkLst>
            <pc:docMk/>
            <pc:sldMk cId="3645507173" sldId="279"/>
            <ac:picMk id="13" creationId="{F60B9E7C-A36B-875C-2A45-503E99F97771}"/>
          </ac:picMkLst>
        </pc:picChg>
        <pc:picChg chg="del">
          <ac:chgData name="Li Zinan" userId="3d1c6e8c-02f5-4b31-8230-b96b0d409295" providerId="ADAL" clId="{4089DD39-17C0-419E-8C3B-4F6022237126}" dt="2023-10-31T15:36:05.476" v="336" actId="478"/>
          <ac:picMkLst>
            <pc:docMk/>
            <pc:sldMk cId="3645507173" sldId="279"/>
            <ac:picMk id="16" creationId="{A5C66A70-7699-F61A-D2AA-5C63C5FD9D21}"/>
          </ac:picMkLst>
        </pc:picChg>
        <pc:picChg chg="del">
          <ac:chgData name="Li Zinan" userId="3d1c6e8c-02f5-4b31-8230-b96b0d409295" providerId="ADAL" clId="{4089DD39-17C0-419E-8C3B-4F6022237126}" dt="2023-10-31T15:36:05.476" v="336" actId="478"/>
          <ac:picMkLst>
            <pc:docMk/>
            <pc:sldMk cId="3645507173" sldId="279"/>
            <ac:picMk id="18" creationId="{15A8F19D-47DE-A90E-6040-ACDE8D2DD17F}"/>
          </ac:picMkLst>
        </pc:picChg>
        <pc:picChg chg="add del mod">
          <ac:chgData name="Li Zinan" userId="3d1c6e8c-02f5-4b31-8230-b96b0d409295" providerId="ADAL" clId="{4089DD39-17C0-419E-8C3B-4F6022237126}" dt="2023-10-31T15:44:17.183" v="486" actId="478"/>
          <ac:picMkLst>
            <pc:docMk/>
            <pc:sldMk cId="3645507173" sldId="279"/>
            <ac:picMk id="23" creationId="{5FA525F0-BEC7-A55D-BC81-58954B1200BB}"/>
          </ac:picMkLst>
        </pc:picChg>
        <pc:picChg chg="add mod">
          <ac:chgData name="Li Zinan" userId="3d1c6e8c-02f5-4b31-8230-b96b0d409295" providerId="ADAL" clId="{4089DD39-17C0-419E-8C3B-4F6022237126}" dt="2023-11-01T08:07:34.605" v="1318" actId="164"/>
          <ac:picMkLst>
            <pc:docMk/>
            <pc:sldMk cId="3645507173" sldId="279"/>
            <ac:picMk id="36" creationId="{246A4798-1AB5-989A-CC64-CB7D295A877D}"/>
          </ac:picMkLst>
        </pc:picChg>
      </pc:sldChg>
      <pc:sldChg chg="addSp delSp modSp mod modNotesTx">
        <pc:chgData name="Li Zinan" userId="3d1c6e8c-02f5-4b31-8230-b96b0d409295" providerId="ADAL" clId="{4089DD39-17C0-419E-8C3B-4F6022237126}" dt="2023-11-01T12:53:13.749" v="3315" actId="20577"/>
        <pc:sldMkLst>
          <pc:docMk/>
          <pc:sldMk cId="4115857771" sldId="282"/>
        </pc:sldMkLst>
        <pc:spChg chg="mod">
          <ac:chgData name="Li Zinan" userId="3d1c6e8c-02f5-4b31-8230-b96b0d409295" providerId="ADAL" clId="{4089DD39-17C0-419E-8C3B-4F6022237126}" dt="2023-10-31T17:08:51.440" v="1009" actId="20577"/>
          <ac:spMkLst>
            <pc:docMk/>
            <pc:sldMk cId="4115857771" sldId="282"/>
            <ac:spMk id="3" creationId="{B2A8D863-4EC1-17C8-6909-744F295E6E0B}"/>
          </ac:spMkLst>
        </pc:spChg>
        <pc:spChg chg="mod">
          <ac:chgData name="Li Zinan" userId="3d1c6e8c-02f5-4b31-8230-b96b0d409295" providerId="ADAL" clId="{4089DD39-17C0-419E-8C3B-4F6022237126}" dt="2023-11-01T12:53:13.749" v="3315" actId="20577"/>
          <ac:spMkLst>
            <pc:docMk/>
            <pc:sldMk cId="4115857771" sldId="282"/>
            <ac:spMk id="4" creationId="{E31B284F-68E5-9F14-3B78-A0AC1DE41ECC}"/>
          </ac:spMkLst>
        </pc:spChg>
        <pc:spChg chg="mod">
          <ac:chgData name="Li Zinan" userId="3d1c6e8c-02f5-4b31-8230-b96b0d409295" providerId="ADAL" clId="{4089DD39-17C0-419E-8C3B-4F6022237126}" dt="2023-10-31T17:17:49.611" v="1111" actId="1076"/>
          <ac:spMkLst>
            <pc:docMk/>
            <pc:sldMk cId="4115857771" sldId="282"/>
            <ac:spMk id="6" creationId="{5B2EBFF4-C748-5589-9A28-8A04183A35A2}"/>
          </ac:spMkLst>
        </pc:spChg>
        <pc:spChg chg="add del mod">
          <ac:chgData name="Li Zinan" userId="3d1c6e8c-02f5-4b31-8230-b96b0d409295" providerId="ADAL" clId="{4089DD39-17C0-419E-8C3B-4F6022237126}" dt="2023-10-31T17:04:20.830" v="893" actId="478"/>
          <ac:spMkLst>
            <pc:docMk/>
            <pc:sldMk cId="4115857771" sldId="282"/>
            <ac:spMk id="7" creationId="{FF5E6712-E289-010C-9A0E-0B79C64C02AF}"/>
          </ac:spMkLst>
        </pc:spChg>
        <pc:spChg chg="add mod topLvl">
          <ac:chgData name="Li Zinan" userId="3d1c6e8c-02f5-4b31-8230-b96b0d409295" providerId="ADAL" clId="{4089DD39-17C0-419E-8C3B-4F6022237126}" dt="2023-10-31T17:40:51.048" v="1219" actId="164"/>
          <ac:spMkLst>
            <pc:docMk/>
            <pc:sldMk cId="4115857771" sldId="282"/>
            <ac:spMk id="8" creationId="{83A0825E-0C12-308F-0948-5F0B480B739B}"/>
          </ac:spMkLst>
        </pc:spChg>
        <pc:spChg chg="add mod topLvl">
          <ac:chgData name="Li Zinan" userId="3d1c6e8c-02f5-4b31-8230-b96b0d409295" providerId="ADAL" clId="{4089DD39-17C0-419E-8C3B-4F6022237126}" dt="2023-11-01T12:52:58.469" v="3311" actId="1038"/>
          <ac:spMkLst>
            <pc:docMk/>
            <pc:sldMk cId="4115857771" sldId="282"/>
            <ac:spMk id="9" creationId="{41E53F91-2821-45F1-46B8-BC3C5174BF80}"/>
          </ac:spMkLst>
        </pc:spChg>
        <pc:spChg chg="add mod topLvl">
          <ac:chgData name="Li Zinan" userId="3d1c6e8c-02f5-4b31-8230-b96b0d409295" providerId="ADAL" clId="{4089DD39-17C0-419E-8C3B-4F6022237126}" dt="2023-10-31T17:40:51.048" v="1219" actId="164"/>
          <ac:spMkLst>
            <pc:docMk/>
            <pc:sldMk cId="4115857771" sldId="282"/>
            <ac:spMk id="10" creationId="{B73C84E5-E29B-1846-6051-5E9583078733}"/>
          </ac:spMkLst>
        </pc:spChg>
        <pc:spChg chg="add mod topLvl">
          <ac:chgData name="Li Zinan" userId="3d1c6e8c-02f5-4b31-8230-b96b0d409295" providerId="ADAL" clId="{4089DD39-17C0-419E-8C3B-4F6022237126}" dt="2023-11-01T12:52:58.469" v="3311" actId="1038"/>
          <ac:spMkLst>
            <pc:docMk/>
            <pc:sldMk cId="4115857771" sldId="282"/>
            <ac:spMk id="11" creationId="{D57B7769-E8A1-9B29-73EE-C82E7E883CE2}"/>
          </ac:spMkLst>
        </pc:spChg>
        <pc:spChg chg="add mod topLvl">
          <ac:chgData name="Li Zinan" userId="3d1c6e8c-02f5-4b31-8230-b96b0d409295" providerId="ADAL" clId="{4089DD39-17C0-419E-8C3B-4F6022237126}" dt="2023-10-31T17:40:51.048" v="1219" actId="164"/>
          <ac:spMkLst>
            <pc:docMk/>
            <pc:sldMk cId="4115857771" sldId="282"/>
            <ac:spMk id="12" creationId="{8C55DD89-3D60-4129-7B59-BD5143FFB7BB}"/>
          </ac:spMkLst>
        </pc:spChg>
        <pc:spChg chg="add mod">
          <ac:chgData name="Li Zinan" userId="3d1c6e8c-02f5-4b31-8230-b96b0d409295" providerId="ADAL" clId="{4089DD39-17C0-419E-8C3B-4F6022237126}" dt="2023-10-31T17:40:51.048" v="1219" actId="164"/>
          <ac:spMkLst>
            <pc:docMk/>
            <pc:sldMk cId="4115857771" sldId="282"/>
            <ac:spMk id="14" creationId="{148CEA0A-8AAA-9480-69B0-166CC0064F84}"/>
          </ac:spMkLst>
        </pc:spChg>
        <pc:grpChg chg="add del mod">
          <ac:chgData name="Li Zinan" userId="3d1c6e8c-02f5-4b31-8230-b96b0d409295" providerId="ADAL" clId="{4089DD39-17C0-419E-8C3B-4F6022237126}" dt="2023-10-31T17:40:17.154" v="1213" actId="165"/>
          <ac:grpSpMkLst>
            <pc:docMk/>
            <pc:sldMk cId="4115857771" sldId="282"/>
            <ac:grpSpMk id="13" creationId="{061C5217-C77A-65B5-380E-F3311248C3EA}"/>
          </ac:grpSpMkLst>
        </pc:grpChg>
        <pc:grpChg chg="add mod">
          <ac:chgData name="Li Zinan" userId="3d1c6e8c-02f5-4b31-8230-b96b0d409295" providerId="ADAL" clId="{4089DD39-17C0-419E-8C3B-4F6022237126}" dt="2023-10-31T17:40:51.048" v="1219" actId="164"/>
          <ac:grpSpMkLst>
            <pc:docMk/>
            <pc:sldMk cId="4115857771" sldId="282"/>
            <ac:grpSpMk id="15" creationId="{B09992BE-1C9A-CEF1-A11A-8EA1F8D4684A}"/>
          </ac:grpSpMkLst>
        </pc:grpChg>
        <pc:graphicFrameChg chg="add mod modGraphic">
          <ac:chgData name="Li Zinan" userId="3d1c6e8c-02f5-4b31-8230-b96b0d409295" providerId="ADAL" clId="{4089DD39-17C0-419E-8C3B-4F6022237126}" dt="2023-10-31T17:06:53.889" v="940" actId="1076"/>
          <ac:graphicFrameMkLst>
            <pc:docMk/>
            <pc:sldMk cId="4115857771" sldId="282"/>
            <ac:graphicFrameMk id="2" creationId="{59D7668D-D9BA-D414-538B-DEB93347F7E3}"/>
          </ac:graphicFrameMkLst>
        </pc:graphicFrameChg>
        <pc:graphicFrameChg chg="del">
          <ac:chgData name="Li Zinan" userId="3d1c6e8c-02f5-4b31-8230-b96b0d409295" providerId="ADAL" clId="{4089DD39-17C0-419E-8C3B-4F6022237126}" dt="2023-10-31T16:51:09.354" v="720" actId="478"/>
          <ac:graphicFrameMkLst>
            <pc:docMk/>
            <pc:sldMk cId="4115857771" sldId="282"/>
            <ac:graphicFrameMk id="5" creationId="{D9FA9A6F-6FA9-1748-0E52-3EBBA6943A0C}"/>
          </ac:graphicFrameMkLst>
        </pc:graphicFrameChg>
      </pc:sldChg>
      <pc:sldChg chg="addSp delSp modSp mod">
        <pc:chgData name="Li Zinan" userId="3d1c6e8c-02f5-4b31-8230-b96b0d409295" providerId="ADAL" clId="{4089DD39-17C0-419E-8C3B-4F6022237126}" dt="2023-11-01T09:31:43.355" v="1650" actId="207"/>
        <pc:sldMkLst>
          <pc:docMk/>
          <pc:sldMk cId="2318160358" sldId="288"/>
        </pc:sldMkLst>
        <pc:spChg chg="add del mod">
          <ac:chgData name="Li Zinan" userId="3d1c6e8c-02f5-4b31-8230-b96b0d409295" providerId="ADAL" clId="{4089DD39-17C0-419E-8C3B-4F6022237126}" dt="2023-11-01T09:31:37.465" v="1648" actId="478"/>
          <ac:spMkLst>
            <pc:docMk/>
            <pc:sldMk cId="2318160358" sldId="288"/>
            <ac:spMk id="2" creationId="{60F1DDCB-A926-1BFA-F536-53B65C6CABB3}"/>
          </ac:spMkLst>
        </pc:spChg>
        <pc:spChg chg="add mod">
          <ac:chgData name="Li Zinan" userId="3d1c6e8c-02f5-4b31-8230-b96b0d409295" providerId="ADAL" clId="{4089DD39-17C0-419E-8C3B-4F6022237126}" dt="2023-11-01T09:31:43.355" v="1650" actId="207"/>
          <ac:spMkLst>
            <pc:docMk/>
            <pc:sldMk cId="2318160358" sldId="288"/>
            <ac:spMk id="7" creationId="{7933E4D1-657E-C40B-6A8C-F21B0F7639BA}"/>
          </ac:spMkLst>
        </pc:spChg>
      </pc:sldChg>
      <pc:sldChg chg="modSp mod">
        <pc:chgData name="Li Zinan" userId="3d1c6e8c-02f5-4b31-8230-b96b0d409295" providerId="ADAL" clId="{4089DD39-17C0-419E-8C3B-4F6022237126}" dt="2023-11-01T12:41:13.525" v="3190" actId="14100"/>
        <pc:sldMkLst>
          <pc:docMk/>
          <pc:sldMk cId="2596806335" sldId="289"/>
        </pc:sldMkLst>
        <pc:spChg chg="mod">
          <ac:chgData name="Li Zinan" userId="3d1c6e8c-02f5-4b31-8230-b96b0d409295" providerId="ADAL" clId="{4089DD39-17C0-419E-8C3B-4F6022237126}" dt="2023-11-01T12:41:13.525" v="3190" actId="14100"/>
          <ac:spMkLst>
            <pc:docMk/>
            <pc:sldMk cId="2596806335" sldId="289"/>
            <ac:spMk id="3" creationId="{28A25437-F98E-7401-504C-4DC971610078}"/>
          </ac:spMkLst>
        </pc:spChg>
        <pc:spChg chg="mod">
          <ac:chgData name="Li Zinan" userId="3d1c6e8c-02f5-4b31-8230-b96b0d409295" providerId="ADAL" clId="{4089DD39-17C0-419E-8C3B-4F6022237126}" dt="2023-10-31T17:37:20.109" v="1188" actId="20577"/>
          <ac:spMkLst>
            <pc:docMk/>
            <pc:sldMk cId="2596806335" sldId="289"/>
            <ac:spMk id="4" creationId="{86A1EC70-42DE-AC5E-6CFC-8A71E1F8D561}"/>
          </ac:spMkLst>
        </pc:spChg>
      </pc:sldChg>
      <pc:sldChg chg="modSp new del mod">
        <pc:chgData name="Li Zinan" userId="3d1c6e8c-02f5-4b31-8230-b96b0d409295" providerId="ADAL" clId="{4089DD39-17C0-419E-8C3B-4F6022237126}" dt="2023-11-01T11:50:18.364" v="2863" actId="2696"/>
        <pc:sldMkLst>
          <pc:docMk/>
          <pc:sldMk cId="879982576" sldId="290"/>
        </pc:sldMkLst>
        <pc:spChg chg="mod">
          <ac:chgData name="Li Zinan" userId="3d1c6e8c-02f5-4b31-8230-b96b0d409295" providerId="ADAL" clId="{4089DD39-17C0-419E-8C3B-4F6022237126}" dt="2023-11-01T09:35:12.138" v="1791" actId="20577"/>
          <ac:spMkLst>
            <pc:docMk/>
            <pc:sldMk cId="879982576" sldId="290"/>
            <ac:spMk id="2" creationId="{CF809DC5-8A65-CDF4-E46A-05DE3CFFC62B}"/>
          </ac:spMkLst>
        </pc:spChg>
        <pc:spChg chg="mod">
          <ac:chgData name="Li Zinan" userId="3d1c6e8c-02f5-4b31-8230-b96b0d409295" providerId="ADAL" clId="{4089DD39-17C0-419E-8C3B-4F6022237126}" dt="2023-11-01T09:34:29.831" v="1750" actId="20577"/>
          <ac:spMkLst>
            <pc:docMk/>
            <pc:sldMk cId="879982576" sldId="290"/>
            <ac:spMk id="3" creationId="{D2F49478-C9FC-EDCC-4EC3-2D58B5659C03}"/>
          </ac:spMkLst>
        </pc:spChg>
      </pc:sldChg>
      <pc:sldChg chg="addSp delSp modSp new mod">
        <pc:chgData name="Li Zinan" userId="3d1c6e8c-02f5-4b31-8230-b96b0d409295" providerId="ADAL" clId="{4089DD39-17C0-419E-8C3B-4F6022237126}" dt="2023-11-01T12:31:17.412" v="3090" actId="1076"/>
        <pc:sldMkLst>
          <pc:docMk/>
          <pc:sldMk cId="12510830" sldId="1038"/>
        </pc:sldMkLst>
        <pc:spChg chg="mod">
          <ac:chgData name="Li Zinan" userId="3d1c6e8c-02f5-4b31-8230-b96b0d409295" providerId="ADAL" clId="{4089DD39-17C0-419E-8C3B-4F6022237126}" dt="2023-11-01T09:32:45.565" v="1684" actId="20577"/>
          <ac:spMkLst>
            <pc:docMk/>
            <pc:sldMk cId="12510830" sldId="1038"/>
            <ac:spMk id="2" creationId="{D4524801-A7D2-B53E-4554-0BC992C0F310}"/>
          </ac:spMkLst>
        </pc:spChg>
        <pc:picChg chg="add mod">
          <ac:chgData name="Li Zinan" userId="3d1c6e8c-02f5-4b31-8230-b96b0d409295" providerId="ADAL" clId="{4089DD39-17C0-419E-8C3B-4F6022237126}" dt="2023-11-01T12:10:29.848" v="3017" actId="1076"/>
          <ac:picMkLst>
            <pc:docMk/>
            <pc:sldMk cId="12510830" sldId="1038"/>
            <ac:picMk id="4" creationId="{EFA352F6-23CC-FE7E-4DAD-2D7762F59FF7}"/>
          </ac:picMkLst>
        </pc:picChg>
        <pc:picChg chg="add del">
          <ac:chgData name="Li Zinan" userId="3d1c6e8c-02f5-4b31-8230-b96b0d409295" providerId="ADAL" clId="{4089DD39-17C0-419E-8C3B-4F6022237126}" dt="2023-11-01T09:49:25.946" v="1972"/>
          <ac:picMkLst>
            <pc:docMk/>
            <pc:sldMk cId="12510830" sldId="1038"/>
            <ac:picMk id="5" creationId="{DB4AD15C-909E-E367-2AB7-6048A090B548}"/>
          </ac:picMkLst>
        </pc:picChg>
        <pc:picChg chg="add mod">
          <ac:chgData name="Li Zinan" userId="3d1c6e8c-02f5-4b31-8230-b96b0d409295" providerId="ADAL" clId="{4089DD39-17C0-419E-8C3B-4F6022237126}" dt="2023-11-01T09:49:58.346" v="1983" actId="1036"/>
          <ac:picMkLst>
            <pc:docMk/>
            <pc:sldMk cId="12510830" sldId="1038"/>
            <ac:picMk id="7" creationId="{5BA9BE66-170D-C644-65C0-C41E42992480}"/>
          </ac:picMkLst>
        </pc:picChg>
        <pc:picChg chg="add del">
          <ac:chgData name="Li Zinan" userId="3d1c6e8c-02f5-4b31-8230-b96b0d409295" providerId="ADAL" clId="{4089DD39-17C0-419E-8C3B-4F6022237126}" dt="2023-11-01T09:56:08.132" v="1985"/>
          <ac:picMkLst>
            <pc:docMk/>
            <pc:sldMk cId="12510830" sldId="1038"/>
            <ac:picMk id="8" creationId="{C5E639CC-D2B7-53FC-06D8-2F767265AD38}"/>
          </ac:picMkLst>
        </pc:picChg>
        <pc:picChg chg="add mod">
          <ac:chgData name="Li Zinan" userId="3d1c6e8c-02f5-4b31-8230-b96b0d409295" providerId="ADAL" clId="{4089DD39-17C0-419E-8C3B-4F6022237126}" dt="2023-11-01T09:56:26.138" v="1991" actId="1076"/>
          <ac:picMkLst>
            <pc:docMk/>
            <pc:sldMk cId="12510830" sldId="1038"/>
            <ac:picMk id="10" creationId="{85394E00-444A-AFD1-04AD-525C9B784549}"/>
          </ac:picMkLst>
        </pc:picChg>
        <pc:picChg chg="add del">
          <ac:chgData name="Li Zinan" userId="3d1c6e8c-02f5-4b31-8230-b96b0d409295" providerId="ADAL" clId="{4089DD39-17C0-419E-8C3B-4F6022237126}" dt="2023-11-01T12:10:10.838" v="3011"/>
          <ac:picMkLst>
            <pc:docMk/>
            <pc:sldMk cId="12510830" sldId="1038"/>
            <ac:picMk id="11" creationId="{9ECBFA89-0B4B-F1BB-1C1A-867428674394}"/>
          </ac:picMkLst>
        </pc:picChg>
        <pc:picChg chg="add mod">
          <ac:chgData name="Li Zinan" userId="3d1c6e8c-02f5-4b31-8230-b96b0d409295" providerId="ADAL" clId="{4089DD39-17C0-419E-8C3B-4F6022237126}" dt="2023-11-01T12:10:24.270" v="3016" actId="1076"/>
          <ac:picMkLst>
            <pc:docMk/>
            <pc:sldMk cId="12510830" sldId="1038"/>
            <ac:picMk id="13" creationId="{49E51E55-3F2A-B5B5-B395-B6E2A54DDC87}"/>
          </ac:picMkLst>
        </pc:picChg>
        <pc:picChg chg="add mod">
          <ac:chgData name="Li Zinan" userId="3d1c6e8c-02f5-4b31-8230-b96b0d409295" providerId="ADAL" clId="{4089DD39-17C0-419E-8C3B-4F6022237126}" dt="2023-11-01T12:31:17.412" v="3090" actId="1076"/>
          <ac:picMkLst>
            <pc:docMk/>
            <pc:sldMk cId="12510830" sldId="1038"/>
            <ac:picMk id="15" creationId="{AADB0923-13B4-CA7E-7AC1-5542F6A9D279}"/>
          </ac:picMkLst>
        </pc:picChg>
      </pc:sldChg>
      <pc:sldMasterChg chg="modSp mod">
        <pc:chgData name="Li Zinan" userId="3d1c6e8c-02f5-4b31-8230-b96b0d409295" providerId="ADAL" clId="{4089DD39-17C0-419E-8C3B-4F6022237126}" dt="2023-11-01T10:21:42.664" v="2154" actId="14100"/>
        <pc:sldMasterMkLst>
          <pc:docMk/>
          <pc:sldMasterMk cId="3038685260" sldId="2147483811"/>
        </pc:sldMasterMkLst>
        <pc:spChg chg="mod">
          <ac:chgData name="Li Zinan" userId="3d1c6e8c-02f5-4b31-8230-b96b0d409295" providerId="ADAL" clId="{4089DD39-17C0-419E-8C3B-4F6022237126}" dt="2023-11-01T10:21:22.780" v="2141"/>
          <ac:spMkLst>
            <pc:docMk/>
            <pc:sldMasterMk cId="3038685260" sldId="2147483811"/>
            <ac:spMk id="15" creationId="{00000000-0000-0000-0000-000000000000}"/>
          </ac:spMkLst>
        </pc:spChg>
        <pc:spChg chg="mod">
          <ac:chgData name="Li Zinan" userId="3d1c6e8c-02f5-4b31-8230-b96b0d409295" providerId="ADAL" clId="{4089DD39-17C0-419E-8C3B-4F6022237126}" dt="2023-11-01T10:21:42.664" v="2154" actId="14100"/>
          <ac:spMkLst>
            <pc:docMk/>
            <pc:sldMasterMk cId="3038685260" sldId="2147483811"/>
            <ac:spMk id="18" creationId="{00000000-0000-0000-0000-000000000000}"/>
          </ac:spMkLst>
        </pc:spChg>
      </pc:sldMasterChg>
    </pc:docChg>
  </pc:docChgLst>
  <pc:docChgLst>
    <pc:chgData name="Prasad Sayoojya" userId="S::sayoojya.prasad@aalto.fi::07e77774-94b4-4cf6-b0f8-bde085138f71" providerId="AD" clId="Web-{DF92ED58-85E4-41F5-B8B0-F503ACF93AAA}"/>
    <pc:docChg chg="modSld">
      <pc:chgData name="Prasad Sayoojya" userId="S::sayoojya.prasad@aalto.fi::07e77774-94b4-4cf6-b0f8-bde085138f71" providerId="AD" clId="Web-{DF92ED58-85E4-41F5-B8B0-F503ACF93AAA}" dt="2024-01-12T20:17:48.235" v="1" actId="1076"/>
      <pc:docMkLst>
        <pc:docMk/>
      </pc:docMkLst>
      <pc:sldChg chg="modSp">
        <pc:chgData name="Prasad Sayoojya" userId="S::sayoojya.prasad@aalto.fi::07e77774-94b4-4cf6-b0f8-bde085138f71" providerId="AD" clId="Web-{DF92ED58-85E4-41F5-B8B0-F503ACF93AAA}" dt="2024-01-12T20:17:48.235" v="1" actId="1076"/>
        <pc:sldMkLst>
          <pc:docMk/>
          <pc:sldMk cId="1150987903" sldId="272"/>
        </pc:sldMkLst>
        <pc:graphicFrameChg chg="mod">
          <ac:chgData name="Prasad Sayoojya" userId="S::sayoojya.prasad@aalto.fi::07e77774-94b4-4cf6-b0f8-bde085138f71" providerId="AD" clId="Web-{DF92ED58-85E4-41F5-B8B0-F503ACF93AAA}" dt="2024-01-12T20:17:48.235" v="1" actId="1076"/>
          <ac:graphicFrameMkLst>
            <pc:docMk/>
            <pc:sldMk cId="1150987903" sldId="272"/>
            <ac:graphicFrameMk id="5" creationId="{D9FA9A6F-6FA9-1748-0E52-3EBBA6943A0C}"/>
          </ac:graphicFrameMkLst>
        </pc:graphicFrameChg>
      </pc:sldChg>
    </pc:docChg>
  </pc:docChgLst>
  <pc:docChgLst>
    <pc:chgData name="Prasad Sayoojya" userId="S::sayoojya.prasad@aalto.fi::07e77774-94b4-4cf6-b0f8-bde085138f71" providerId="AD" clId="Web-{DF3BA91B-C943-A1DE-E7AA-BE13C47EED81}"/>
    <pc:docChg chg="modSld">
      <pc:chgData name="Prasad Sayoojya" userId="S::sayoojya.prasad@aalto.fi::07e77774-94b4-4cf6-b0f8-bde085138f71" providerId="AD" clId="Web-{DF3BA91B-C943-A1DE-E7AA-BE13C47EED81}" dt="2023-06-14T12:55:14.667" v="1" actId="20577"/>
      <pc:docMkLst>
        <pc:docMk/>
      </pc:docMkLst>
      <pc:sldChg chg="modSp">
        <pc:chgData name="Prasad Sayoojya" userId="S::sayoojya.prasad@aalto.fi::07e77774-94b4-4cf6-b0f8-bde085138f71" providerId="AD" clId="Web-{DF3BA91B-C943-A1DE-E7AA-BE13C47EED81}" dt="2023-06-14T12:55:14.667" v="1" actId="20577"/>
        <pc:sldMkLst>
          <pc:docMk/>
          <pc:sldMk cId="4115857771" sldId="282"/>
        </pc:sldMkLst>
        <pc:spChg chg="mod">
          <ac:chgData name="Prasad Sayoojya" userId="S::sayoojya.prasad@aalto.fi::07e77774-94b4-4cf6-b0f8-bde085138f71" providerId="AD" clId="Web-{DF3BA91B-C943-A1DE-E7AA-BE13C47EED81}" dt="2023-06-14T12:55:14.667" v="1" actId="20577"/>
          <ac:spMkLst>
            <pc:docMk/>
            <pc:sldMk cId="4115857771" sldId="282"/>
            <ac:spMk id="3" creationId="{B2A8D863-4EC1-17C8-6909-744F295E6E0B}"/>
          </ac:spMkLst>
        </pc:spChg>
      </pc:sldChg>
    </pc:docChg>
  </pc:docChgLst>
  <pc:docChgLst>
    <pc:chgData name="Prasad Sayoojya" userId="07e77774-94b4-4cf6-b0f8-bde085138f71" providerId="ADAL" clId="{52607BE2-840B-4ED3-87CC-68990740B836}"/>
    <pc:docChg chg="modSld">
      <pc:chgData name="Prasad Sayoojya" userId="07e77774-94b4-4cf6-b0f8-bde085138f71" providerId="ADAL" clId="{52607BE2-840B-4ED3-87CC-68990740B836}" dt="2023-08-30T14:16:45.033" v="7" actId="732"/>
      <pc:docMkLst>
        <pc:docMk/>
      </pc:docMkLst>
      <pc:sldChg chg="addSp delSp modSp">
        <pc:chgData name="Prasad Sayoojya" userId="07e77774-94b4-4cf6-b0f8-bde085138f71" providerId="ADAL" clId="{52607BE2-840B-4ED3-87CC-68990740B836}" dt="2023-08-30T14:16:45.033" v="7" actId="732"/>
        <pc:sldMkLst>
          <pc:docMk/>
          <pc:sldMk cId="2318160358" sldId="288"/>
        </pc:sldMkLst>
        <pc:picChg chg="add del mod">
          <ac:chgData name="Prasad Sayoojya" userId="07e77774-94b4-4cf6-b0f8-bde085138f71" providerId="ADAL" clId="{52607BE2-840B-4ED3-87CC-68990740B836}" dt="2023-08-30T14:16:27.725" v="4" actId="478"/>
          <ac:picMkLst>
            <pc:docMk/>
            <pc:sldMk cId="2318160358" sldId="288"/>
            <ac:picMk id="2" creationId="{2DB2F7B3-316F-43C5-143A-75BFC4AF7B1C}"/>
          </ac:picMkLst>
        </pc:picChg>
        <pc:picChg chg="add mod">
          <ac:chgData name="Prasad Sayoojya" userId="07e77774-94b4-4cf6-b0f8-bde085138f71" providerId="ADAL" clId="{52607BE2-840B-4ED3-87CC-68990740B836}" dt="2023-08-30T14:16:45.033" v="7" actId="732"/>
          <ac:picMkLst>
            <pc:docMk/>
            <pc:sldMk cId="2318160358" sldId="288"/>
            <ac:picMk id="3" creationId="{C8FFD3E1-2F6D-065E-7163-AD0624886F3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989147A-E99F-426E-8428-4F7A2B762C1A}" type="datetimeFigureOut">
              <a:rPr lang="de-DE" sz="1000">
                <a:latin typeface="Arial" pitchFamily="34" charset="0"/>
                <a:cs typeface="Arial" pitchFamily="34" charset="0"/>
              </a:rPr>
              <a:pPr>
                <a:defRPr/>
              </a:pPr>
              <a:t>12.01.2024</a:t>
            </a:fld>
            <a:endParaRPr lang="de-DE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FEB8BDD-D483-4F2A-8149-5CAA22251911}" type="slidenum">
              <a:rPr lang="de-DE" sz="1000">
                <a:latin typeface="Arial" pitchFamily="34" charset="0"/>
                <a:cs typeface="Arial" pitchFamily="34" charset="0"/>
              </a:rPr>
              <a:pPr>
                <a:defRPr/>
              </a:pPr>
              <a:t>‹#›</a:t>
            </a:fld>
            <a:endParaRPr lang="de-DE" sz="10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6278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latin typeface="+mn-lt"/>
              </a:defRPr>
            </a:lvl1pPr>
          </a:lstStyle>
          <a:p>
            <a:pPr>
              <a:defRPr/>
            </a:pPr>
            <a:fld id="{E619EF57-6584-4C28-9DE9-68C51C925951}" type="datetimeFigureOut">
              <a:rPr lang="de-DE" smtClean="0"/>
              <a:pPr>
                <a:defRPr/>
              </a:pPr>
              <a:t>12.01.2024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DB79B9A-35EE-4156-AEAA-A71D25E1C590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41052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Zinan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2582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wmf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3265737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 baseline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3915691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Author list</a:t>
            </a:r>
          </a:p>
        </p:txBody>
      </p:sp>
      <p:pic>
        <p:nvPicPr>
          <p:cNvPr id="8" name="Picture 3" descr="An aerial view of the Aalto University campus at sunset/ Photo by Mika Huisman">
            <a:extLst>
              <a:ext uri="{FF2B5EF4-FFF2-40B4-BE49-F238E27FC236}">
                <a16:creationId xmlns:a16="http://schemas.microsoft.com/office/drawing/2014/main" id="{285388FA-C0D1-46D0-9F89-F45FA70FF5C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62" b="16262"/>
          <a:stretch/>
        </p:blipFill>
        <p:spPr bwMode="auto">
          <a:xfrm>
            <a:off x="0" y="1"/>
            <a:ext cx="12192000" cy="299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564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An aerial view of the Aalto University campus at sunset/ Photo by Mika Huisman">
            <a:extLst>
              <a:ext uri="{FF2B5EF4-FFF2-40B4-BE49-F238E27FC236}">
                <a16:creationId xmlns:a16="http://schemas.microsoft.com/office/drawing/2014/main" id="{285388FA-C0D1-46D0-9F89-F45FA70FF5C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62" b="16262"/>
          <a:stretch/>
        </p:blipFill>
        <p:spPr bwMode="auto">
          <a:xfrm>
            <a:off x="0" y="1"/>
            <a:ext cx="12192000" cy="299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3265737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 baseline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3915691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Author list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4" t="30656" r="13977" b="30721"/>
          <a:stretch/>
        </p:blipFill>
        <p:spPr>
          <a:xfrm>
            <a:off x="9436953" y="6153414"/>
            <a:ext cx="2371047" cy="58150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4"/>
          <a:srcRect l="222" r="-29"/>
          <a:stretch/>
        </p:blipFill>
        <p:spPr>
          <a:xfrm>
            <a:off x="0" y="-3467"/>
            <a:ext cx="12193200" cy="307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1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1145309"/>
            <a:ext cx="11425767" cy="3733541"/>
          </a:xfrm>
          <a:prstGeom prst="rect">
            <a:avLst/>
          </a:prstGeom>
        </p:spPr>
        <p:txBody>
          <a:bodyPr lIns="0" tIns="0" rIns="0" bIns="0"/>
          <a:lstStyle>
            <a:lvl1pPr marL="215900" indent="-432000">
              <a:lnSpc>
                <a:spcPct val="135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q"/>
              <a:defRPr baseline="0"/>
            </a:lvl1pPr>
            <a:lvl2pPr marL="792000" indent="-360000">
              <a:lnSpc>
                <a:spcPct val="135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lvl2pPr>
            <a:lvl3pPr marL="1080000" indent="-288000">
              <a:lnSpc>
                <a:spcPct val="135000"/>
              </a:lnSpc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 marL="1368000" indent="-288000">
              <a:lnSpc>
                <a:spcPct val="135000"/>
              </a:lnSpc>
              <a:buClr>
                <a:srgbClr val="C00000"/>
              </a:buClr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noProof="0"/>
              <a:t>List</a:t>
            </a:r>
          </a:p>
          <a:p>
            <a:pPr lvl="1"/>
            <a:r>
              <a:rPr lang="en-US" noProof="0"/>
              <a:t>Second level </a:t>
            </a:r>
          </a:p>
          <a:p>
            <a:pPr lvl="2"/>
            <a:r>
              <a:rPr lang="en-US" noProof="0"/>
              <a:t>Third level </a:t>
            </a:r>
          </a:p>
          <a:p>
            <a:pPr lvl="3"/>
            <a:r>
              <a:rPr lang="en-US" noProof="0"/>
              <a:t>Forth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/>
              <a:t>Slide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9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/>
              <a:t>Slide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1" y="1152000"/>
            <a:ext cx="11425767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1684800"/>
            <a:ext cx="11425767" cy="3194050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buClr>
                <a:srgbClr val="C00000"/>
              </a:buClr>
              <a:buFont typeface="Arial" panose="020B0604020202020204" pitchFamily="34" charset="0"/>
              <a:buChar char="•"/>
              <a:defRPr baseline="0"/>
            </a:lvl1pPr>
            <a:lvl2pPr marL="431800" indent="-2159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647700" indent="-2159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3pPr>
            <a:lvl4pPr marL="863600" indent="-2159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noProof="0"/>
              <a:t>List</a:t>
            </a:r>
          </a:p>
          <a:p>
            <a:pPr lvl="1"/>
            <a:r>
              <a:rPr lang="en-US" noProof="0"/>
              <a:t>Second level </a:t>
            </a:r>
          </a:p>
          <a:p>
            <a:pPr lvl="2"/>
            <a:r>
              <a:rPr lang="en-US" noProof="0"/>
              <a:t>Third level </a:t>
            </a:r>
          </a:p>
          <a:p>
            <a:pPr lvl="3"/>
            <a:r>
              <a:rPr lang="en-US" noProof="0"/>
              <a:t>Forth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/>
              <a:t>Slide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28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1" y="1152000"/>
            <a:ext cx="11425767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 baseline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 hasCustomPrompt="1"/>
          </p:nvPr>
        </p:nvSpPr>
        <p:spPr>
          <a:xfrm>
            <a:off x="383118" y="1684800"/>
            <a:ext cx="11425767" cy="3632200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C00000"/>
              </a:buClr>
              <a:defRPr/>
            </a:lvl1pPr>
          </a:lstStyle>
          <a:p>
            <a:pPr lvl="0"/>
            <a:r>
              <a:rPr lang="en-US" noProof="0"/>
              <a:t>Add diagram by clicking on the symbol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/>
              <a:t>Slide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9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201600"/>
            <a:ext cx="913384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rgbClr val="C00000"/>
                </a:solidFill>
              </a:defRPr>
            </a:lvl1pPr>
          </a:lstStyle>
          <a:p>
            <a:r>
              <a:rPr lang="de-DE"/>
              <a:t>Slide title</a:t>
            </a:r>
            <a:endParaRPr lang="en-US"/>
          </a:p>
        </p:txBody>
      </p:sp>
      <p:pic>
        <p:nvPicPr>
          <p:cNvPr id="6" name="Picture 2" descr="P:\Orgakram\rwth_iehk_en_rgb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184115"/>
            <a:ext cx="3169232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2247100"/>
            <a:ext cx="1726229" cy="9257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4" t="30656" r="13977" b="30721"/>
          <a:stretch/>
        </p:blipFill>
        <p:spPr>
          <a:xfrm>
            <a:off x="205740" y="3422302"/>
            <a:ext cx="2371047" cy="5815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" y="4312219"/>
            <a:ext cx="1103176" cy="570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1FCDCF-DD0C-4E28-91B5-6A8074C3ECB1}"/>
              </a:ext>
            </a:extLst>
          </p:cNvPr>
          <p:cNvPicPr/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6" t="30686" r="11868" b="31017"/>
          <a:stretch/>
        </p:blipFill>
        <p:spPr bwMode="auto">
          <a:xfrm>
            <a:off x="6821940" y="3362425"/>
            <a:ext cx="3200400" cy="606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12313F-E56E-4AEB-8C41-345FCE24D81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536114" y="3403636"/>
            <a:ext cx="2755631" cy="5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7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 userDrawn="1"/>
        </p:nvSpPr>
        <p:spPr>
          <a:xfrm>
            <a:off x="383118" y="2169979"/>
            <a:ext cx="11425767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noProof="0">
                <a:solidFill>
                  <a:srgbClr val="C00000"/>
                </a:solidFill>
              </a:rPr>
              <a:t>Thank you!</a:t>
            </a:r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1" y="3608522"/>
            <a:ext cx="11425767" cy="20362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noProof="0"/>
              <a:t>Add text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4" t="30656" r="13977" b="30721"/>
          <a:stretch/>
        </p:blipFill>
        <p:spPr>
          <a:xfrm>
            <a:off x="9437838" y="196028"/>
            <a:ext cx="2371047" cy="58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3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/>
          <p:cNvCxnSpPr/>
          <p:nvPr/>
        </p:nvCxnSpPr>
        <p:spPr>
          <a:xfrm>
            <a:off x="268289" y="814388"/>
            <a:ext cx="11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 userDrawn="1"/>
        </p:nvCxnSpPr>
        <p:spPr>
          <a:xfrm>
            <a:off x="268289" y="6534564"/>
            <a:ext cx="11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1"/>
          <p:cNvSpPr>
            <a:spLocks noChangeArrowheads="1"/>
          </p:cNvSpPr>
          <p:nvPr userDrawn="1"/>
        </p:nvSpPr>
        <p:spPr bwMode="auto">
          <a:xfrm>
            <a:off x="268289" y="6617285"/>
            <a:ext cx="842433" cy="2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견고딕"/>
                <a:cs typeface="HY견고딕"/>
              </a:defRPr>
            </a:lvl9pPr>
          </a:lstStyle>
          <a:p>
            <a:pPr eaLnBrk="1" latinLnBrk="1" hangingPunct="1">
              <a:defRPr/>
            </a:pPr>
            <a:fld id="{3DDF5E21-2980-4365-AB15-B4F6486D8378}" type="slidenum">
              <a:rPr kumimoji="1" lang="ko-KR" altLang="en-US" sz="1200" smtClean="0">
                <a:solidFill>
                  <a:schemeClr val="tx1"/>
                </a:solidFill>
                <a:ea typeface="휴먼옛체"/>
                <a:cs typeface="휴먼옛체"/>
              </a:rPr>
              <a:pPr eaLnBrk="1" latinLnBrk="1" hangingPunct="1">
                <a:defRPr/>
              </a:pPr>
              <a:t>‹#›</a:t>
            </a:fld>
            <a:endParaRPr kumimoji="1" lang="en-US" altLang="ko-KR" sz="1200">
              <a:solidFill>
                <a:schemeClr val="tx1"/>
              </a:solidFill>
              <a:latin typeface="+mn-lt"/>
              <a:ea typeface="휴먼옛체"/>
              <a:cs typeface="휴먼옛체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4" t="30656" r="13977" b="30721"/>
          <a:stretch/>
        </p:blipFill>
        <p:spPr>
          <a:xfrm>
            <a:off x="9437838" y="196028"/>
            <a:ext cx="2371047" cy="581507"/>
          </a:xfrm>
          <a:prstGeom prst="rect">
            <a:avLst/>
          </a:prstGeom>
        </p:spPr>
      </p:pic>
      <p:sp>
        <p:nvSpPr>
          <p:cNvPr id="15" name="Subtitle 2"/>
          <p:cNvSpPr txBox="1">
            <a:spLocks/>
          </p:cNvSpPr>
          <p:nvPr userDrawn="1"/>
        </p:nvSpPr>
        <p:spPr>
          <a:xfrm>
            <a:off x="384000" y="6563944"/>
            <a:ext cx="11424000" cy="288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2159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1000"/>
              <a:t>Parameters identification method for ductile fracture with machine learning model</a:t>
            </a:r>
          </a:p>
        </p:txBody>
      </p:sp>
      <p:sp>
        <p:nvSpPr>
          <p:cNvPr id="18" name="Subtitle 2"/>
          <p:cNvSpPr txBox="1">
            <a:spLocks/>
          </p:cNvSpPr>
          <p:nvPr userDrawn="1"/>
        </p:nvSpPr>
        <p:spPr>
          <a:xfrm>
            <a:off x="9976918" y="6563944"/>
            <a:ext cx="1946793" cy="288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2159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r>
              <a:rPr lang="en-US" sz="1200"/>
              <a:t>Sayoojya Prasad &amp; Zinan Li</a:t>
            </a:r>
          </a:p>
        </p:txBody>
      </p:sp>
    </p:spTree>
    <p:extLst>
      <p:ext uri="{BB962C8B-B14F-4D97-AF65-F5344CB8AC3E}">
        <p14:creationId xmlns:p14="http://schemas.microsoft.com/office/powerpoint/2010/main" val="3038685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12" r:id="rId2"/>
    <p:sldLayoutId id="2147483831" r:id="rId3"/>
    <p:sldLayoutId id="2147483825" r:id="rId4"/>
    <p:sldLayoutId id="2147483819" r:id="rId5"/>
    <p:sldLayoutId id="2147483823" r:id="rId6"/>
    <p:sldLayoutId id="2147483830" r:id="rId7"/>
    <p:sldLayoutId id="2147483824" r:id="rId8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fontAlgn="base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fontAlgn="base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fontAlgn="base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fontAlgn="base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fontAlgn="base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cloud/learn/recurrent-neural-networks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EFFC-456C-41CA-8582-6E6865842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0" y="3147402"/>
            <a:ext cx="11546231" cy="1372969"/>
          </a:xfrm>
        </p:spPr>
        <p:txBody>
          <a:bodyPr/>
          <a:lstStyle/>
          <a:p>
            <a:r>
              <a:rPr lang="en-US"/>
              <a:t>Parameters identification method for ductile fracture with machine learning model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446D3-27BC-4FFA-87B7-6082B53C7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4638705"/>
            <a:ext cx="11424000" cy="1655762"/>
          </a:xfrm>
        </p:spPr>
        <p:txBody>
          <a:bodyPr/>
          <a:lstStyle/>
          <a:p>
            <a:endParaRPr lang="en-US"/>
          </a:p>
          <a:p>
            <a:r>
              <a:rPr lang="en-US"/>
              <a:t>Sayoojya Prasad and Zinan Li</a:t>
            </a:r>
          </a:p>
          <a:p>
            <a:r>
              <a:rPr lang="en-US"/>
              <a:t>Aalto University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1/11/2023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422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ECDF9-649C-0A47-1D01-8730A6C7EE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190278"/>
            <a:ext cx="11594219" cy="463202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Motivation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State of Arts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Case I: Anisotropic fracture (damage initiation indicator) prediction using LSTM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/>
              <a:t>General Workflow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/>
              <a:t>Data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/>
              <a:t>LSTM Architecture and Specifics in this Study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/>
              <a:t>Results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Case II: Damage parameters identification using ANN</a:t>
            </a:r>
          </a:p>
          <a:p>
            <a:pPr marL="431800" marR="0" lvl="1" indent="-215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>
                <a:tab pos="43180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General Workflow</a:t>
            </a:r>
          </a:p>
          <a:p>
            <a:pPr marL="431800" marR="0" lvl="1" indent="-215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>
                <a:tab pos="43180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</a:t>
            </a:r>
          </a:p>
          <a:p>
            <a:pPr marL="431800" marR="0" lvl="1" indent="-215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>
                <a:tab pos="43180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ANN Architecture and Specifics in this Study</a:t>
            </a:r>
          </a:p>
          <a:p>
            <a:pPr marL="431800" marR="0" lvl="1" indent="-215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>
                <a:tab pos="43180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Results</a:t>
            </a:r>
          </a:p>
          <a:p>
            <a:pPr marL="215900" marR="0" lvl="0" indent="-215900" algn="l" defTabSz="2159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v"/>
              <a:tabLst>
                <a:tab pos="2159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Outlooks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9E6954-F988-9F55-8B25-A0399682C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53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27C98-D328-F534-8E1A-243C28FC4E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250373"/>
            <a:ext cx="9025041" cy="30763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Wide application of metal forming in the automotive industry – </a:t>
            </a:r>
            <a:r>
              <a:rPr lang="en-US">
                <a:solidFill>
                  <a:srgbClr val="C00000"/>
                </a:solidFill>
              </a:rPr>
              <a:t>Fracture prediction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B050"/>
                </a:solidFill>
              </a:rPr>
              <a:t>Inverse problem</a:t>
            </a:r>
            <a:r>
              <a:rPr lang="en-US"/>
              <a:t>: damage parameters to be identified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00FF"/>
                </a:solidFill>
              </a:rPr>
              <a:t>Machine learning </a:t>
            </a:r>
            <a:r>
              <a:rPr lang="en-US"/>
              <a:t>works more efficiently than traditional calibration methods</a:t>
            </a:r>
          </a:p>
          <a:p>
            <a:pPr>
              <a:lnSpc>
                <a:spcPct val="150000"/>
              </a:lnSpc>
            </a:pPr>
            <a:r>
              <a:rPr lang="en-US"/>
              <a:t>Performance of long-short term memory (LSTM) &amp; artificial neural network (ANN) got validated in previous studies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Reference material: QP1000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/>
              <a:t>Aim: </a:t>
            </a:r>
            <a:r>
              <a:rPr lang="en-US"/>
              <a:t>Machine learning to identify damage parameters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C8F01C-F3BE-F19E-8D8A-DF6B5CD4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954484-1C28-1B5F-2F03-5866C517BEAC}"/>
              </a:ext>
            </a:extLst>
          </p:cNvPr>
          <p:cNvGrpSpPr/>
          <p:nvPr/>
        </p:nvGrpSpPr>
        <p:grpSpPr>
          <a:xfrm>
            <a:off x="9317712" y="1196626"/>
            <a:ext cx="1768239" cy="2596299"/>
            <a:chOff x="9462573" y="1342656"/>
            <a:chExt cx="1768239" cy="25962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7C0EFD3-8D37-1F07-B3D1-5B4AC9A7F9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06" b="6838"/>
            <a:stretch/>
          </p:blipFill>
          <p:spPr>
            <a:xfrm>
              <a:off x="9462573" y="1684801"/>
              <a:ext cx="1700189" cy="2254154"/>
            </a:xfrm>
            <a:prstGeom prst="rect">
              <a:avLst/>
            </a:prstGeom>
          </p:spPr>
        </p:pic>
        <p:sp>
          <p:nvSpPr>
            <p:cNvPr id="10" name="Text Box 3">
              <a:extLst>
                <a:ext uri="{FF2B5EF4-FFF2-40B4-BE49-F238E27FC236}">
                  <a16:creationId xmlns:a16="http://schemas.microsoft.com/office/drawing/2014/main" id="{958728F7-D3FE-E2A3-12E9-1A6E8A19B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82039" y="1342656"/>
              <a:ext cx="1748773" cy="342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80975" indent="-180975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marL="0" indent="0" algn="just">
                <a:lnSpc>
                  <a:spcPct val="110000"/>
                </a:lnSpc>
                <a:spcBef>
                  <a:spcPct val="40000"/>
                </a:spcBef>
                <a:buClr>
                  <a:srgbClr val="FF0000"/>
                </a:buClr>
                <a:buSzPct val="115000"/>
              </a:pPr>
              <a:r>
                <a:rPr lang="en-US" sz="1600">
                  <a:solidFill>
                    <a:srgbClr val="C00000"/>
                  </a:solidFill>
                </a:rPr>
                <a:t>Ductile fracture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6D14F5F-17B4-BEF3-2563-5AAEF08800CA}"/>
                </a:ext>
              </a:extLst>
            </p:cNvPr>
            <p:cNvSpPr/>
            <p:nvPr/>
          </p:nvSpPr>
          <p:spPr>
            <a:xfrm>
              <a:off x="9996855" y="3692734"/>
              <a:ext cx="116590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i-FI" sz="1000"/>
                <a:t>Li, Z., et al. </a:t>
              </a:r>
              <a:r>
                <a:rPr lang="en-US" sz="1000"/>
                <a:t>2023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5F5281-95AD-209D-4540-67B3E5F42F05}"/>
              </a:ext>
            </a:extLst>
          </p:cNvPr>
          <p:cNvGrpSpPr/>
          <p:nvPr/>
        </p:nvGrpSpPr>
        <p:grpSpPr>
          <a:xfrm>
            <a:off x="6496867" y="4053848"/>
            <a:ext cx="4833528" cy="2322428"/>
            <a:chOff x="6456120" y="4041549"/>
            <a:chExt cx="4833528" cy="2322428"/>
          </a:xfrm>
        </p:grpSpPr>
        <p:pic>
          <p:nvPicPr>
            <p:cNvPr id="12" name="Picture 2" descr="Visual diagram of an input layer, hidden layers, and an output layer of a feedforward neural network">
              <a:extLst>
                <a:ext uri="{FF2B5EF4-FFF2-40B4-BE49-F238E27FC236}">
                  <a16:creationId xmlns:a16="http://schemas.microsoft.com/office/drawing/2014/main" id="{4452B5FA-D7E6-9386-F1D3-D56705CBCB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2143" y="4041549"/>
              <a:ext cx="2951429" cy="2096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576B9F-5EF2-6C14-FEB0-DA6E8BB525A6}"/>
                </a:ext>
              </a:extLst>
            </p:cNvPr>
            <p:cNvSpPr txBox="1"/>
            <p:nvPr/>
          </p:nvSpPr>
          <p:spPr>
            <a:xfrm>
              <a:off x="8338219" y="6117756"/>
              <a:ext cx="29514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/>
                <a:t>https://www.ibm.com/cloud/learn/neural-networks</a:t>
              </a:r>
            </a:p>
          </p:txBody>
        </p:sp>
        <p:sp>
          <p:nvSpPr>
            <p:cNvPr id="14" name="Text Box 3">
              <a:extLst>
                <a:ext uri="{FF2B5EF4-FFF2-40B4-BE49-F238E27FC236}">
                  <a16:creationId xmlns:a16="http://schemas.microsoft.com/office/drawing/2014/main" id="{4DE970FD-9F3B-F24B-089A-767FD761E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6120" y="5043989"/>
              <a:ext cx="1882099" cy="342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80975" indent="-180975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marL="0" indent="0" algn="just">
                <a:lnSpc>
                  <a:spcPct val="110000"/>
                </a:lnSpc>
                <a:spcBef>
                  <a:spcPct val="40000"/>
                </a:spcBef>
                <a:buClr>
                  <a:srgbClr val="FF0000"/>
                </a:buClr>
                <a:buSzPct val="115000"/>
              </a:pPr>
              <a:r>
                <a:rPr lang="en-US" sz="1600">
                  <a:solidFill>
                    <a:srgbClr val="0000FF"/>
                  </a:solidFill>
                </a:rPr>
                <a:t>Machine learning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7AA3F3-BBE9-F7DF-E259-6E1E93D9BEA4}"/>
              </a:ext>
            </a:extLst>
          </p:cNvPr>
          <p:cNvGrpSpPr/>
          <p:nvPr/>
        </p:nvGrpSpPr>
        <p:grpSpPr>
          <a:xfrm>
            <a:off x="453244" y="4237991"/>
            <a:ext cx="5450107" cy="2138285"/>
            <a:chOff x="625257" y="4237991"/>
            <a:chExt cx="5450107" cy="2138285"/>
          </a:xfrm>
        </p:grpSpPr>
        <p:pic>
          <p:nvPicPr>
            <p:cNvPr id="17" name="Picture 16" descr="Principle of the FEMU method. | Download Scientific Diagram">
              <a:extLst>
                <a:ext uri="{FF2B5EF4-FFF2-40B4-BE49-F238E27FC236}">
                  <a16:creationId xmlns:a16="http://schemas.microsoft.com/office/drawing/2014/main" id="{515395EB-D5F9-E52C-28AE-72E7C5FC6C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728641" y="4237991"/>
              <a:ext cx="3125438" cy="2101857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E920ACD-1EF8-28B9-0D7B-34A15D110E5C}"/>
                </a:ext>
              </a:extLst>
            </p:cNvPr>
            <p:cNvSpPr txBox="1"/>
            <p:nvPr/>
          </p:nvSpPr>
          <p:spPr>
            <a:xfrm>
              <a:off x="4524281" y="6130055"/>
              <a:ext cx="155108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i-FI" sz="1000" err="1"/>
                <a:t>Petureau</a:t>
              </a:r>
              <a:r>
                <a:rPr lang="fi-FI" sz="1000"/>
                <a:t>, L, et al. 2019</a:t>
              </a:r>
            </a:p>
          </p:txBody>
        </p:sp>
        <p:sp>
          <p:nvSpPr>
            <p:cNvPr id="20" name="Text Box 3">
              <a:extLst>
                <a:ext uri="{FF2B5EF4-FFF2-40B4-BE49-F238E27FC236}">
                  <a16:creationId xmlns:a16="http://schemas.microsoft.com/office/drawing/2014/main" id="{AEB70225-F0AF-7C86-3969-B35EC392A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257" y="5050123"/>
              <a:ext cx="1882099" cy="342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80975" indent="-180975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67A6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marL="0" indent="0" algn="just">
                <a:lnSpc>
                  <a:spcPct val="110000"/>
                </a:lnSpc>
                <a:spcBef>
                  <a:spcPct val="40000"/>
                </a:spcBef>
                <a:buClr>
                  <a:srgbClr val="FF0000"/>
                </a:buClr>
                <a:buSzPct val="115000"/>
              </a:pPr>
              <a:r>
                <a:rPr lang="en-US" sz="1600">
                  <a:solidFill>
                    <a:srgbClr val="00B050"/>
                  </a:solidFill>
                </a:rPr>
                <a:t>Inverse problem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84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D36C62-602A-2AEB-5E43-01AA1B22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of Arts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2991E-89F9-2DA8-3480-0E0B13060B64}"/>
              </a:ext>
            </a:extLst>
          </p:cNvPr>
          <p:cNvSpPr txBox="1"/>
          <p:nvPr/>
        </p:nvSpPr>
        <p:spPr>
          <a:xfrm>
            <a:off x="274319" y="3886070"/>
            <a:ext cx="1164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Parameter identification of the semi-coupled fracture model with ML assistance (6061)</a:t>
            </a:r>
          </a:p>
        </p:txBody>
      </p:sp>
      <p:pic>
        <p:nvPicPr>
          <p:cNvPr id="10" name="Picture 9" descr="A diagram of a network structure&#10;&#10;Description automatically generated">
            <a:extLst>
              <a:ext uri="{FF2B5EF4-FFF2-40B4-BE49-F238E27FC236}">
                <a16:creationId xmlns:a16="http://schemas.microsoft.com/office/drawing/2014/main" id="{192611BA-B0A2-B888-448F-D1E3BED8B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486" y="4400146"/>
            <a:ext cx="5464192" cy="20716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E47AF3-4E4E-A9A1-F1AF-5FD50E5E3481}"/>
              </a:ext>
            </a:extLst>
          </p:cNvPr>
          <p:cNvSpPr txBox="1"/>
          <p:nvPr/>
        </p:nvSpPr>
        <p:spPr>
          <a:xfrm>
            <a:off x="10655929" y="6142339"/>
            <a:ext cx="12617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Yao</a:t>
            </a:r>
            <a:r>
              <a:rPr kumimoji="0" lang="fi-FI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D. et al. 2022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3583F9-AF4A-B016-D0B8-10B5E6222E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8" y="4618124"/>
            <a:ext cx="5936201" cy="1744200"/>
          </a:xfrm>
        </p:spPr>
        <p:txBody>
          <a:bodyPr/>
          <a:lstStyle/>
          <a:p>
            <a:r>
              <a:rPr lang="en-US" sz="1600"/>
              <a:t>Damage evolution, four parameters</a:t>
            </a:r>
          </a:p>
          <a:p>
            <a:r>
              <a:rPr lang="en-US" sz="1600"/>
              <a:t>One geometry (notched) for training</a:t>
            </a:r>
          </a:p>
          <a:p>
            <a:r>
              <a:rPr lang="en-US" sz="1600"/>
              <a:t>ANN 3 hidden layers (14 units per layer)</a:t>
            </a:r>
          </a:p>
          <a:p>
            <a:pPr eaLnBrk="1" hangingPunct="1"/>
            <a:r>
              <a:rPr lang="fi-FI" sz="1600" err="1"/>
              <a:t>Inputs</a:t>
            </a:r>
            <a:r>
              <a:rPr lang="fi-FI" sz="1600"/>
              <a:t>: </a:t>
            </a:r>
            <a:r>
              <a:rPr lang="fi-FI" sz="1600" err="1"/>
              <a:t>strain</a:t>
            </a:r>
            <a:r>
              <a:rPr lang="fi-FI" sz="1600"/>
              <a:t> </a:t>
            </a:r>
            <a:r>
              <a:rPr lang="fi-FI" sz="1600" err="1"/>
              <a:t>field</a:t>
            </a:r>
            <a:r>
              <a:rPr lang="fi-FI" sz="1600"/>
              <a:t> (</a:t>
            </a:r>
            <a:r>
              <a:rPr lang="fi-FI" sz="1600" err="1"/>
              <a:t>critical</a:t>
            </a:r>
            <a:r>
              <a:rPr lang="fi-FI" sz="1600"/>
              <a:t> </a:t>
            </a:r>
            <a:r>
              <a:rPr lang="fi-FI" sz="1600" err="1"/>
              <a:t>point</a:t>
            </a:r>
            <a:r>
              <a:rPr lang="fi-FI" sz="1600"/>
              <a:t>) + </a:t>
            </a:r>
            <a:r>
              <a:rPr lang="fi-FI" sz="1600" err="1"/>
              <a:t>global</a:t>
            </a:r>
            <a:r>
              <a:rPr lang="fi-FI" sz="1600"/>
              <a:t> F-D</a:t>
            </a:r>
          </a:p>
          <a:p>
            <a:r>
              <a:rPr lang="fi-FI" sz="1600" err="1"/>
              <a:t>Database</a:t>
            </a:r>
            <a:r>
              <a:rPr lang="fi-FI" sz="1600"/>
              <a:t> 3×3×3×3</a:t>
            </a:r>
          </a:p>
          <a:p>
            <a:pPr eaLnBrk="1" hangingPunct="1"/>
            <a:r>
              <a:rPr lang="fi-FI" sz="1600" err="1"/>
              <a:t>Outputs</a:t>
            </a:r>
            <a:r>
              <a:rPr lang="fi-FI" sz="1600"/>
              <a:t>: </a:t>
            </a:r>
            <a:r>
              <a:rPr lang="fi-FI" sz="1600" err="1"/>
              <a:t>material</a:t>
            </a:r>
            <a:r>
              <a:rPr lang="fi-FI" sz="1600"/>
              <a:t> </a:t>
            </a:r>
            <a:r>
              <a:rPr lang="fi-FI" sz="1600" err="1"/>
              <a:t>parameters</a:t>
            </a:r>
            <a:endParaRPr lang="fi-FI" sz="1600"/>
          </a:p>
          <a:p>
            <a:pPr eaLnBrk="1" hangingPunct="1"/>
            <a:r>
              <a:rPr lang="fi-FI" sz="1600" err="1"/>
              <a:t>Predition</a:t>
            </a:r>
            <a:r>
              <a:rPr lang="fi-FI" sz="1600"/>
              <a:t> </a:t>
            </a:r>
            <a:r>
              <a:rPr lang="fi-FI" sz="1600" err="1"/>
              <a:t>accuracy</a:t>
            </a:r>
            <a:r>
              <a:rPr lang="fi-FI" sz="1600"/>
              <a:t> </a:t>
            </a:r>
            <a:r>
              <a:rPr lang="fi-FI" sz="1600" err="1"/>
              <a:t>overall</a:t>
            </a:r>
            <a:r>
              <a:rPr lang="fi-FI" sz="1600"/>
              <a:t> </a:t>
            </a:r>
            <a:r>
              <a:rPr lang="fi-FI" sz="1600" err="1"/>
              <a:t>good</a:t>
            </a:r>
            <a:r>
              <a:rPr lang="fi-FI" sz="1600"/>
              <a:t> </a:t>
            </a:r>
            <a:r>
              <a:rPr lang="fi-FI" sz="1600" err="1"/>
              <a:t>except</a:t>
            </a:r>
            <a:r>
              <a:rPr lang="fi-FI" sz="1600"/>
              <a:t> for </a:t>
            </a:r>
            <a:r>
              <a:rPr lang="fi-FI" sz="1600" err="1"/>
              <a:t>shear</a:t>
            </a:r>
            <a:endParaRPr lang="fi-FI" sz="1600"/>
          </a:p>
          <a:p>
            <a:endParaRPr lang="fi-FI" sz="16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CEABF9-96C8-A212-149A-B9B62DB8E600}"/>
              </a:ext>
            </a:extLst>
          </p:cNvPr>
          <p:cNvGrpSpPr/>
          <p:nvPr/>
        </p:nvGrpSpPr>
        <p:grpSpPr>
          <a:xfrm>
            <a:off x="274318" y="995811"/>
            <a:ext cx="11643359" cy="2850288"/>
            <a:chOff x="274319" y="3571737"/>
            <a:chExt cx="11643359" cy="285028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931CC5D-18DD-620B-5DF1-6586AF86EDE8}"/>
                </a:ext>
              </a:extLst>
            </p:cNvPr>
            <p:cNvGrpSpPr/>
            <p:nvPr/>
          </p:nvGrpSpPr>
          <p:grpSpPr>
            <a:xfrm>
              <a:off x="8148119" y="3784349"/>
              <a:ext cx="3769559" cy="2637676"/>
              <a:chOff x="8093798" y="3759278"/>
              <a:chExt cx="3823883" cy="2738856"/>
            </a:xfrm>
          </p:grpSpPr>
          <p:pic>
            <p:nvPicPr>
              <p:cNvPr id="11" name="Picture 10" descr="A diagram of a test&#10;&#10;Description automatically generated">
                <a:extLst>
                  <a:ext uri="{FF2B5EF4-FFF2-40B4-BE49-F238E27FC236}">
                    <a16:creationId xmlns:a16="http://schemas.microsoft.com/office/drawing/2014/main" id="{C618553D-FFD3-2AA3-5B00-FE0D525499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93798" y="3759278"/>
                <a:ext cx="3823883" cy="2738856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718689-57BE-A02B-E36F-C27C22405F57}"/>
                  </a:ext>
                </a:extLst>
              </p:cNvPr>
              <p:cNvSpPr txBox="1"/>
              <p:nvPr/>
            </p:nvSpPr>
            <p:spPr>
              <a:xfrm>
                <a:off x="9896342" y="6190728"/>
                <a:ext cx="1356730" cy="255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i-FI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Baltic, S. et al. 2021</a:t>
                </a:r>
                <a:endPara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DD5507-3A1F-5E34-57FA-0BB01833F08D}"/>
                </a:ext>
              </a:extLst>
            </p:cNvPr>
            <p:cNvSpPr txBox="1"/>
            <p:nvPr/>
          </p:nvSpPr>
          <p:spPr>
            <a:xfrm>
              <a:off x="274319" y="3571737"/>
              <a:ext cx="11643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Machine learning assisted calibration of a ductile fracture locus model (A1050) </a:t>
              </a:r>
            </a:p>
          </p:txBody>
        </p:sp>
        <p:sp>
          <p:nvSpPr>
            <p:cNvPr id="15" name="Text Placeholder 8">
              <a:extLst>
                <a:ext uri="{FF2B5EF4-FFF2-40B4-BE49-F238E27FC236}">
                  <a16:creationId xmlns:a16="http://schemas.microsoft.com/office/drawing/2014/main" id="{90BD06B9-B98D-BA85-F7E7-21B4BC511DD7}"/>
                </a:ext>
              </a:extLst>
            </p:cNvPr>
            <p:cNvSpPr txBox="1">
              <a:spLocks/>
            </p:cNvSpPr>
            <p:nvPr/>
          </p:nvSpPr>
          <p:spPr>
            <a:xfrm>
              <a:off x="383117" y="4301100"/>
              <a:ext cx="7602039" cy="1744200"/>
            </a:xfrm>
            <a:prstGeom prst="rect">
              <a:avLst/>
            </a:prstGeom>
          </p:spPr>
          <p:txBody>
            <a:bodyPr lIns="0" tIns="0" rIns="0" bIns="0"/>
            <a:lstStyle>
              <a:lvl1pPr marL="215900" indent="-215900" algn="l" defTabSz="215900" rtl="0" fontAlgn="base"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Font typeface="Arial" panose="020B0604020202020204" pitchFamily="34" charset="0"/>
                <a:buChar char="•"/>
                <a:tabLst>
                  <a:tab pos="215900" algn="l"/>
                </a:tabLst>
                <a:defRPr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31800" indent="-215900" algn="l" rtl="0" fontAlgn="base"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Font typeface="Arial" panose="020B0604020202020204" pitchFamily="34" charset="0"/>
                <a:buChar char="•"/>
                <a:tabLst>
                  <a:tab pos="4318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47700" indent="-215900" algn="l" defTabSz="215900" rtl="0" fontAlgn="base"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80000"/>
                <a:buFont typeface="Arial" panose="020B0604020202020204" pitchFamily="34" charset="0"/>
                <a:buChar char="•"/>
                <a:tabLst>
                  <a:tab pos="6477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863600" indent="-215900" algn="l" defTabSz="215900" rtl="0" fontAlgn="base"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100000"/>
                <a:buFont typeface="Arial" panose="020B0604020202020204" pitchFamily="34" charset="0"/>
                <a:buChar char="•"/>
                <a:tabLst>
                  <a:tab pos="8636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863600" indent="-215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tabLst>
                  <a:tab pos="89535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sz="1600"/>
                <a:t>Fracture locus, three parameters</a:t>
              </a:r>
            </a:p>
            <a:p>
              <a:pPr eaLnBrk="1" hangingPunct="1"/>
              <a:r>
                <a:rPr lang="en-US" sz="1600"/>
                <a:t>One geometry (shear) for training</a:t>
              </a:r>
            </a:p>
            <a:p>
              <a:pPr eaLnBrk="1" hangingPunct="1"/>
              <a:r>
                <a:rPr lang="en-US" sz="1600"/>
                <a:t>CNN (pattern recognition for local strain concentration) + ANN</a:t>
              </a:r>
            </a:p>
            <a:p>
              <a:pPr eaLnBrk="1" hangingPunct="1"/>
              <a:r>
                <a:rPr lang="fi-FI" sz="1600" err="1"/>
                <a:t>Inputs</a:t>
              </a:r>
              <a:r>
                <a:rPr lang="fi-FI" sz="1600"/>
                <a:t>: </a:t>
              </a:r>
              <a:r>
                <a:rPr lang="fi-FI" sz="1600" err="1"/>
                <a:t>displacement</a:t>
              </a:r>
              <a:r>
                <a:rPr lang="fi-FI" sz="1600"/>
                <a:t> </a:t>
              </a:r>
              <a:r>
                <a:rPr lang="fi-FI" sz="1600" err="1"/>
                <a:t>field</a:t>
              </a:r>
              <a:r>
                <a:rPr lang="fi-FI" sz="1600"/>
                <a:t> </a:t>
              </a:r>
              <a:r>
                <a:rPr lang="fi-FI" sz="1600" err="1"/>
                <a:t>images</a:t>
              </a:r>
              <a:r>
                <a:rPr lang="fi-FI" sz="1600"/>
                <a:t> (in </a:t>
              </a:r>
              <a:r>
                <a:rPr lang="fi-FI" sz="1600" err="1"/>
                <a:t>local</a:t>
              </a:r>
              <a:r>
                <a:rPr lang="fi-FI" sz="1600"/>
                <a:t> </a:t>
              </a:r>
              <a:r>
                <a:rPr lang="fi-FI" sz="1600" err="1"/>
                <a:t>area</a:t>
              </a:r>
              <a:r>
                <a:rPr lang="fi-FI" sz="1600"/>
                <a:t>) + </a:t>
              </a:r>
              <a:r>
                <a:rPr lang="fi-FI" sz="1600" err="1"/>
                <a:t>global</a:t>
              </a:r>
              <a:r>
                <a:rPr lang="fi-FI" sz="1600"/>
                <a:t> F-D</a:t>
              </a:r>
            </a:p>
            <a:p>
              <a:pPr eaLnBrk="1" hangingPunct="1"/>
              <a:r>
                <a:rPr lang="fi-FI" sz="1600" err="1"/>
                <a:t>Database</a:t>
              </a:r>
              <a:r>
                <a:rPr lang="fi-FI" sz="1600"/>
                <a:t> 3×3×3, </a:t>
              </a:r>
              <a:r>
                <a:rPr lang="en-US" sz="1600"/>
                <a:t>three-level full factorial experimental design</a:t>
              </a:r>
              <a:endParaRPr lang="fi-FI" sz="1600"/>
            </a:p>
            <a:p>
              <a:pPr eaLnBrk="1" hangingPunct="1"/>
              <a:r>
                <a:rPr lang="fi-FI" sz="1600" err="1"/>
                <a:t>Outputs</a:t>
              </a:r>
              <a:r>
                <a:rPr lang="fi-FI" sz="1600"/>
                <a:t>: </a:t>
              </a:r>
              <a:r>
                <a:rPr lang="fi-FI" sz="1600" err="1"/>
                <a:t>material</a:t>
              </a:r>
              <a:r>
                <a:rPr lang="fi-FI" sz="1600"/>
                <a:t> </a:t>
              </a:r>
              <a:r>
                <a:rPr lang="fi-FI" sz="1600" err="1"/>
                <a:t>parameters</a:t>
              </a:r>
              <a:r>
                <a:rPr lang="fi-FI" sz="1600"/>
                <a:t>, </a:t>
              </a:r>
              <a:r>
                <a:rPr lang="fi-FI" sz="1600" err="1"/>
                <a:t>averaged</a:t>
              </a:r>
              <a:r>
                <a:rPr lang="fi-FI" sz="1600"/>
                <a:t> </a:t>
              </a:r>
              <a:r>
                <a:rPr lang="fi-FI" sz="1600" err="1"/>
                <a:t>over</a:t>
              </a:r>
              <a:r>
                <a:rPr lang="fi-FI" sz="1600"/>
                <a:t> 10 </a:t>
              </a:r>
              <a:r>
                <a:rPr lang="fi-FI" sz="1600" err="1"/>
                <a:t>optimized</a:t>
              </a:r>
              <a:r>
                <a:rPr lang="fi-FI" sz="1600"/>
                <a:t> </a:t>
              </a:r>
              <a:r>
                <a:rPr lang="fi-FI" sz="1600" err="1"/>
                <a:t>ones</a:t>
              </a:r>
              <a:endParaRPr lang="fi-FI" sz="1600"/>
            </a:p>
            <a:p>
              <a:pPr eaLnBrk="1" hangingPunct="1"/>
              <a:r>
                <a:rPr lang="fi-FI" sz="1600" err="1"/>
                <a:t>Prediction</a:t>
              </a:r>
              <a:r>
                <a:rPr lang="fi-FI" sz="1600"/>
                <a:t> </a:t>
              </a:r>
              <a:r>
                <a:rPr lang="fi-FI" sz="1600" err="1"/>
                <a:t>accuracy</a:t>
              </a:r>
              <a:r>
                <a:rPr lang="fi-FI" sz="1600"/>
                <a:t> </a:t>
              </a:r>
              <a:r>
                <a:rPr lang="fi-FI" sz="1600" err="1"/>
                <a:t>similar</a:t>
              </a:r>
              <a:r>
                <a:rPr lang="fi-FI" sz="1600"/>
                <a:t> to FEMU for </a:t>
              </a:r>
              <a:r>
                <a:rPr lang="fi-FI" sz="1600" err="1"/>
                <a:t>other</a:t>
              </a:r>
              <a:r>
                <a:rPr lang="fi-FI" sz="1600"/>
                <a:t> </a:t>
              </a:r>
              <a:r>
                <a:rPr lang="fi-FI" sz="1600" err="1"/>
                <a:t>geometries</a:t>
              </a:r>
              <a:endParaRPr lang="fi-FI" sz="1600"/>
            </a:p>
          </p:txBody>
        </p:sp>
      </p:grpSp>
    </p:spTree>
    <p:extLst>
      <p:ext uri="{BB962C8B-B14F-4D97-AF65-F5344CB8AC3E}">
        <p14:creationId xmlns:p14="http://schemas.microsoft.com/office/powerpoint/2010/main" val="170878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921F2-AAE2-26E2-898E-635AD9A473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2171" y="2044250"/>
            <a:ext cx="9421785" cy="281746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Variation along different directions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Why LSTM?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Sequential data – evolution of the damage initiation indicator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/>
              <a:t>History inputs for present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00B050"/>
                </a:solidFill>
              </a:rPr>
              <a:t>3 directions </a:t>
            </a:r>
            <a:r>
              <a:rPr lang="en-US"/>
              <a:t>× 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4 geometries </a:t>
            </a:r>
            <a:r>
              <a:rPr lang="en-US"/>
              <a:t>-  takes into account the </a:t>
            </a:r>
            <a:r>
              <a:rPr lang="en-US">
                <a:solidFill>
                  <a:srgbClr val="00B050"/>
                </a:solidFill>
              </a:rPr>
              <a:t>anisotropic</a:t>
            </a:r>
            <a:r>
              <a:rPr lang="en-US"/>
              <a:t> and 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stress state </a:t>
            </a:r>
            <a:r>
              <a:rPr lang="en-US"/>
              <a:t>effects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Inputs: Strain components </a:t>
            </a:r>
            <a:r>
              <a:rPr lang="en-US" sz="1400" i="1"/>
              <a:t>{LE11, LE12, LE13, LE22, LE23, LE33}</a:t>
            </a:r>
            <a:r>
              <a:rPr lang="en-US" i="1"/>
              <a:t>, </a:t>
            </a:r>
            <a:r>
              <a:rPr lang="en-US"/>
              <a:t>Lode angle and stress triaxiality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Outputs: Damage Initiation Indicator </a:t>
            </a:r>
            <a:r>
              <a:rPr lang="en-US" i="1"/>
              <a:t>(DII)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471E67-F795-4436-99AD-56483403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I: Anisotropic Fracture prediction using LSTM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3E1F0-2D41-69A1-ED60-DDCAAD98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034" y="1134402"/>
            <a:ext cx="5023539" cy="2109399"/>
          </a:xfrm>
          <a:prstGeom prst="rect">
            <a:avLst/>
          </a:prstGeom>
        </p:spPr>
      </p:pic>
      <p:sp>
        <p:nvSpPr>
          <p:cNvPr id="6" name="TextBox 41">
            <a:extLst>
              <a:ext uri="{FF2B5EF4-FFF2-40B4-BE49-F238E27FC236}">
                <a16:creationId xmlns:a16="http://schemas.microsoft.com/office/drawing/2014/main" id="{C6B19D42-FDD7-6624-41C4-13E3417D14DD}"/>
              </a:ext>
            </a:extLst>
          </p:cNvPr>
          <p:cNvSpPr txBox="1"/>
          <p:nvPr/>
        </p:nvSpPr>
        <p:spPr>
          <a:xfrm>
            <a:off x="4367073" y="1134402"/>
            <a:ext cx="2106155" cy="369332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Anisotropic fracture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33226B-1561-0EA1-4110-7EFFD52864E4}"/>
              </a:ext>
            </a:extLst>
          </p:cNvPr>
          <p:cNvSpPr txBox="1"/>
          <p:nvPr/>
        </p:nvSpPr>
        <p:spPr>
          <a:xfrm>
            <a:off x="5588942" y="4838222"/>
            <a:ext cx="742511" cy="369332"/>
          </a:xfrm>
          <a:prstGeom prst="rect">
            <a:avLst/>
          </a:prstGeom>
          <a:solidFill>
            <a:srgbClr val="7030A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kern="0">
                <a:solidFill>
                  <a:prstClr val="white"/>
                </a:solidFill>
                <a:latin typeface="Arial"/>
              </a:rPr>
              <a:t>DII~1</a:t>
            </a:r>
            <a:endParaRPr lang="zh-CN" altLang="en-US" kern="0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709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D1D0A-FBE9-2D18-71EE-27D926E780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8" y="1091681"/>
            <a:ext cx="6344253" cy="46932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RNN (recurrent neural network) : used to model temporal data</a:t>
            </a:r>
          </a:p>
          <a:p>
            <a:pPr>
              <a:lnSpc>
                <a:spcPct val="150000"/>
              </a:lnSpc>
            </a:pPr>
            <a:r>
              <a:rPr lang="en-US"/>
              <a:t>They use their internal state (or memory) to process sequence of inputs (unlike feed-forward ANN)</a:t>
            </a:r>
          </a:p>
          <a:p>
            <a:pPr>
              <a:lnSpc>
                <a:spcPct val="150000"/>
              </a:lnSpc>
            </a:pPr>
            <a:r>
              <a:rPr lang="en-IN"/>
              <a:t>Information from previous time steps/inputs used for prediction in current time step : interdependencies in sequential data is taken into account</a:t>
            </a:r>
          </a:p>
          <a:p>
            <a:pPr>
              <a:lnSpc>
                <a:spcPct val="150000"/>
              </a:lnSpc>
            </a:pPr>
            <a:r>
              <a:rPr lang="en-IN"/>
              <a:t>Chain-like structure, hidden state carries info through the chain</a:t>
            </a:r>
          </a:p>
          <a:p>
            <a:pPr>
              <a:lnSpc>
                <a:spcPct val="150000"/>
              </a:lnSpc>
            </a:pPr>
            <a:r>
              <a:rPr lang="en-US"/>
              <a:t>RNN works well for short sequences</a:t>
            </a:r>
            <a:endParaRPr lang="en-IN"/>
          </a:p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384780-36F8-C2D8-7524-9BEF5BDA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90842"/>
            <a:ext cx="9133840" cy="543600"/>
          </a:xfrm>
        </p:spPr>
        <p:txBody>
          <a:bodyPr/>
          <a:lstStyle/>
          <a:p>
            <a:r>
              <a:rPr lang="en-US"/>
              <a:t>Long Short Term Memory and RNN</a:t>
            </a:r>
            <a:endParaRPr lang="en-IN"/>
          </a:p>
        </p:txBody>
      </p:sp>
      <p:pic>
        <p:nvPicPr>
          <p:cNvPr id="1026" name="Picture 2" descr="recurrent neural networks vs. feedforward neural networks">
            <a:extLst>
              <a:ext uri="{FF2B5EF4-FFF2-40B4-BE49-F238E27FC236}">
                <a16:creationId xmlns:a16="http://schemas.microsoft.com/office/drawing/2014/main" id="{368DDB07-7817-FAB6-7B71-EF9799090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445" y="1104743"/>
            <a:ext cx="4245429" cy="155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E59096-98C9-8832-2363-D0FEADFB3F6E}"/>
              </a:ext>
            </a:extLst>
          </p:cNvPr>
          <p:cNvSpPr txBox="1"/>
          <p:nvPr/>
        </p:nvSpPr>
        <p:spPr>
          <a:xfrm>
            <a:off x="8481527" y="2733231"/>
            <a:ext cx="264989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RNN vs ANN </a:t>
            </a:r>
          </a:p>
          <a:p>
            <a:r>
              <a:rPr lang="en-IN" sz="1000">
                <a:hlinkClick r:id="rId3"/>
              </a:rPr>
              <a:t>https://www.ibm.com/cloud/learn/recurrent-neural-networks</a:t>
            </a:r>
            <a:r>
              <a:rPr lang="en-US" sz="1000"/>
              <a:t> </a:t>
            </a:r>
            <a:endParaRPr lang="en-IN" sz="1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99A2C-9B78-A18D-B9A7-FBD46BD4E6BE}"/>
              </a:ext>
            </a:extLst>
          </p:cNvPr>
          <p:cNvSpPr txBox="1"/>
          <p:nvPr/>
        </p:nvSpPr>
        <p:spPr>
          <a:xfrm>
            <a:off x="8364893" y="6030593"/>
            <a:ext cx="288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simple RNN architecture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6213E7-02C2-65FC-4B01-E9CF692F6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792" y="3378981"/>
            <a:ext cx="3672865" cy="265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70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D518C-1A66-E13A-99BE-5352D8397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9103" y="1488858"/>
            <a:ext cx="5311600" cy="4156162"/>
          </a:xfrm>
        </p:spPr>
        <p:txBody>
          <a:bodyPr/>
          <a:lstStyle/>
          <a:p>
            <a:r>
              <a:rPr lang="en-US"/>
              <a:t>Similar structure as RNN</a:t>
            </a:r>
          </a:p>
          <a:p>
            <a:r>
              <a:rPr lang="en-US"/>
              <a:t>Key point: cell state that runs through the entire chain</a:t>
            </a:r>
          </a:p>
          <a:p>
            <a:r>
              <a:rPr lang="en-US"/>
              <a:t>LSTM can add or remove information in the cell state through different gates in each unit</a:t>
            </a:r>
          </a:p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step: what information should be removed</a:t>
            </a:r>
          </a:p>
          <a:p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step: what information should be stored </a:t>
            </a:r>
          </a:p>
          <a:p>
            <a:pPr lvl="1"/>
            <a:r>
              <a:rPr lang="en-US"/>
              <a:t>Which values need to updated</a:t>
            </a:r>
          </a:p>
          <a:p>
            <a:pPr lvl="1"/>
            <a:r>
              <a:rPr lang="en-US"/>
              <a:t>Which new values need to be added</a:t>
            </a:r>
          </a:p>
          <a:p>
            <a:r>
              <a:rPr lang="en-US"/>
              <a:t>3</a:t>
            </a:r>
            <a:r>
              <a:rPr lang="en-US" baseline="30000"/>
              <a:t>rd</a:t>
            </a:r>
            <a:r>
              <a:rPr lang="en-US"/>
              <a:t> step: output of the unit is computed</a:t>
            </a:r>
          </a:p>
          <a:p>
            <a:endParaRPr lang="en-US"/>
          </a:p>
          <a:p>
            <a:r>
              <a:rPr lang="en-US"/>
              <a:t>This way, only necessary information is retained, and useless information is discarded. </a:t>
            </a:r>
          </a:p>
          <a:p>
            <a:r>
              <a:rPr lang="en-US"/>
              <a:t>Helps to model longer sequences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E1F6BB-7FC3-F441-7502-AAF95EA2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Short Term Memory and RNN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657002-7640-026E-DCF0-85D55073D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609" y="1369387"/>
            <a:ext cx="6104214" cy="41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62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80CCB5-D0BF-A7D5-3A80-D520086148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320" y="963000"/>
            <a:ext cx="11425767" cy="252000"/>
          </a:xfrm>
        </p:spPr>
        <p:txBody>
          <a:bodyPr/>
          <a:lstStyle/>
          <a:p>
            <a:r>
              <a:rPr lang="fi-FI"/>
              <a:t>Method for Hyperparameter Tuning</a:t>
            </a:r>
          </a:p>
          <a:p>
            <a:endParaRPr lang="fi-FI"/>
          </a:p>
          <a:p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CFE3F-2776-86BF-720C-200EDFD48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19" y="1684799"/>
            <a:ext cx="11425767" cy="48386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i-FI"/>
              <a:t> </a:t>
            </a:r>
            <a:r>
              <a:rPr lang="fi-FI" err="1"/>
              <a:t>Probabilistic</a:t>
            </a:r>
            <a:r>
              <a:rPr lang="fi-FI"/>
              <a:t> </a:t>
            </a:r>
            <a:r>
              <a:rPr lang="fi-FI" err="1"/>
              <a:t>model-based</a:t>
            </a:r>
            <a:r>
              <a:rPr lang="fi-FI"/>
              <a:t> </a:t>
            </a:r>
            <a:r>
              <a:rPr lang="fi-FI" err="1"/>
              <a:t>optimization</a:t>
            </a:r>
            <a:r>
              <a:rPr lang="fi-FI"/>
              <a:t> </a:t>
            </a:r>
            <a:r>
              <a:rPr lang="fi-FI" err="1"/>
              <a:t>technique</a:t>
            </a:r>
            <a:endParaRPr lang="fi-FI"/>
          </a:p>
          <a:p>
            <a:pPr marL="0" indent="0">
              <a:buNone/>
            </a:pPr>
            <a:endParaRPr lang="fi-FI"/>
          </a:p>
          <a:p>
            <a:pPr>
              <a:buFont typeface="Wingdings" panose="05000000000000000000" pitchFamily="2" charset="2"/>
              <a:buChar char="q"/>
            </a:pPr>
            <a:r>
              <a:rPr lang="fi-FI"/>
              <a:t> </a:t>
            </a:r>
            <a:r>
              <a:rPr lang="fi-FI" err="1"/>
              <a:t>Useful</a:t>
            </a:r>
            <a:r>
              <a:rPr lang="fi-FI"/>
              <a:t> for </a:t>
            </a:r>
            <a:r>
              <a:rPr lang="fi-FI" err="1"/>
              <a:t>hyperparameter</a:t>
            </a:r>
            <a:r>
              <a:rPr lang="fi-FI"/>
              <a:t> </a:t>
            </a:r>
            <a:r>
              <a:rPr lang="fi-FI" err="1"/>
              <a:t>tuning</a:t>
            </a:r>
            <a:r>
              <a:rPr lang="fi-FI"/>
              <a:t> for </a:t>
            </a:r>
            <a:r>
              <a:rPr lang="fi-FI" err="1"/>
              <a:t>complex</a:t>
            </a:r>
            <a:r>
              <a:rPr lang="fi-FI"/>
              <a:t> </a:t>
            </a:r>
            <a:r>
              <a:rPr lang="fi-FI" err="1"/>
              <a:t>functions</a:t>
            </a:r>
            <a:r>
              <a:rPr lang="fi-FI"/>
              <a:t> </a:t>
            </a:r>
            <a:r>
              <a:rPr lang="fi-FI" err="1"/>
              <a:t>like</a:t>
            </a:r>
            <a:r>
              <a:rPr lang="fi-FI"/>
              <a:t> </a:t>
            </a:r>
            <a:r>
              <a:rPr lang="fi-FI" err="1"/>
              <a:t>running</a:t>
            </a:r>
            <a:r>
              <a:rPr lang="fi-FI"/>
              <a:t> an LSTM </a:t>
            </a:r>
            <a:r>
              <a:rPr lang="fi-FI" err="1"/>
              <a:t>model</a:t>
            </a:r>
            <a:endParaRPr lang="fi-FI"/>
          </a:p>
          <a:p>
            <a:pPr>
              <a:buFont typeface="Wingdings" panose="05000000000000000000" pitchFamily="2" charset="2"/>
              <a:buChar char="q"/>
            </a:pPr>
            <a:endParaRPr lang="fi-FI"/>
          </a:p>
          <a:p>
            <a:pPr>
              <a:buFont typeface="Wingdings" panose="05000000000000000000" pitchFamily="2" charset="2"/>
              <a:buChar char="q"/>
            </a:pPr>
            <a:r>
              <a:rPr lang="fi-FI"/>
              <a:t> </a:t>
            </a:r>
            <a:r>
              <a:rPr lang="fi-FI" err="1"/>
              <a:t>Keeps</a:t>
            </a:r>
            <a:r>
              <a:rPr lang="fi-FI"/>
              <a:t> </a:t>
            </a:r>
            <a:r>
              <a:rPr lang="fi-FI" err="1"/>
              <a:t>track</a:t>
            </a:r>
            <a:r>
              <a:rPr lang="fi-FI"/>
              <a:t> of </a:t>
            </a:r>
            <a:r>
              <a:rPr lang="fi-FI" err="1"/>
              <a:t>past</a:t>
            </a:r>
            <a:r>
              <a:rPr lang="fi-FI"/>
              <a:t> </a:t>
            </a:r>
            <a:r>
              <a:rPr lang="fi-FI" err="1"/>
              <a:t>evaluation</a:t>
            </a:r>
            <a:r>
              <a:rPr lang="fi-FI"/>
              <a:t> </a:t>
            </a:r>
            <a:r>
              <a:rPr lang="fi-FI" err="1"/>
              <a:t>results</a:t>
            </a:r>
            <a:r>
              <a:rPr lang="fi-FI"/>
              <a:t> to </a:t>
            </a:r>
            <a:r>
              <a:rPr lang="fi-FI" err="1"/>
              <a:t>form</a:t>
            </a:r>
            <a:r>
              <a:rPr lang="fi-FI"/>
              <a:t> a </a:t>
            </a:r>
            <a:r>
              <a:rPr lang="fi-FI" err="1"/>
              <a:t>probabilistic</a:t>
            </a:r>
            <a:r>
              <a:rPr lang="fi-FI"/>
              <a:t> </a:t>
            </a:r>
            <a:r>
              <a:rPr lang="fi-FI" err="1"/>
              <a:t>model</a:t>
            </a:r>
            <a:endParaRPr lang="fi-FI"/>
          </a:p>
          <a:p>
            <a:pPr>
              <a:buFont typeface="Wingdings" panose="05000000000000000000" pitchFamily="2" charset="2"/>
              <a:buChar char="q"/>
            </a:pPr>
            <a:endParaRPr lang="fi-FI"/>
          </a:p>
          <a:p>
            <a:pPr>
              <a:buFont typeface="Wingdings" panose="05000000000000000000" pitchFamily="2" charset="2"/>
              <a:buChar char="q"/>
            </a:pPr>
            <a:r>
              <a:rPr lang="fi-FI"/>
              <a:t> </a:t>
            </a:r>
            <a:r>
              <a:rPr lang="fi-FI" err="1">
                <a:solidFill>
                  <a:srgbClr val="00B0F0"/>
                </a:solidFill>
              </a:rPr>
              <a:t>Objective</a:t>
            </a:r>
            <a:r>
              <a:rPr lang="fi-FI">
                <a:solidFill>
                  <a:srgbClr val="00B0F0"/>
                </a:solidFill>
              </a:rPr>
              <a:t> </a:t>
            </a:r>
            <a:r>
              <a:rPr lang="fi-FI" err="1">
                <a:solidFill>
                  <a:srgbClr val="00B0F0"/>
                </a:solidFill>
              </a:rPr>
              <a:t>function</a:t>
            </a:r>
            <a:r>
              <a:rPr lang="fi-FI"/>
              <a:t>: </a:t>
            </a:r>
            <a:r>
              <a:rPr lang="fi-FI" err="1"/>
              <a:t>takes</a:t>
            </a:r>
            <a:r>
              <a:rPr lang="fi-FI"/>
              <a:t> in a set of </a:t>
            </a:r>
            <a:r>
              <a:rPr lang="fi-FI" err="1"/>
              <a:t>hyperparameters</a:t>
            </a:r>
            <a:r>
              <a:rPr lang="fi-FI"/>
              <a:t> and </a:t>
            </a:r>
            <a:r>
              <a:rPr lang="fi-FI" err="1"/>
              <a:t>outputs</a:t>
            </a:r>
            <a:r>
              <a:rPr lang="fi-FI"/>
              <a:t> a </a:t>
            </a:r>
            <a:r>
              <a:rPr lang="fi-FI" err="1"/>
              <a:t>score</a:t>
            </a:r>
            <a:r>
              <a:rPr lang="fi-FI"/>
              <a:t> -&gt; </a:t>
            </a:r>
            <a:r>
              <a:rPr lang="fi-FI" err="1">
                <a:solidFill>
                  <a:srgbClr val="FF0000"/>
                </a:solidFill>
              </a:rPr>
              <a:t>maximise</a:t>
            </a:r>
            <a:endParaRPr lang="fi-FI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fi-FI"/>
          </a:p>
          <a:p>
            <a:pPr>
              <a:buFont typeface="Wingdings" panose="05000000000000000000" pitchFamily="2" charset="2"/>
              <a:buChar char="q"/>
            </a:pPr>
            <a:r>
              <a:rPr lang="fi-FI"/>
              <a:t> </a:t>
            </a:r>
            <a:r>
              <a:rPr lang="fi-FI" err="1">
                <a:solidFill>
                  <a:srgbClr val="00B0F0"/>
                </a:solidFill>
              </a:rPr>
              <a:t>Surrogate</a:t>
            </a:r>
            <a:r>
              <a:rPr lang="fi-FI">
                <a:solidFill>
                  <a:srgbClr val="00B0F0"/>
                </a:solidFill>
              </a:rPr>
              <a:t> </a:t>
            </a:r>
            <a:r>
              <a:rPr lang="fi-FI" err="1">
                <a:solidFill>
                  <a:srgbClr val="00B0F0"/>
                </a:solidFill>
              </a:rPr>
              <a:t>model</a:t>
            </a:r>
            <a:r>
              <a:rPr lang="fi-FI">
                <a:solidFill>
                  <a:srgbClr val="00B0F0"/>
                </a:solidFill>
              </a:rPr>
              <a:t> </a:t>
            </a:r>
            <a:r>
              <a:rPr lang="fi-FI" b="1"/>
              <a:t>p(y | x) </a:t>
            </a:r>
            <a:r>
              <a:rPr lang="fi-FI"/>
              <a:t>: </a:t>
            </a:r>
            <a:r>
              <a:rPr lang="fi-FI" err="1"/>
              <a:t>probabilistic</a:t>
            </a:r>
            <a:r>
              <a:rPr lang="fi-FI"/>
              <a:t> </a:t>
            </a:r>
            <a:r>
              <a:rPr lang="fi-FI" err="1"/>
              <a:t>model</a:t>
            </a:r>
            <a:r>
              <a:rPr lang="fi-FI"/>
              <a:t> </a:t>
            </a:r>
            <a:r>
              <a:rPr lang="fi-FI" err="1"/>
              <a:t>based</a:t>
            </a:r>
            <a:r>
              <a:rPr lang="fi-FI"/>
              <a:t> on </a:t>
            </a:r>
            <a:r>
              <a:rPr lang="fi-FI" err="1"/>
              <a:t>past</a:t>
            </a:r>
            <a:r>
              <a:rPr lang="fi-FI"/>
              <a:t> </a:t>
            </a:r>
            <a:r>
              <a:rPr lang="fi-FI" err="1"/>
              <a:t>evaluation</a:t>
            </a:r>
            <a:r>
              <a:rPr lang="fi-FI"/>
              <a:t> </a:t>
            </a:r>
            <a:r>
              <a:rPr lang="fi-FI" err="1"/>
              <a:t>results</a:t>
            </a:r>
            <a:r>
              <a:rPr lang="fi-FI"/>
              <a:t> -&gt; </a:t>
            </a:r>
            <a:r>
              <a:rPr lang="fi-FI" err="1">
                <a:solidFill>
                  <a:srgbClr val="FF0000"/>
                </a:solidFill>
              </a:rPr>
              <a:t>easier</a:t>
            </a:r>
            <a:r>
              <a:rPr lang="fi-FI">
                <a:solidFill>
                  <a:srgbClr val="FF0000"/>
                </a:solidFill>
              </a:rPr>
              <a:t> to </a:t>
            </a:r>
            <a:r>
              <a:rPr lang="fi-FI" err="1">
                <a:solidFill>
                  <a:srgbClr val="FF0000"/>
                </a:solidFill>
              </a:rPr>
              <a:t>optimize</a:t>
            </a:r>
            <a:endParaRPr lang="fi-FI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fi-FI"/>
          </a:p>
          <a:p>
            <a:pPr>
              <a:buFont typeface="Wingdings" panose="05000000000000000000" pitchFamily="2" charset="2"/>
              <a:buChar char="q"/>
            </a:pPr>
            <a:r>
              <a:rPr lang="fi-FI"/>
              <a:t> </a:t>
            </a:r>
            <a:r>
              <a:rPr lang="fi-FI" err="1"/>
              <a:t>Only</a:t>
            </a:r>
            <a:r>
              <a:rPr lang="fi-FI"/>
              <a:t> </a:t>
            </a:r>
            <a:r>
              <a:rPr lang="fi-FI" err="1"/>
              <a:t>need</a:t>
            </a:r>
            <a:r>
              <a:rPr lang="fi-FI"/>
              <a:t> to </a:t>
            </a:r>
            <a:r>
              <a:rPr lang="fi-FI" err="1"/>
              <a:t>make</a:t>
            </a:r>
            <a:r>
              <a:rPr lang="fi-FI"/>
              <a:t> </a:t>
            </a:r>
            <a:r>
              <a:rPr lang="fi-FI" err="1"/>
              <a:t>fewer</a:t>
            </a:r>
            <a:r>
              <a:rPr lang="fi-FI"/>
              <a:t> </a:t>
            </a:r>
            <a:r>
              <a:rPr lang="fi-FI" err="1"/>
              <a:t>calls</a:t>
            </a:r>
            <a:r>
              <a:rPr lang="fi-FI"/>
              <a:t> to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objective</a:t>
            </a:r>
            <a:r>
              <a:rPr lang="fi-FI"/>
              <a:t> </a:t>
            </a:r>
            <a:r>
              <a:rPr lang="fi-FI" err="1"/>
              <a:t>function</a:t>
            </a:r>
            <a:r>
              <a:rPr lang="fi-FI"/>
              <a:t> -&gt; </a:t>
            </a:r>
            <a:r>
              <a:rPr lang="fi-FI" err="1">
                <a:solidFill>
                  <a:srgbClr val="FF0000"/>
                </a:solidFill>
              </a:rPr>
              <a:t>very</a:t>
            </a:r>
            <a:r>
              <a:rPr lang="fi-FI">
                <a:solidFill>
                  <a:srgbClr val="FF0000"/>
                </a:solidFill>
              </a:rPr>
              <a:t> </a:t>
            </a:r>
            <a:r>
              <a:rPr lang="fi-FI" err="1">
                <a:solidFill>
                  <a:srgbClr val="FF0000"/>
                </a:solidFill>
              </a:rPr>
              <a:t>time</a:t>
            </a:r>
            <a:r>
              <a:rPr lang="fi-FI">
                <a:solidFill>
                  <a:srgbClr val="FF0000"/>
                </a:solidFill>
              </a:rPr>
              <a:t> </a:t>
            </a:r>
            <a:r>
              <a:rPr lang="fi-FI" err="1">
                <a:solidFill>
                  <a:srgbClr val="FF0000"/>
                </a:solidFill>
              </a:rPr>
              <a:t>efficient</a:t>
            </a:r>
            <a:endParaRPr lang="fi-FI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fi-FI"/>
          </a:p>
          <a:p>
            <a:pPr>
              <a:buFont typeface="Wingdings" panose="05000000000000000000" pitchFamily="2" charset="2"/>
              <a:buChar char="q"/>
            </a:pPr>
            <a:r>
              <a:rPr lang="fi-FI"/>
              <a:t> </a:t>
            </a:r>
            <a:r>
              <a:rPr lang="fi-FI" err="1">
                <a:solidFill>
                  <a:srgbClr val="00B0F0"/>
                </a:solidFill>
              </a:rPr>
              <a:t>Acquisition</a:t>
            </a:r>
            <a:r>
              <a:rPr lang="fi-FI">
                <a:solidFill>
                  <a:srgbClr val="00B0F0"/>
                </a:solidFill>
              </a:rPr>
              <a:t> </a:t>
            </a:r>
            <a:r>
              <a:rPr lang="fi-FI" err="1">
                <a:solidFill>
                  <a:srgbClr val="00B0F0"/>
                </a:solidFill>
              </a:rPr>
              <a:t>function</a:t>
            </a:r>
            <a:r>
              <a:rPr lang="fi-FI"/>
              <a:t>: to </a:t>
            </a:r>
            <a:r>
              <a:rPr lang="fi-FI" err="1"/>
              <a:t>decide</a:t>
            </a:r>
            <a:r>
              <a:rPr lang="fi-FI"/>
              <a:t> </a:t>
            </a:r>
            <a:r>
              <a:rPr lang="fi-FI" err="1"/>
              <a:t>which</a:t>
            </a:r>
            <a:r>
              <a:rPr lang="fi-FI"/>
              <a:t> </a:t>
            </a:r>
            <a:r>
              <a:rPr lang="fi-FI" err="1"/>
              <a:t>hyperparameters</a:t>
            </a:r>
            <a:r>
              <a:rPr lang="fi-FI"/>
              <a:t> to </a:t>
            </a:r>
            <a:r>
              <a:rPr lang="fi-FI" err="1"/>
              <a:t>evaluate</a:t>
            </a:r>
            <a:r>
              <a:rPr lang="fi-FI"/>
              <a:t> </a:t>
            </a:r>
            <a:r>
              <a:rPr lang="fi-FI" err="1"/>
              <a:t>next</a:t>
            </a:r>
            <a:r>
              <a:rPr lang="fi-FI"/>
              <a:t> -&gt; </a:t>
            </a:r>
            <a:r>
              <a:rPr lang="fi-FI" err="1">
                <a:solidFill>
                  <a:srgbClr val="FF0000"/>
                </a:solidFill>
              </a:rPr>
              <a:t>exploration</a:t>
            </a:r>
            <a:r>
              <a:rPr lang="fi-FI">
                <a:solidFill>
                  <a:srgbClr val="FF0000"/>
                </a:solidFill>
              </a:rPr>
              <a:t> vs. </a:t>
            </a:r>
            <a:r>
              <a:rPr lang="fi-FI" err="1">
                <a:solidFill>
                  <a:srgbClr val="FF0000"/>
                </a:solidFill>
              </a:rPr>
              <a:t>exploitation</a:t>
            </a:r>
            <a:endParaRPr lang="fi-FI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endParaRPr lang="fi-FI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i-FI">
                <a:solidFill>
                  <a:srgbClr val="FF0000"/>
                </a:solidFill>
              </a:rPr>
              <a:t> </a:t>
            </a:r>
            <a:r>
              <a:rPr lang="fi-FI" err="1"/>
              <a:t>Iterative</a:t>
            </a:r>
            <a:r>
              <a:rPr lang="fi-FI"/>
              <a:t> </a:t>
            </a:r>
            <a:r>
              <a:rPr lang="fi-FI" err="1"/>
              <a:t>process</a:t>
            </a:r>
            <a:r>
              <a:rPr lang="fi-FI"/>
              <a:t> </a:t>
            </a:r>
            <a:r>
              <a:rPr lang="fi-FI" err="1"/>
              <a:t>until</a:t>
            </a:r>
            <a:r>
              <a:rPr lang="fi-FI"/>
              <a:t> termination</a:t>
            </a:r>
            <a:endParaRPr lang="fi-FI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5BBCC6-1587-8B4B-4B06-0068270E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Bayesian Optimization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54986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8D863-4EC1-17C8-6909-744F295E6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949587"/>
            <a:ext cx="8739051" cy="1261380"/>
          </a:xfrm>
        </p:spPr>
        <p:txBody>
          <a:bodyPr/>
          <a:lstStyle/>
          <a:p>
            <a:r>
              <a:rPr lang="en-IN"/>
              <a:t>Total 12 simulation data available for 3 directions and 4 geometries</a:t>
            </a:r>
          </a:p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1B284F-68E5-9F14-3B78-A0AC1DE4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</a:t>
            </a:r>
            <a:endParaRPr lang="en-IN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9FA9A6F-6FA9-1748-0E52-3EBBA6943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969930"/>
              </p:ext>
            </p:extLst>
          </p:nvPr>
        </p:nvGraphicFramePr>
        <p:xfrm>
          <a:off x="1512196" y="1412769"/>
          <a:ext cx="541866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406374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596811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8765613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57749529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Geometry</a:t>
                      </a:r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Rolling Direction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6000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DD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39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654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43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93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462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2EBFF4-C748-5589-9A28-8A04183A35A2}"/>
              </a:ext>
            </a:extLst>
          </p:cNvPr>
          <p:cNvSpPr txBox="1"/>
          <p:nvPr/>
        </p:nvSpPr>
        <p:spPr>
          <a:xfrm>
            <a:off x="7184365" y="1857493"/>
            <a:ext cx="1399592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tx2"/>
                </a:solidFill>
                <a:sym typeface="Wingdings" panose="05000000000000000000" pitchFamily="2" charset="2"/>
              </a:rPr>
              <a:t> Training</a:t>
            </a:r>
            <a:endParaRPr lang="en-IN" b="1">
              <a:solidFill>
                <a:schemeClr val="tx2"/>
              </a:solidFill>
            </a:endParaRPr>
          </a:p>
          <a:p>
            <a:r>
              <a:rPr lang="en-IN" b="1">
                <a:solidFill>
                  <a:srgbClr val="FF0000"/>
                </a:solidFill>
                <a:sym typeface="Wingdings" panose="05000000000000000000" pitchFamily="2" charset="2"/>
              </a:rPr>
              <a:t> Testing</a:t>
            </a:r>
            <a:endParaRPr lang="en-IN" b="1">
              <a:solidFill>
                <a:srgbClr val="FF0000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6C45C8F-AC8B-DB7E-A832-CD6E6705381C}"/>
              </a:ext>
            </a:extLst>
          </p:cNvPr>
          <p:cNvSpPr txBox="1">
            <a:spLocks/>
          </p:cNvSpPr>
          <p:nvPr/>
        </p:nvSpPr>
        <p:spPr>
          <a:xfrm>
            <a:off x="274320" y="3850359"/>
            <a:ext cx="7158867" cy="2457699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fontAlgn="base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fontAlgn="base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fontAlgn="base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3600" indent="-215900" algn="l" defTabSz="215900" rtl="0" fontAlgn="base"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3600" indent="-215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IN"/>
              <a:t>The data extracted from simulations were not very smooth and the simulation stopped when the DII reached close to 1</a:t>
            </a:r>
          </a:p>
          <a:p>
            <a:pPr marL="0" indent="0" eaLnBrk="1" hangingPunct="1">
              <a:buNone/>
            </a:pPr>
            <a:endParaRPr lang="en-IN"/>
          </a:p>
          <a:p>
            <a:pPr eaLnBrk="1" hangingPunct="1"/>
            <a:r>
              <a:rPr lang="en-IN"/>
              <a:t>Therefore, data smoothening and extrapolating to reach DII value of exactly 1</a:t>
            </a:r>
          </a:p>
          <a:p>
            <a:pPr eaLnBrk="1" hangingPunct="1"/>
            <a:endParaRPr lang="en-IN"/>
          </a:p>
          <a:p>
            <a:pPr eaLnBrk="1" hangingPunct="1"/>
            <a:r>
              <a:rPr lang="en-IN"/>
              <a:t>Each simulation now contains 100 data points with varying intervals</a:t>
            </a:r>
          </a:p>
          <a:p>
            <a:pPr eaLnBrk="1" hangingPunct="1"/>
            <a:endParaRPr lang="en-IN"/>
          </a:p>
          <a:p>
            <a:pPr eaLnBrk="1" hangingPunct="1"/>
            <a:r>
              <a:rPr lang="en-IN"/>
              <a:t>Curve fitting tool – MATLAB</a:t>
            </a:r>
          </a:p>
          <a:p>
            <a:pPr eaLnBrk="1" hangingPunct="1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8D6267-D8D1-B8D8-0672-BB1EE02D4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254" y="2743200"/>
            <a:ext cx="4512506" cy="37096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D4A355-0383-06C9-36F2-26A14E79C249}"/>
              </a:ext>
            </a:extLst>
          </p:cNvPr>
          <p:cNvCxnSpPr>
            <a:cxnSpLocks/>
          </p:cNvCxnSpPr>
          <p:nvPr/>
        </p:nvCxnSpPr>
        <p:spPr>
          <a:xfrm flipH="1">
            <a:off x="7868816" y="3483429"/>
            <a:ext cx="3632719" cy="0"/>
          </a:xfrm>
          <a:prstGeom prst="line">
            <a:avLst/>
          </a:prstGeom>
          <a:ln w="12700">
            <a:solidFill>
              <a:srgbClr val="FF99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0A1F76-B585-D1E8-3BA6-DA13D380CAE3}"/>
              </a:ext>
            </a:extLst>
          </p:cNvPr>
          <p:cNvCxnSpPr>
            <a:cxnSpLocks/>
          </p:cNvCxnSpPr>
          <p:nvPr/>
        </p:nvCxnSpPr>
        <p:spPr>
          <a:xfrm flipH="1">
            <a:off x="7868816" y="3380792"/>
            <a:ext cx="3676262" cy="0"/>
          </a:xfrm>
          <a:prstGeom prst="line">
            <a:avLst/>
          </a:prstGeom>
          <a:ln w="12700">
            <a:solidFill>
              <a:srgbClr val="0070C0"/>
            </a:solidFill>
            <a:headEnd type="none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98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78275-E80E-B675-6366-2C18291786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066398"/>
            <a:ext cx="6393959" cy="5458407"/>
          </a:xfrm>
        </p:spPr>
        <p:txBody>
          <a:bodyPr/>
          <a:lstStyle/>
          <a:p>
            <a:r>
              <a:rPr lang="en-US" sz="1600" b="1"/>
              <a:t>Inputs/Features: </a:t>
            </a:r>
            <a:r>
              <a:rPr lang="en-US" sz="1600"/>
              <a:t>6 strain components, lode angle, stress triaxiality </a:t>
            </a:r>
          </a:p>
          <a:p>
            <a:pPr marL="0" indent="0">
              <a:buNone/>
            </a:pPr>
            <a:endParaRPr lang="en-US" sz="1600"/>
          </a:p>
          <a:p>
            <a:r>
              <a:rPr lang="en-US" sz="1600" b="1"/>
              <a:t>Outputs/Labels: </a:t>
            </a:r>
            <a:r>
              <a:rPr lang="en-US" sz="1600"/>
              <a:t>DII</a:t>
            </a:r>
          </a:p>
          <a:p>
            <a:endParaRPr lang="en-US" sz="1600"/>
          </a:p>
          <a:p>
            <a:r>
              <a:rPr lang="en-US" sz="1600" b="1"/>
              <a:t>Data normalization</a:t>
            </a:r>
          </a:p>
          <a:p>
            <a:pPr marL="0" indent="0">
              <a:buNone/>
            </a:pPr>
            <a:endParaRPr lang="en-US" sz="1600"/>
          </a:p>
          <a:p>
            <a:r>
              <a:rPr lang="en-US" sz="1600" b="1"/>
              <a:t>Hyperparameter tuning</a:t>
            </a:r>
            <a:r>
              <a:rPr lang="en-US" sz="1600"/>
              <a:t>: to optimize right number of units per layer: Bayesian Optimization</a:t>
            </a:r>
          </a:p>
          <a:p>
            <a:endParaRPr lang="en-US" sz="1600"/>
          </a:p>
          <a:p>
            <a:r>
              <a:rPr lang="en-US" sz="1600" b="1"/>
              <a:t>Number of epochs </a:t>
            </a:r>
            <a:r>
              <a:rPr lang="en-US" sz="1600"/>
              <a:t>(total number of iterations of training data): 200</a:t>
            </a:r>
          </a:p>
          <a:p>
            <a:endParaRPr lang="en-US" sz="1600"/>
          </a:p>
          <a:p>
            <a:r>
              <a:rPr lang="en-US" sz="1600" b="1"/>
              <a:t>Batch size </a:t>
            </a:r>
            <a:r>
              <a:rPr lang="en-US" sz="1600"/>
              <a:t>(number of data samples processed before adjusting weights and biases): 16</a:t>
            </a:r>
          </a:p>
          <a:p>
            <a:endParaRPr lang="en-US" sz="1600"/>
          </a:p>
          <a:p>
            <a:r>
              <a:rPr lang="en-US" sz="1600" b="1"/>
              <a:t>Dropout layers: </a:t>
            </a:r>
            <a:r>
              <a:rPr lang="en-US" sz="1600"/>
              <a:t>(to prevent overfitting) 0.1</a:t>
            </a:r>
            <a:endParaRPr lang="en-US" sz="1600" b="1"/>
          </a:p>
          <a:p>
            <a:endParaRPr lang="en-US" sz="1600"/>
          </a:p>
          <a:p>
            <a:r>
              <a:rPr lang="en-US" sz="1600" b="1"/>
              <a:t>Activation function </a:t>
            </a:r>
            <a:r>
              <a:rPr lang="en-US" sz="1600"/>
              <a:t>(function to evaluate the output of a node/unit): </a:t>
            </a:r>
            <a:r>
              <a:rPr lang="en-US" sz="1600" err="1"/>
              <a:t>RelU</a:t>
            </a:r>
            <a:r>
              <a:rPr lang="en-US" sz="1600"/>
              <a:t> </a:t>
            </a:r>
          </a:p>
          <a:p>
            <a:endParaRPr lang="en-US" sz="1600"/>
          </a:p>
          <a:p>
            <a:r>
              <a:rPr lang="en-US" sz="1600" b="1"/>
              <a:t>Loss function </a:t>
            </a:r>
            <a:r>
              <a:rPr lang="en-US" sz="1600"/>
              <a:t>(function to evaluate how close the predicted and real outcomes are): Mean squared error</a:t>
            </a:r>
          </a:p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804088-EC3A-5D6E-B937-D6211F91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LSTM Architecture and Specifics in this Study</a:t>
            </a:r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E75E9-CED9-F396-3C6A-F4961B95B2E5}"/>
              </a:ext>
            </a:extLst>
          </p:cNvPr>
          <p:cNvSpPr txBox="1"/>
          <p:nvPr/>
        </p:nvSpPr>
        <p:spPr>
          <a:xfrm>
            <a:off x="7959013" y="909559"/>
            <a:ext cx="199675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Input layer 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(8 units)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81C3B-46C0-AACC-A798-BB17AFE0DDEF}"/>
              </a:ext>
            </a:extLst>
          </p:cNvPr>
          <p:cNvSpPr txBox="1"/>
          <p:nvPr/>
        </p:nvSpPr>
        <p:spPr>
          <a:xfrm>
            <a:off x="7971454" y="2092958"/>
            <a:ext cx="1996751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hidden layer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(132 units)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AFBC8-DD1E-7575-16D3-5B4DAE5C2333}"/>
              </a:ext>
            </a:extLst>
          </p:cNvPr>
          <p:cNvSpPr txBox="1"/>
          <p:nvPr/>
        </p:nvSpPr>
        <p:spPr>
          <a:xfrm>
            <a:off x="7959013" y="3276358"/>
            <a:ext cx="199675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hidden layer 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(239 units)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D5B6B8-4EC7-C3A8-CA08-1DC76F7CAC80}"/>
              </a:ext>
            </a:extLst>
          </p:cNvPr>
          <p:cNvSpPr txBox="1"/>
          <p:nvPr/>
        </p:nvSpPr>
        <p:spPr>
          <a:xfrm>
            <a:off x="7959014" y="4459757"/>
            <a:ext cx="199674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3</a:t>
            </a:r>
            <a:r>
              <a:rPr lang="en-US" baseline="30000"/>
              <a:t>rd</a:t>
            </a:r>
            <a:r>
              <a:rPr lang="en-US"/>
              <a:t> hidden layer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(64 units)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B91973-231D-8E76-A0CD-9548418FEACA}"/>
              </a:ext>
            </a:extLst>
          </p:cNvPr>
          <p:cNvSpPr txBox="1"/>
          <p:nvPr/>
        </p:nvSpPr>
        <p:spPr>
          <a:xfrm>
            <a:off x="7971456" y="5643156"/>
            <a:ext cx="199674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Output layer 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(1 units)</a:t>
            </a:r>
            <a:endParaRPr lang="en-IN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4654B8-E17E-B292-9EB0-15C166B2A5A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8957388" y="1555890"/>
            <a:ext cx="12442" cy="537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381A85-2813-919B-3609-9F510C5E1207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8957388" y="2739289"/>
            <a:ext cx="12442" cy="537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EDE5BB-1AB6-D067-5666-95DD2A44F119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8957388" y="3922689"/>
            <a:ext cx="1" cy="537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902C45-B5C4-BF54-AD0F-8A864001EC3B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8957389" y="5106088"/>
            <a:ext cx="12442" cy="537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FC9FA33-3BDA-7511-108C-DB38E8641DA1}"/>
              </a:ext>
            </a:extLst>
          </p:cNvPr>
          <p:cNvSpPr txBox="1"/>
          <p:nvPr/>
        </p:nvSpPr>
        <p:spPr>
          <a:xfrm>
            <a:off x="6503060" y="5791602"/>
            <a:ext cx="1461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LSTM</a:t>
            </a:r>
          </a:p>
          <a:p>
            <a:pPr algn="ctr"/>
            <a:r>
              <a:rPr lang="en-US"/>
              <a:t>Architecture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2FFFE-9872-AEEF-C6B9-A38B051080DA}"/>
              </a:ext>
            </a:extLst>
          </p:cNvPr>
          <p:cNvSpPr txBox="1"/>
          <p:nvPr/>
        </p:nvSpPr>
        <p:spPr>
          <a:xfrm>
            <a:off x="10429266" y="3868057"/>
            <a:ext cx="135454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Dropout layer: 0.1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D6FBE-DAA6-4DB0-6AA0-DD45A786370E}"/>
              </a:ext>
            </a:extLst>
          </p:cNvPr>
          <p:cNvSpPr txBox="1"/>
          <p:nvPr/>
        </p:nvSpPr>
        <p:spPr>
          <a:xfrm>
            <a:off x="10429266" y="2684657"/>
            <a:ext cx="135454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Dropout layer: 0.1</a:t>
            </a:r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F9CA3D-01E4-01A0-ACAF-2EB0FBE31380}"/>
              </a:ext>
            </a:extLst>
          </p:cNvPr>
          <p:cNvCxnSpPr/>
          <p:nvPr/>
        </p:nvCxnSpPr>
        <p:spPr>
          <a:xfrm flipH="1" flipV="1">
            <a:off x="9264073" y="4191218"/>
            <a:ext cx="116519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D76954-A7DB-C589-C631-9F75B42C2DFD}"/>
              </a:ext>
            </a:extLst>
          </p:cNvPr>
          <p:cNvCxnSpPr/>
          <p:nvPr/>
        </p:nvCxnSpPr>
        <p:spPr>
          <a:xfrm flipH="1" flipV="1">
            <a:off x="9264073" y="3007821"/>
            <a:ext cx="116519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07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D1DDF8-A123-8107-4598-7738ECCC8C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3942" y="951468"/>
            <a:ext cx="11425767" cy="252000"/>
          </a:xfrm>
        </p:spPr>
        <p:txBody>
          <a:bodyPr/>
          <a:lstStyle/>
          <a:p>
            <a:r>
              <a:rPr lang="en-US" sz="1600"/>
              <a:t>Training Results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F4787E-AD7C-B972-33DF-39340C44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22DEB-6FE7-B400-9631-B4EF15F5F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8" y="1274644"/>
            <a:ext cx="4037324" cy="322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58114ED-14D2-394F-0B66-8A966A07A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264" y="3263325"/>
            <a:ext cx="3989934" cy="318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7C1849E-B937-93DB-8350-F67387D2B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480" y="1077468"/>
            <a:ext cx="4037324" cy="322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237DCC-56D8-75B6-DA07-089120C59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85" y="4571407"/>
            <a:ext cx="3101299" cy="664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E84AAB-2829-9D03-746C-1F9968743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080" y="2250017"/>
            <a:ext cx="2883840" cy="776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A316C3-98A1-CFD1-B829-EC3F69197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875" y="4591252"/>
            <a:ext cx="2883840" cy="62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77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7F9C0A-DB34-5A47-0CFB-F6B2179E4B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320" y="986524"/>
            <a:ext cx="11425767" cy="252000"/>
          </a:xfrm>
        </p:spPr>
        <p:txBody>
          <a:bodyPr/>
          <a:lstStyle/>
          <a:p>
            <a:r>
              <a:rPr lang="en-US" sz="1600"/>
              <a:t>Testing Results</a:t>
            </a:r>
            <a:endParaRPr lang="en-IN" sz="1600"/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8457D7-98FB-6F54-72CB-1CC6EEBB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Results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864E48E-E72D-8EE9-E5F8-B664D59A4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153" y="1798890"/>
            <a:ext cx="9871884" cy="374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523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C4D50-3872-FC5C-C290-9A8992AC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II: Damage parameters (D1, D2, D3, D4) identification using ANN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5FC5AE-44A8-3429-5E2F-88AF0A41152D}"/>
              </a:ext>
            </a:extLst>
          </p:cNvPr>
          <p:cNvSpPr txBox="1">
            <a:spLocks/>
          </p:cNvSpPr>
          <p:nvPr/>
        </p:nvSpPr>
        <p:spPr>
          <a:xfrm>
            <a:off x="335360" y="798243"/>
            <a:ext cx="11521280" cy="7060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34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0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Constitutive model</a:t>
            </a:r>
            <a:endParaRPr lang="fi-FI" sz="20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4DFFC95-41F2-E16A-AABB-58EE190D6527}"/>
              </a:ext>
            </a:extLst>
          </p:cNvPr>
          <p:cNvGrpSpPr/>
          <p:nvPr/>
        </p:nvGrpSpPr>
        <p:grpSpPr>
          <a:xfrm>
            <a:off x="370842" y="1576757"/>
            <a:ext cx="8443339" cy="1445765"/>
            <a:chOff x="370842" y="1576757"/>
            <a:chExt cx="8443339" cy="144576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6BA121B-19BB-76AD-E47F-E95739134BF4}"/>
                </a:ext>
              </a:extLst>
            </p:cNvPr>
            <p:cNvGrpSpPr/>
            <p:nvPr/>
          </p:nvGrpSpPr>
          <p:grpSpPr>
            <a:xfrm>
              <a:off x="379095" y="2230792"/>
              <a:ext cx="8435086" cy="791730"/>
              <a:chOff x="379095" y="2230792"/>
              <a:chExt cx="8435086" cy="791730"/>
            </a:xfrm>
          </p:grpSpPr>
          <p:sp>
            <p:nvSpPr>
              <p:cNvPr id="10" name="Text Placeholder 1">
                <a:extLst>
                  <a:ext uri="{FF2B5EF4-FFF2-40B4-BE49-F238E27FC236}">
                    <a16:creationId xmlns:a16="http://schemas.microsoft.com/office/drawing/2014/main" id="{C8BEA8CC-A57D-CAC7-D84A-BC3CD08D52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9095" y="2230792"/>
                <a:ext cx="8194537" cy="782610"/>
              </a:xfrm>
              <a:prstGeom prst="rect">
                <a:avLst/>
              </a:prstGeom>
            </p:spPr>
            <p:txBody>
              <a:bodyPr lIns="0" tIns="0" rIns="0" bIns="0"/>
              <a:lstStyle>
                <a:lvl1pPr marL="215900" indent="-432000" algn="l" defTabSz="215900" rtl="0" fontAlgn="base">
                  <a:lnSpc>
                    <a:spcPct val="13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Char char="q"/>
                  <a:tabLst>
                    <a:tab pos="215900" algn="l"/>
                  </a:tabLst>
                  <a:defRPr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792000" indent="-360000" algn="l" rtl="0" fontAlgn="base">
                  <a:lnSpc>
                    <a:spcPct val="13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00000"/>
                  </a:buClr>
                  <a:buFont typeface="Wingdings" panose="05000000000000000000" pitchFamily="2" charset="2"/>
                  <a:buChar char="Ø"/>
                  <a:tabLst>
                    <a:tab pos="4318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080000" indent="-288000" algn="l" defTabSz="215900" rtl="0" fontAlgn="base">
                  <a:lnSpc>
                    <a:spcPct val="13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00000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6477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68000" indent="-288000" algn="l" defTabSz="215900" rtl="0" fontAlgn="base">
                  <a:lnSpc>
                    <a:spcPct val="13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00000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86360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863600" indent="-2159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-"/>
                  <a:tabLst>
                    <a:tab pos="895350" algn="l"/>
                  </a:tabLs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5900" marR="0" lvl="0" indent="-432000" algn="l" defTabSz="2159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4543FC"/>
                  </a:buClr>
                  <a:buSzPct val="90000"/>
                  <a:buFont typeface="Wingdings" panose="05000000000000000000" pitchFamily="2" charset="2"/>
                  <a:buChar char="q"/>
                  <a:tabLst>
                    <a:tab pos="2159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Yield function </a:t>
                </a: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=</a:t>
                </a: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Flow potential:</a:t>
                </a:r>
              </a:p>
              <a:p>
                <a:pPr marL="215900" marR="0" lvl="0" indent="-432000" algn="l" defTabSz="2159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4543FC"/>
                  </a:buClr>
                  <a:buSzPct val="90000"/>
                  <a:buFont typeface="Wingdings" panose="05000000000000000000" pitchFamily="2" charset="2"/>
                  <a:buChar char="q"/>
                  <a:tabLst>
                    <a:tab pos="2159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Hardening function:</a:t>
                </a:r>
              </a:p>
              <a:p>
                <a:pPr marL="0" marR="0" lvl="0" indent="0" algn="l" defTabSz="2159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None/>
                  <a:tabLst>
                    <a:tab pos="215900" algn="l"/>
                  </a:tabLst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215900" marR="0" lvl="0" indent="-432000" algn="l" defTabSz="215900" rtl="0" eaLnBrk="1" fontAlgn="base" latinLnBrk="0" hangingPunct="1">
                  <a:lnSpc>
                    <a:spcPct val="13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Char char="q"/>
                  <a:tabLst>
                    <a:tab pos="215900" algn="l"/>
                  </a:tabLst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215900" marR="0" lvl="0" indent="-432000" algn="l" defTabSz="215900" rtl="0" eaLnBrk="1" fontAlgn="base" latinLnBrk="0" hangingPunct="1">
                  <a:lnSpc>
                    <a:spcPct val="13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Char char="q"/>
                  <a:tabLst>
                    <a:tab pos="215900" algn="l"/>
                  </a:tabLst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215900" marR="0" lvl="0" indent="-432000" algn="l" defTabSz="215900" rtl="0" eaLnBrk="1" fontAlgn="base" latinLnBrk="0" hangingPunct="1">
                  <a:lnSpc>
                    <a:spcPct val="13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Char char="q"/>
                  <a:tabLst>
                    <a:tab pos="215900" algn="l"/>
                  </a:tabLst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83100A2A-A448-D38C-8170-B210C159BF31}"/>
                      </a:ext>
                    </a:extLst>
                  </p:cNvPr>
                  <p:cNvSpPr/>
                  <p:nvPr/>
                </p:nvSpPr>
                <p:spPr>
                  <a:xfrm>
                    <a:off x="4326463" y="2293312"/>
                    <a:ext cx="2476640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de-DE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0" lang="en-GB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kumimoji="0" lang="en-US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kumimoji="0" lang="fi-FI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fi-FI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</m:acc>
                          <m:r>
                            <a:rPr kumimoji="0" lang="fi-FI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d>
                            <m:dPr>
                              <m:ctrlPr>
                                <a:rPr kumimoji="0" lang="fi-FI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fi-FI" sz="1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r>
                                <a:rPr kumimoji="0" lang="fi-FI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𝐷</m:t>
                              </m:r>
                            </m:e>
                          </m:d>
                          <m:r>
                            <a:rPr kumimoji="0" lang="fi-FI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fi-FI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i-FI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fi-FI" sz="1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fi-FI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0" lang="fi-FI" sz="1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0" lang="fi-FI" sz="1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fi-FI" sz="1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𝜀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kumimoji="0" lang="fi-FI" sz="1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sup>
                              </m:sSup>
                            </m:e>
                          </m:d>
                          <m:r>
                            <a:rPr kumimoji="0" lang="en-GB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≤0</m:t>
                          </m:r>
                        </m:oMath>
                      </m:oMathPara>
                    </a14:m>
                    <a:endPara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83100A2A-A448-D38C-8170-B210C159BF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6463" y="2293312"/>
                    <a:ext cx="2476640" cy="3077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78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0739A675-0702-D7F9-ABD3-34E63F6C01E0}"/>
                      </a:ext>
                    </a:extLst>
                  </p:cNvPr>
                  <p:cNvSpPr txBox="1"/>
                  <p:nvPr/>
                </p:nvSpPr>
                <p:spPr>
                  <a:xfrm>
                    <a:off x="3630893" y="2607793"/>
                    <a:ext cx="5183288" cy="4147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fi-FI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i-FI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fi-FI" sz="14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fi-FI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0" lang="fi-FI" sz="1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0" lang="fi-FI" sz="1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fi-FI" sz="1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kumimoji="0" lang="fi-FI" sz="1400" b="0" i="0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p>
                              </m:sSup>
                            </m:e>
                          </m:d>
                          <m:r>
                            <a:rPr kumimoji="0" lang="fi-FI" sz="14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fi-FI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kumimoji="0" lang="fi-FI" sz="14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kumimoji="0" lang="fi-FI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kumimoji="0" lang="fi-FI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fi-FI" sz="1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fi-FI" sz="1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fi-FI" sz="14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FF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fi-FI" sz="14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FF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0" lang="fi-FI" sz="1400" b="0" i="0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kumimoji="0" lang="fi-FI" sz="1400" b="0" i="0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0" lang="fi-FI" sz="1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fi-FI" sz="14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FF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fi-FI" sz="14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FF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kumimoji="0" lang="fi-FI" sz="1400" b="0" i="0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kumimoji="0" lang="fi-FI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kumimoji="0" lang="fi-FI" sz="14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fi-FI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fi-FI" sz="14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0" lang="fi-FI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kumimoji="0" lang="fi-FI" sz="14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0" lang="fi-FI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fi-FI" sz="1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i-FI" sz="1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0" lang="fi-FI" sz="1400" b="0" i="0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fi-FI" sz="14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0" lang="fi-FI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kumimoji="0" lang="fi-FI" sz="1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fi-FI" sz="1400" b="0" i="0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kumimoji="0" lang="fi-FI" sz="1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fi-FI" sz="1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kumimoji="0" lang="fi-FI" sz="1400" b="0" i="0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0" lang="fi-FI" sz="1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p>
                                        <m:sSupPr>
                                          <m:ctrlPr>
                                            <a:rPr kumimoji="0" lang="fi-FI" sz="14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FF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0" lang="fi-FI" sz="14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00FF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0" lang="fi-FI" sz="14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00FF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0" lang="fi-FI" sz="1400" b="0" i="0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FF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P</m:t>
                                          </m:r>
                                        </m:sup>
                                      </m:sSup>
                                    </m:sup>
                                  </m:sSup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kumimoji="0" lang="fi-FI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0739A675-0702-D7F9-ABD3-34E63F6C0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0893" y="2607793"/>
                    <a:ext cx="5183288" cy="41472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32D2C3-BBD4-2F53-9597-11EBDC9C63C8}"/>
                </a:ext>
              </a:extLst>
            </p:cNvPr>
            <p:cNvSpPr txBox="1"/>
            <p:nvPr/>
          </p:nvSpPr>
          <p:spPr>
            <a:xfrm>
              <a:off x="370842" y="1576757"/>
              <a:ext cx="1787669" cy="369332"/>
            </a:xfrm>
            <a:prstGeom prst="rect">
              <a:avLst/>
            </a:prstGeom>
            <a:solidFill>
              <a:srgbClr val="0000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CN" kern="0">
                  <a:solidFill>
                    <a:prstClr val="white"/>
                  </a:solidFill>
                  <a:latin typeface="Arial"/>
                </a:rPr>
                <a:t>Plasticity model</a:t>
              </a:r>
              <a:endParaRPr lang="zh-CN" altLang="en-US" kern="0">
                <a:solidFill>
                  <a:prstClr val="white"/>
                </a:solidFill>
                <a:latin typeface="Arial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5A35D93-51DE-FD7E-D4A4-29B2BAC58B93}"/>
              </a:ext>
            </a:extLst>
          </p:cNvPr>
          <p:cNvGrpSpPr/>
          <p:nvPr/>
        </p:nvGrpSpPr>
        <p:grpSpPr>
          <a:xfrm>
            <a:off x="8381449" y="3214767"/>
            <a:ext cx="3258315" cy="3179636"/>
            <a:chOff x="8381449" y="3214767"/>
            <a:chExt cx="3258315" cy="3179636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46A4798-1AB5-989A-CC64-CB7D295A8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1449" y="3315883"/>
              <a:ext cx="3258315" cy="307852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EAE9317-33C3-1D99-9340-F5C0F46D7110}"/>
                </a:ext>
              </a:extLst>
            </p:cNvPr>
            <p:cNvSpPr txBox="1"/>
            <p:nvPr/>
          </p:nvSpPr>
          <p:spPr>
            <a:xfrm>
              <a:off x="9408160" y="3214767"/>
              <a:ext cx="1389440" cy="307777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kern="0">
                  <a:solidFill>
                    <a:prstClr val="black"/>
                  </a:solidFill>
                  <a:cs typeface="Arial" panose="020B0604020202020204" pitchFamily="34" charset="0"/>
                </a:rPr>
                <a:t>Damage locus</a:t>
              </a:r>
              <a:endParaRPr lang="en-US" sz="1600" b="1" kern="0">
                <a:solidFill>
                  <a:prstClr val="black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6354863-33A1-47EB-F374-3E280FC582D3}"/>
              </a:ext>
            </a:extLst>
          </p:cNvPr>
          <p:cNvGrpSpPr/>
          <p:nvPr/>
        </p:nvGrpSpPr>
        <p:grpSpPr>
          <a:xfrm>
            <a:off x="379095" y="3534038"/>
            <a:ext cx="7878578" cy="1862955"/>
            <a:chOff x="379095" y="3534038"/>
            <a:chExt cx="7878578" cy="18629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D176108-356D-4CE5-E250-2A3314B68D40}"/>
                    </a:ext>
                  </a:extLst>
                </p:cNvPr>
                <p:cNvSpPr/>
                <p:nvPr/>
              </p:nvSpPr>
              <p:spPr>
                <a:xfrm>
                  <a:off x="3761186" y="4216779"/>
                  <a:ext cx="4496487" cy="3100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de-DE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i-FI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kumimoji="0" lang="fi-FI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𝜀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sz="1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ddi</m:t>
                            </m:r>
                          </m:sub>
                        </m:sSub>
                        <m:d>
                          <m:dPr>
                            <m:ctrlPr>
                              <a:rPr kumimoji="0" lang="fi-FI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𝜂</m:t>
                            </m:r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acc>
                              <m:accPr>
                                <m:chr m:val="̅"/>
                                <m:ctrlPr>
                                  <a:rPr kumimoji="0" lang="fi-FI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ctrlPr>
                              <a:rPr kumimoji="0" lang="fi-FI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fi-FI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kumimoji="0" lang="en-US" sz="1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kumimoji="0" lang="fi-FI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fi-FI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B05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B05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kumimoji="0" lang="en-US" sz="14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B05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∙</m:t>
                                </m:r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𝜂</m:t>
                                </m:r>
                              </m:sup>
                            </m:sSup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fi-FI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kumimoji="0" lang="en-US" sz="1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kumimoji="0" lang="fi-FI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fi-FI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B05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B05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kumimoji="0" lang="en-US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B05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∙</m:t>
                                </m:r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𝜂</m:t>
                                </m:r>
                              </m:sup>
                            </m:sSup>
                          </m:e>
                        </m:d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∙</m:t>
                        </m:r>
                        <m:sSup>
                          <m:sSupPr>
                            <m:ctrlPr>
                              <a:rPr kumimoji="0" lang="fi-FI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kumimoji="0" lang="fi-FI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</m:e>
                            </m:acc>
                          </m:e>
                          <m:sup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fi-FI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∙</m:t>
                        </m:r>
                        <m:sSup>
                          <m:sSupPr>
                            <m:ctrlPr>
                              <a:rPr kumimoji="0" lang="fi-FI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fi-FI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∙</m:t>
                            </m:r>
                            <m: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𝜂</m:t>
                            </m:r>
                          </m:sup>
                        </m:sSup>
                      </m:oMath>
                    </m:oMathPara>
                  </a14:m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D176108-356D-4CE5-E250-2A3314B68D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186" y="4216779"/>
                  <a:ext cx="4496487" cy="310085"/>
                </a:xfrm>
                <a:prstGeom prst="rect">
                  <a:avLst/>
                </a:prstGeom>
                <a:blipFill>
                  <a:blip r:embed="rId5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 Placeholder 1">
              <a:extLst>
                <a:ext uri="{FF2B5EF4-FFF2-40B4-BE49-F238E27FC236}">
                  <a16:creationId xmlns:a16="http://schemas.microsoft.com/office/drawing/2014/main" id="{CE52BC15-B4AE-7F81-7F1D-F407CC0B5572}"/>
                </a:ext>
              </a:extLst>
            </p:cNvPr>
            <p:cNvSpPr txBox="1">
              <a:spLocks/>
            </p:cNvSpPr>
            <p:nvPr/>
          </p:nvSpPr>
          <p:spPr>
            <a:xfrm>
              <a:off x="379095" y="3786648"/>
              <a:ext cx="4144593" cy="1170345"/>
            </a:xfrm>
            <a:prstGeom prst="rect">
              <a:avLst/>
            </a:prstGeom>
          </p:spPr>
          <p:txBody>
            <a:bodyPr lIns="0" tIns="0" rIns="0" bIns="0"/>
            <a:lstStyle>
              <a:lvl1pPr marL="215900" indent="-432000" algn="l" defTabSz="215900" rtl="0" fontAlgn="base">
                <a:lnSpc>
                  <a:spcPct val="13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90000"/>
                <a:buFont typeface="Wingdings" panose="05000000000000000000" pitchFamily="2" charset="2"/>
                <a:buChar char="q"/>
                <a:tabLst>
                  <a:tab pos="215900" algn="l"/>
                </a:tabLst>
                <a:defRPr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792000" indent="-360000" algn="l" rtl="0" fontAlgn="base">
                <a:lnSpc>
                  <a:spcPct val="13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Font typeface="Wingdings" panose="05000000000000000000" pitchFamily="2" charset="2"/>
                <a:buChar char="Ø"/>
                <a:tabLst>
                  <a:tab pos="4318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080000" indent="-288000" algn="l" defTabSz="215900" rtl="0" fontAlgn="base">
                <a:lnSpc>
                  <a:spcPct val="13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80000"/>
                <a:buFont typeface="Wingdings" panose="05000000000000000000" pitchFamily="2" charset="2"/>
                <a:buChar char="§"/>
                <a:tabLst>
                  <a:tab pos="6477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68000" indent="-288000" algn="l" defTabSz="215900" rtl="0" fontAlgn="base">
                <a:lnSpc>
                  <a:spcPct val="13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100000"/>
                <a:buFont typeface="Arial" panose="020B0604020202020204" pitchFamily="34" charset="0"/>
                <a:buChar char="•"/>
                <a:tabLst>
                  <a:tab pos="86360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863600" indent="-215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tabLst>
                  <a:tab pos="895350" algn="l"/>
                </a:tabLst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159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90000"/>
                <a:buFont typeface="Wingdings" panose="05000000000000000000" pitchFamily="2" charset="2"/>
                <a:buNone/>
                <a:tabLst>
                  <a:tab pos="215900" algn="l"/>
                </a:tabLst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15900" marR="0" lvl="0" indent="-432000" algn="l" defTabSz="2159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B050"/>
                </a:buClr>
                <a:buSzPct val="90000"/>
                <a:buFont typeface="Wingdings" panose="05000000000000000000" pitchFamily="2" charset="2"/>
                <a:buChar char="q"/>
                <a:tabLst>
                  <a:tab pos="215900" algn="l"/>
                </a:tabLst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Damage initiation locus: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2798634-C650-859C-0774-BA4CAE2F5EE3}"/>
                </a:ext>
              </a:extLst>
            </p:cNvPr>
            <p:cNvSpPr txBox="1"/>
            <p:nvPr/>
          </p:nvSpPr>
          <p:spPr>
            <a:xfrm>
              <a:off x="379095" y="3534038"/>
              <a:ext cx="1736373" cy="369332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CN" kern="0">
                  <a:solidFill>
                    <a:prstClr val="white"/>
                  </a:solidFill>
                  <a:latin typeface="Arial"/>
                </a:rPr>
                <a:t>Fracture model</a:t>
              </a:r>
              <a:endParaRPr lang="zh-CN" altLang="en-US" kern="0">
                <a:solidFill>
                  <a:prstClr val="white"/>
                </a:solidFill>
                <a:latin typeface="Arial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8BBBA14-B8BE-2D52-BDAF-98A562A650AD}"/>
                </a:ext>
              </a:extLst>
            </p:cNvPr>
            <p:cNvGrpSpPr/>
            <p:nvPr/>
          </p:nvGrpSpPr>
          <p:grpSpPr>
            <a:xfrm>
              <a:off x="5132742" y="5027661"/>
              <a:ext cx="1918472" cy="369332"/>
              <a:chOff x="4870169" y="4737965"/>
              <a:chExt cx="1918472" cy="36933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35F2CF-2691-D2AD-DD7E-24D64E1AD011}"/>
                  </a:ext>
                </a:extLst>
              </p:cNvPr>
              <p:cNvSpPr txBox="1"/>
              <p:nvPr/>
            </p:nvSpPr>
            <p:spPr>
              <a:xfrm>
                <a:off x="4870169" y="4737965"/>
                <a:ext cx="479618" cy="369332"/>
              </a:xfrm>
              <a:prstGeom prst="rect">
                <a:avLst/>
              </a:prstGeom>
              <a:solidFill>
                <a:schemeClr val="accent5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zh-CN" kern="0">
                    <a:solidFill>
                      <a:prstClr val="white"/>
                    </a:solidFill>
                    <a:latin typeface="Arial"/>
                  </a:rPr>
                  <a:t>D1</a:t>
                </a:r>
                <a:endParaRPr lang="zh-CN" altLang="en-US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94DD037-B89A-2C7E-C2B7-613567249529}"/>
                  </a:ext>
                </a:extLst>
              </p:cNvPr>
              <p:cNvSpPr txBox="1"/>
              <p:nvPr/>
            </p:nvSpPr>
            <p:spPr>
              <a:xfrm>
                <a:off x="5829405" y="4737965"/>
                <a:ext cx="479618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zh-CN" kern="0">
                    <a:solidFill>
                      <a:prstClr val="white"/>
                    </a:solidFill>
                    <a:latin typeface="Arial"/>
                  </a:rPr>
                  <a:t>D3</a:t>
                </a:r>
                <a:endParaRPr lang="zh-CN" altLang="en-US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0F9DDE-6665-2774-7130-1321A46660A6}"/>
                  </a:ext>
                </a:extLst>
              </p:cNvPr>
              <p:cNvSpPr txBox="1"/>
              <p:nvPr/>
            </p:nvSpPr>
            <p:spPr>
              <a:xfrm>
                <a:off x="5349787" y="4737965"/>
                <a:ext cx="479618" cy="369332"/>
              </a:xfrm>
              <a:prstGeom prst="rect">
                <a:avLst/>
              </a:prstGeom>
              <a:solidFill>
                <a:schemeClr val="bg2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zh-CN" kern="0">
                    <a:solidFill>
                      <a:prstClr val="white"/>
                    </a:solidFill>
                    <a:latin typeface="Arial"/>
                  </a:rPr>
                  <a:t>D2</a:t>
                </a:r>
                <a:endParaRPr lang="zh-CN" altLang="en-US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D363AD-9415-12EF-60F7-5F66033E0E37}"/>
                  </a:ext>
                </a:extLst>
              </p:cNvPr>
              <p:cNvSpPr txBox="1"/>
              <p:nvPr/>
            </p:nvSpPr>
            <p:spPr>
              <a:xfrm>
                <a:off x="6309023" y="4737965"/>
                <a:ext cx="479618" cy="36933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zh-CN" kern="0">
                    <a:solidFill>
                      <a:prstClr val="white"/>
                    </a:solidFill>
                    <a:latin typeface="Arial"/>
                  </a:rPr>
                  <a:t>D4</a:t>
                </a:r>
                <a:endParaRPr lang="zh-CN" altLang="en-US" kern="0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9F2B8D7-6F25-ED70-B8B4-E58650702D3A}"/>
                </a:ext>
              </a:extLst>
            </p:cNvPr>
            <p:cNvSpPr/>
            <p:nvPr/>
          </p:nvSpPr>
          <p:spPr>
            <a:xfrm>
              <a:off x="3761186" y="4111590"/>
              <a:ext cx="4414093" cy="484360"/>
            </a:xfrm>
            <a:prstGeom prst="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AC7CB61-90B6-212F-8A1D-64FF87C84A39}"/>
              </a:ext>
            </a:extLst>
          </p:cNvPr>
          <p:cNvSpPr txBox="1"/>
          <p:nvPr/>
        </p:nvSpPr>
        <p:spPr>
          <a:xfrm>
            <a:off x="5132742" y="1576757"/>
            <a:ext cx="479618" cy="369332"/>
          </a:xfrm>
          <a:prstGeom prst="rect">
            <a:avLst/>
          </a:prstGeom>
          <a:solidFill>
            <a:srgbClr val="7030A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kern="0">
                <a:solidFill>
                  <a:prstClr val="white"/>
                </a:solidFill>
                <a:latin typeface="Arial"/>
              </a:rPr>
              <a:t>DII</a:t>
            </a:r>
            <a:endParaRPr lang="zh-CN" altLang="en-US" kern="0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5507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8D863-4EC1-17C8-6909-744F295E6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145917"/>
            <a:ext cx="9377025" cy="1443899"/>
          </a:xfrm>
        </p:spPr>
        <p:txBody>
          <a:bodyPr lIns="0" tIns="0" rIns="0" bIns="0" anchor="t"/>
          <a:lstStyle/>
          <a:p>
            <a:pPr marL="0" indent="0">
              <a:buNone/>
            </a:pPr>
            <a:endParaRPr lang="en-US"/>
          </a:p>
          <a:p>
            <a:r>
              <a:rPr lang="en-US"/>
              <a:t>Total 75 datasets from simulation: </a:t>
            </a:r>
            <a:r>
              <a:rPr lang="en-US">
                <a:latin typeface="Arial"/>
                <a:cs typeface="Arial"/>
              </a:rPr>
              <a:t>60 for training, 15 for testing</a:t>
            </a:r>
          </a:p>
          <a:p>
            <a:r>
              <a:rPr lang="en-US">
                <a:latin typeface="Arial"/>
                <a:cs typeface="Arial"/>
              </a:rPr>
              <a:t>Experimental force-displacement of 5 geometries for prediction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1B284F-68E5-9F14-3B78-A0AC1DE4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EBFF4-C748-5589-9A28-8A04183A35A2}"/>
              </a:ext>
            </a:extLst>
          </p:cNvPr>
          <p:cNvSpPr txBox="1"/>
          <p:nvPr/>
        </p:nvSpPr>
        <p:spPr>
          <a:xfrm>
            <a:off x="1043649" y="3676360"/>
            <a:ext cx="1635827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tx2"/>
                </a:solidFill>
                <a:sym typeface="Wingdings" panose="05000000000000000000" pitchFamily="2" charset="2"/>
              </a:rPr>
              <a:t> Training</a:t>
            </a:r>
            <a:endParaRPr lang="en-IN" b="1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>
                <a:solidFill>
                  <a:srgbClr val="FF0000"/>
                </a:solidFill>
                <a:sym typeface="Wingdings" panose="05000000000000000000" pitchFamily="2" charset="2"/>
              </a:rPr>
              <a:t>Testing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>
                <a:solidFill>
                  <a:schemeClr val="accent3"/>
                </a:solidFill>
              </a:rPr>
              <a:t>Prediction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59D7668D-D9BA-D414-538B-DEB93347F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449513"/>
              </p:ext>
            </p:extLst>
          </p:nvPr>
        </p:nvGraphicFramePr>
        <p:xfrm>
          <a:off x="4173647" y="2413985"/>
          <a:ext cx="4758185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4041">
                  <a:extLst>
                    <a:ext uri="{9D8B030D-6E8A-4147-A177-3AD203B41FA5}">
                      <a16:colId xmlns:a16="http://schemas.microsoft.com/office/drawing/2014/main" val="1406374129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559681172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387656138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1577495296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3913553133"/>
                    </a:ext>
                  </a:extLst>
                </a:gridCol>
                <a:gridCol w="559424">
                  <a:extLst>
                    <a:ext uri="{9D8B030D-6E8A-4147-A177-3AD203B41FA5}">
                      <a16:colId xmlns:a16="http://schemas.microsoft.com/office/drawing/2014/main" val="415801533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N"/>
                        <a:t>Simulation values @ fracture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/>
                        <a:t>Geometry</a:t>
                      </a:r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6000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G4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39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Force</a:t>
                      </a:r>
                      <a:endParaRPr lang="en-IN"/>
                    </a:p>
                  </a:txBody>
                  <a:tcPr/>
                </a:tc>
                <a:tc rowSpan="8" gridSpan="5">
                  <a:txBody>
                    <a:bodyPr/>
                    <a:lstStyle/>
                    <a:p>
                      <a:pPr algn="ctr"/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algn="ctr"/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algn="ctr"/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654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Displacement</a:t>
                      </a:r>
                      <a:endParaRPr lang="en-IN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43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PEEQ</a:t>
                      </a:r>
                      <a:endParaRPr lang="en-IN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93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Triax</a:t>
                      </a:r>
                      <a:endParaRPr lang="en-IN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4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Lode</a:t>
                      </a:r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64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SMax</a:t>
                      </a:r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86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err="1"/>
                        <a:t>SMid</a:t>
                      </a:r>
                      <a:endParaRPr lang="en-IN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56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err="1"/>
                        <a:t>SMin</a:t>
                      </a:r>
                      <a:endParaRPr lang="en-IN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490790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B09992BE-1C9A-CEF1-A11A-8EA1F8D4684A}"/>
              </a:ext>
            </a:extLst>
          </p:cNvPr>
          <p:cNvGrpSpPr/>
          <p:nvPr/>
        </p:nvGrpSpPr>
        <p:grpSpPr>
          <a:xfrm>
            <a:off x="4172383" y="3143656"/>
            <a:ext cx="4759449" cy="2979771"/>
            <a:chOff x="4172383" y="3143656"/>
            <a:chExt cx="4759449" cy="297977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A0825E-0C12-308F-0948-5F0B480B739B}"/>
                </a:ext>
              </a:extLst>
            </p:cNvPr>
            <p:cNvSpPr/>
            <p:nvPr/>
          </p:nvSpPr>
          <p:spPr>
            <a:xfrm>
              <a:off x="6165410" y="3143656"/>
              <a:ext cx="2766422" cy="2978729"/>
            </a:xfrm>
            <a:prstGeom prst="rect">
              <a:avLst/>
            </a:prstGeom>
            <a:solidFill>
              <a:srgbClr val="00549F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E53F91-2821-45F1-46B8-BC3C5174BF80}"/>
                </a:ext>
              </a:extLst>
            </p:cNvPr>
            <p:cNvSpPr/>
            <p:nvPr/>
          </p:nvSpPr>
          <p:spPr>
            <a:xfrm>
              <a:off x="6147308" y="5151427"/>
              <a:ext cx="1364400" cy="972000"/>
            </a:xfrm>
            <a:prstGeom prst="rect">
              <a:avLst/>
            </a:prstGeom>
            <a:solidFill>
              <a:srgbClr val="FF0000">
                <a:alpha val="82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3C84E5-E29B-1846-6051-5E9583078733}"/>
                </a:ext>
              </a:extLst>
            </p:cNvPr>
            <p:cNvSpPr txBox="1"/>
            <p:nvPr/>
          </p:nvSpPr>
          <p:spPr>
            <a:xfrm>
              <a:off x="7227223" y="4421974"/>
              <a:ext cx="64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80%</a:t>
              </a:r>
              <a:endParaRPr lang="fi-FI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7B7769-E8A1-9B29-73EE-C82E7E883CE2}"/>
                </a:ext>
              </a:extLst>
            </p:cNvPr>
            <p:cNvSpPr txBox="1"/>
            <p:nvPr/>
          </p:nvSpPr>
          <p:spPr>
            <a:xfrm>
              <a:off x="6508110" y="5461814"/>
              <a:ext cx="642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20%</a:t>
              </a:r>
              <a:endParaRPr lang="fi-FI">
                <a:solidFill>
                  <a:schemeClr val="bg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55DD89-3D60-4129-7B59-BD5143FFB7BB}"/>
                </a:ext>
              </a:extLst>
            </p:cNvPr>
            <p:cNvSpPr/>
            <p:nvPr/>
          </p:nvSpPr>
          <p:spPr>
            <a:xfrm>
              <a:off x="4173647" y="3170816"/>
              <a:ext cx="1990499" cy="714228"/>
            </a:xfrm>
            <a:prstGeom prst="rect">
              <a:avLst/>
            </a:prstGeom>
            <a:solidFill>
              <a:schemeClr val="accent3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8CEA0A-8AAA-9480-69B0-166CC0064F84}"/>
                </a:ext>
              </a:extLst>
            </p:cNvPr>
            <p:cNvSpPr/>
            <p:nvPr/>
          </p:nvSpPr>
          <p:spPr>
            <a:xfrm>
              <a:off x="4172383" y="3909738"/>
              <a:ext cx="1990499" cy="2203593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</p:grpSp>
    </p:spTree>
    <p:extLst>
      <p:ext uri="{BB962C8B-B14F-4D97-AF65-F5344CB8AC3E}">
        <p14:creationId xmlns:p14="http://schemas.microsoft.com/office/powerpoint/2010/main" val="4115857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FF5EB-254F-4A96-B538-BAD946C61A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8" y="1684799"/>
            <a:ext cx="11199281" cy="229607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 Subset of machine learning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 Mimics the human brain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 Comprises of node layers: input layer, one or more hidden layers, output layer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 node =&gt; artificial neuron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 Accuracy depends greatly on training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165DF6-867D-4711-8EC9-53E82405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ANN – Artificial Neural Network	</a:t>
            </a:r>
            <a:endParaRPr lang="en-IN"/>
          </a:p>
        </p:txBody>
      </p:sp>
      <p:pic>
        <p:nvPicPr>
          <p:cNvPr id="1026" name="Picture 2" descr="Visual diagram of an input layer, hidden layers, and an output layer of a feedforward neural network">
            <a:extLst>
              <a:ext uri="{FF2B5EF4-FFF2-40B4-BE49-F238E27FC236}">
                <a16:creationId xmlns:a16="http://schemas.microsoft.com/office/drawing/2014/main" id="{3B2D44B6-676E-43A6-B407-65815A4BA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277" y="3004127"/>
            <a:ext cx="4476605" cy="318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7FA343-5AE7-4D8B-A559-1698D54C49B9}"/>
              </a:ext>
            </a:extLst>
          </p:cNvPr>
          <p:cNvSpPr txBox="1"/>
          <p:nvPr/>
        </p:nvSpPr>
        <p:spPr>
          <a:xfrm>
            <a:off x="9387558" y="6076628"/>
            <a:ext cx="2421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/>
              <a:t>https://www.ibm.com/cloud/learn/neural-networks</a:t>
            </a:r>
          </a:p>
        </p:txBody>
      </p:sp>
    </p:spTree>
    <p:extLst>
      <p:ext uri="{BB962C8B-B14F-4D97-AF65-F5344CB8AC3E}">
        <p14:creationId xmlns:p14="http://schemas.microsoft.com/office/powerpoint/2010/main" val="158963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EA459-B078-466D-AB31-1767FB83AE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How do neural networks work?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3D4A9-3550-4B3E-A303-2BF80BD779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9" y="1684799"/>
            <a:ext cx="7753175" cy="473447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 Each node consists of input, weights, bias and output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0" i="0">
                <a:solidFill>
                  <a:srgbClr val="000000"/>
                </a:solidFill>
                <a:effectLst/>
                <a:latin typeface="proxima_novaregular"/>
              </a:rPr>
              <a:t> combination = </a:t>
            </a:r>
            <a:r>
              <a:rPr lang="en-IN" b="0" i="0">
                <a:solidFill>
                  <a:srgbClr val="FF0000"/>
                </a:solidFill>
                <a:effectLst/>
                <a:latin typeface="proxima_novaregular"/>
              </a:rPr>
              <a:t>weights * inputs + bias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>
                <a:solidFill>
                  <a:srgbClr val="000000"/>
                </a:solidFill>
                <a:effectLst/>
                <a:latin typeface="proxima_novaregular"/>
              </a:rPr>
              <a:t> activation function produces the output = &gt; output = activation(combination)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00000"/>
                </a:solidFill>
                <a:latin typeface="proxima_novaregular"/>
              </a:rPr>
              <a:t> Examples of activation functions include linear function, logistics function, rectified linear unit function (</a:t>
            </a:r>
            <a:r>
              <a:rPr lang="en-US" err="1">
                <a:solidFill>
                  <a:srgbClr val="000000"/>
                </a:solidFill>
                <a:latin typeface="proxima_novaregular"/>
              </a:rPr>
              <a:t>ReLU</a:t>
            </a:r>
            <a:r>
              <a:rPr lang="en-US">
                <a:solidFill>
                  <a:srgbClr val="000000"/>
                </a:solidFill>
                <a:latin typeface="proxima_novaregular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00000"/>
                </a:solidFill>
                <a:latin typeface="proxima_novaregular"/>
              </a:rPr>
              <a:t> Weights are initially assigned randomly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00000"/>
                </a:solidFill>
                <a:latin typeface="proxima_novaregular"/>
              </a:rPr>
              <a:t> Outputs from one layer serve as input to next layer</a:t>
            </a:r>
            <a:r>
              <a:rPr lang="en-IN">
                <a:solidFill>
                  <a:srgbClr val="000000"/>
                </a:solidFill>
                <a:latin typeface="proxima_novaregular"/>
              </a:rPr>
              <a:t> :- feed-forward network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>
                <a:solidFill>
                  <a:srgbClr val="000000"/>
                </a:solidFill>
                <a:latin typeface="proxima_novaregular"/>
              </a:rPr>
              <a:t> Training</a:t>
            </a:r>
          </a:p>
          <a:p>
            <a:pPr lvl="1">
              <a:lnSpc>
                <a:spcPct val="150000"/>
              </a:lnSpc>
            </a:pPr>
            <a:r>
              <a:rPr lang="en-IN">
                <a:solidFill>
                  <a:srgbClr val="000000"/>
                </a:solidFill>
                <a:latin typeface="proxima_novaregular"/>
              </a:rPr>
              <a:t>Loss function (e.g. mean squared error) to measure the model’s error in predictions</a:t>
            </a:r>
          </a:p>
          <a:p>
            <a:pPr lvl="1">
              <a:lnSpc>
                <a:spcPct val="150000"/>
              </a:lnSpc>
            </a:pPr>
            <a:r>
              <a:rPr lang="en-IN">
                <a:solidFill>
                  <a:srgbClr val="000000"/>
                </a:solidFill>
                <a:latin typeface="proxima_novaregular"/>
              </a:rPr>
              <a:t>Backpropagation: the output of the network is backpropagated and the weights and biases are updated based on the gradient of the loss function</a:t>
            </a:r>
          </a:p>
          <a:p>
            <a:pPr lvl="1">
              <a:lnSpc>
                <a:spcPct val="150000"/>
              </a:lnSpc>
            </a:pPr>
            <a:r>
              <a:rPr lang="en-IN">
                <a:solidFill>
                  <a:srgbClr val="000000"/>
                </a:solidFill>
                <a:latin typeface="proxima_novaregular"/>
              </a:rPr>
              <a:t>Optimization algorithms are used to optimize the weights and biases to minimise error</a:t>
            </a:r>
          </a:p>
          <a:p>
            <a:pPr marL="0" indent="0">
              <a:lnSpc>
                <a:spcPct val="150000"/>
              </a:lnSpc>
              <a:buNone/>
            </a:pPr>
            <a:endParaRPr lang="en-IN">
              <a:solidFill>
                <a:srgbClr val="000000"/>
              </a:solidFill>
              <a:latin typeface="proxima_novaregular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744691-7495-4D00-B516-47B46B6F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ANN</a:t>
            </a:r>
            <a:endParaRPr lang="en-IN"/>
          </a:p>
        </p:txBody>
      </p:sp>
      <p:pic>
        <p:nvPicPr>
          <p:cNvPr id="5" name="Picture 2" descr="Visual diagram of an input layer, hidden layers, and an output layer of a feedforward neural network">
            <a:extLst>
              <a:ext uri="{FF2B5EF4-FFF2-40B4-BE49-F238E27FC236}">
                <a16:creationId xmlns:a16="http://schemas.microsoft.com/office/drawing/2014/main" id="{18729179-2C86-C43C-F9DF-13705AAC2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085" y="2286737"/>
            <a:ext cx="3708947" cy="263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491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AD9651-CD9B-46AD-3997-474286EF2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ANN</a:t>
            </a:r>
            <a:endParaRPr lang="fi-FI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4FBFD-AC1F-6159-B98E-0D6C22EBBCFB}"/>
              </a:ext>
            </a:extLst>
          </p:cNvPr>
          <p:cNvSpPr txBox="1"/>
          <p:nvPr/>
        </p:nvSpPr>
        <p:spPr>
          <a:xfrm>
            <a:off x="274320" y="857168"/>
            <a:ext cx="71652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Inputs/Features: </a:t>
            </a:r>
            <a:r>
              <a:rPr lang="en-US" sz="1800"/>
              <a:t>force, displacement, geometry (different versions with different inputs were tried)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 b="1"/>
              <a:t>Outputs/Labels: </a:t>
            </a:r>
            <a:r>
              <a:rPr lang="en-US" sz="1800"/>
              <a:t>D1, D2, D3, D4</a:t>
            </a:r>
          </a:p>
          <a:p>
            <a:endParaRPr lang="en-US" sz="1800"/>
          </a:p>
          <a:p>
            <a:r>
              <a:rPr lang="en-US" sz="1800" b="1"/>
              <a:t>Data normalization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 b="1"/>
              <a:t>Hyperparameter tuning</a:t>
            </a:r>
            <a:r>
              <a:rPr lang="en-US" sz="1800"/>
              <a:t>: to optimize right number of units per layer: </a:t>
            </a:r>
            <a:r>
              <a:rPr lang="en-US"/>
              <a:t>Grid search</a:t>
            </a:r>
            <a:endParaRPr lang="en-US" sz="1800"/>
          </a:p>
          <a:p>
            <a:endParaRPr lang="en-US" sz="1800"/>
          </a:p>
          <a:p>
            <a:r>
              <a:rPr lang="en-US" sz="1800" b="1"/>
              <a:t>Number of epochs </a:t>
            </a:r>
            <a:r>
              <a:rPr lang="en-US" sz="1800"/>
              <a:t>(total number of iterations of training data): 100</a:t>
            </a:r>
          </a:p>
          <a:p>
            <a:endParaRPr lang="en-US" sz="1800"/>
          </a:p>
          <a:p>
            <a:r>
              <a:rPr lang="en-US" sz="1800" b="1"/>
              <a:t>Batch size </a:t>
            </a:r>
            <a:r>
              <a:rPr lang="en-US" sz="1800"/>
              <a:t>(number of data samples processed before adjusting weights and biases): 16</a:t>
            </a:r>
          </a:p>
          <a:p>
            <a:endParaRPr lang="en-US" sz="1800"/>
          </a:p>
          <a:p>
            <a:r>
              <a:rPr lang="en-US" sz="1800" b="1"/>
              <a:t>Activation function </a:t>
            </a:r>
            <a:r>
              <a:rPr lang="en-US" sz="1800"/>
              <a:t>(function to evaluate the output of a node/unit): </a:t>
            </a:r>
            <a:r>
              <a:rPr lang="en-US" sz="1800" err="1"/>
              <a:t>RelU</a:t>
            </a:r>
            <a:r>
              <a:rPr lang="en-US" sz="1800"/>
              <a:t> </a:t>
            </a:r>
          </a:p>
          <a:p>
            <a:endParaRPr lang="en-US" sz="1800"/>
          </a:p>
          <a:p>
            <a:r>
              <a:rPr lang="en-US" sz="1800" b="1"/>
              <a:t>Loss function </a:t>
            </a:r>
            <a:r>
              <a:rPr lang="en-US" sz="1800"/>
              <a:t>(function to evaluate how close the predicted and real outcomes are): Mean squared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43171-4803-3805-F028-D268A91857E8}"/>
              </a:ext>
            </a:extLst>
          </p:cNvPr>
          <p:cNvSpPr txBox="1"/>
          <p:nvPr/>
        </p:nvSpPr>
        <p:spPr>
          <a:xfrm>
            <a:off x="7878148" y="1488057"/>
            <a:ext cx="199675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Input layer 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(3 neurons)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544705-17E7-643C-51E8-9481C8193D0A}"/>
              </a:ext>
            </a:extLst>
          </p:cNvPr>
          <p:cNvSpPr txBox="1"/>
          <p:nvPr/>
        </p:nvSpPr>
        <p:spPr>
          <a:xfrm>
            <a:off x="7890589" y="2671456"/>
            <a:ext cx="1996751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hidden layer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(4 neurons)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E3FEF6-FBEC-BAC8-968B-156889C38800}"/>
              </a:ext>
            </a:extLst>
          </p:cNvPr>
          <p:cNvSpPr txBox="1"/>
          <p:nvPr/>
        </p:nvSpPr>
        <p:spPr>
          <a:xfrm>
            <a:off x="7878148" y="3854856"/>
            <a:ext cx="199675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hidden layer 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(8 neurons)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0236FF-7CA5-1B7F-5ADD-0562811A2483}"/>
              </a:ext>
            </a:extLst>
          </p:cNvPr>
          <p:cNvSpPr txBox="1"/>
          <p:nvPr/>
        </p:nvSpPr>
        <p:spPr>
          <a:xfrm>
            <a:off x="7890591" y="5045721"/>
            <a:ext cx="199674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Output layer </a:t>
            </a:r>
          </a:p>
          <a:p>
            <a:pPr algn="ctr"/>
            <a:r>
              <a:rPr lang="en-US">
                <a:solidFill>
                  <a:srgbClr val="FF0000"/>
                </a:solidFill>
              </a:rPr>
              <a:t>(4 neurons)</a:t>
            </a:r>
            <a:endParaRPr lang="en-IN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F24B4C-0000-BD01-90D8-27EC091A7491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8876523" y="2134388"/>
            <a:ext cx="12442" cy="537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29B36F-3B6B-7125-2B88-93384B8A0B55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8876523" y="3317787"/>
            <a:ext cx="12442" cy="537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9113CE-A1EC-30D5-B73F-8D443A89548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876523" y="4501187"/>
            <a:ext cx="1" cy="537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64AD0C-9676-D0FD-EE15-70FFBD961B8E}"/>
              </a:ext>
            </a:extLst>
          </p:cNvPr>
          <p:cNvSpPr txBox="1"/>
          <p:nvPr/>
        </p:nvSpPr>
        <p:spPr>
          <a:xfrm>
            <a:off x="10223239" y="3276358"/>
            <a:ext cx="1461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ANN</a:t>
            </a:r>
          </a:p>
          <a:p>
            <a:pPr algn="ctr"/>
            <a:r>
              <a:rPr lang="en-US"/>
              <a:t>Architecture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34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A966EC-B084-4A73-00FE-E07903EB0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Fracture Loci</a:t>
            </a:r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3BC94828-84FD-AEFB-28CD-3370B6DBE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3967"/>
            <a:ext cx="3449119" cy="283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ECBC6710-7D5E-9A09-6271-467DB54B5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74" y="873967"/>
            <a:ext cx="3388252" cy="283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6D41DDED-D152-485E-F873-F612DD1AD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964" y="873967"/>
            <a:ext cx="3388252" cy="283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F2E41C5B-5F0D-B20B-EE56-2C0017DF2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412" y="3626789"/>
            <a:ext cx="3388252" cy="283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>
            <a:extLst>
              <a:ext uri="{FF2B5EF4-FFF2-40B4-BE49-F238E27FC236}">
                <a16:creationId xmlns:a16="http://schemas.microsoft.com/office/drawing/2014/main" id="{B9756BD5-E77E-67CD-FE04-5199B3207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419" y="3626789"/>
            <a:ext cx="3388252" cy="283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330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F7AD51-38EE-F2F5-62B8-3657E2E7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2D Surface Projections</a:t>
            </a:r>
          </a:p>
        </p:txBody>
      </p:sp>
      <p:pic>
        <p:nvPicPr>
          <p:cNvPr id="4108" name="Picture 12">
            <a:extLst>
              <a:ext uri="{FF2B5EF4-FFF2-40B4-BE49-F238E27FC236}">
                <a16:creationId xmlns:a16="http://schemas.microsoft.com/office/drawing/2014/main" id="{717683CF-7AE1-E07A-EC72-3CEF94DF9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70" y="833535"/>
            <a:ext cx="3433296" cy="270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73B65C9B-4EC8-2515-7E2D-2490543FA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352" y="833535"/>
            <a:ext cx="3433296" cy="270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>
            <a:extLst>
              <a:ext uri="{FF2B5EF4-FFF2-40B4-BE49-F238E27FC236}">
                <a16:creationId xmlns:a16="http://schemas.microsoft.com/office/drawing/2014/main" id="{F803B750-164E-21E7-938C-180EE83A3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1134" y="834404"/>
            <a:ext cx="3433296" cy="270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>
            <a:extLst>
              <a:ext uri="{FF2B5EF4-FFF2-40B4-BE49-F238E27FC236}">
                <a16:creationId xmlns:a16="http://schemas.microsoft.com/office/drawing/2014/main" id="{20719966-ADBC-B11E-25FD-8A7FE384D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566" y="3622014"/>
            <a:ext cx="3433296" cy="270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>
            <a:extLst>
              <a:ext uri="{FF2B5EF4-FFF2-40B4-BE49-F238E27FC236}">
                <a16:creationId xmlns:a16="http://schemas.microsoft.com/office/drawing/2014/main" id="{92783304-F0F8-2276-7D52-54CDBFCEB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140" y="3622014"/>
            <a:ext cx="3433296" cy="270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Lightning Bolt 6">
            <a:extLst>
              <a:ext uri="{FF2B5EF4-FFF2-40B4-BE49-F238E27FC236}">
                <a16:creationId xmlns:a16="http://schemas.microsoft.com/office/drawing/2014/main" id="{7933E4D1-657E-C40B-6A8C-F21B0F7639BA}"/>
              </a:ext>
            </a:extLst>
          </p:cNvPr>
          <p:cNvSpPr/>
          <p:nvPr/>
        </p:nvSpPr>
        <p:spPr>
          <a:xfrm flipH="1">
            <a:off x="10013872" y="4646160"/>
            <a:ext cx="534154" cy="525101"/>
          </a:xfrm>
          <a:prstGeom prst="lightningBol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18160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4801-A7D2-B53E-4554-0BC992C0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Results</a:t>
            </a:r>
            <a:r>
              <a:rPr lang="fi-FI"/>
              <a:t> – </a:t>
            </a:r>
            <a:r>
              <a:rPr lang="fi-FI" err="1"/>
              <a:t>Validation</a:t>
            </a:r>
            <a:r>
              <a:rPr lang="fi-FI"/>
              <a:t> on </a:t>
            </a:r>
            <a:r>
              <a:rPr lang="fi-FI" err="1"/>
              <a:t>Fracture</a:t>
            </a:r>
            <a:r>
              <a:rPr lang="fi-FI"/>
              <a:t> </a:t>
            </a:r>
            <a:r>
              <a:rPr lang="fi-FI" err="1"/>
              <a:t>Points</a:t>
            </a:r>
            <a:r>
              <a:rPr lang="fi-FI"/>
              <a:t> </a:t>
            </a:r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EFA352F6-23CC-FE7E-4DAD-2D7762F59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475" y="3898231"/>
            <a:ext cx="3827290" cy="2700474"/>
          </a:xfrm>
          <a:prstGeom prst="rect">
            <a:avLst/>
          </a:prstGeom>
        </p:spPr>
      </p:pic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5BA9BE66-170D-C644-65C0-C41E42992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285" y="972350"/>
            <a:ext cx="3826618" cy="2700000"/>
          </a:xfrm>
          <a:prstGeom prst="rect">
            <a:avLst/>
          </a:prstGeom>
        </p:spPr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85394E00-444A-AFD1-04AD-525C9B784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972350"/>
            <a:ext cx="3787770" cy="2700000"/>
          </a:xfrm>
          <a:prstGeom prst="rect">
            <a:avLst/>
          </a:prstGeom>
        </p:spPr>
      </p:pic>
      <p:pic>
        <p:nvPicPr>
          <p:cNvPr id="13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49E51E55-3F2A-B5B5-B395-B6E2A54DD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317" y="972350"/>
            <a:ext cx="3787770" cy="2700000"/>
          </a:xfrm>
          <a:prstGeom prst="rect">
            <a:avLst/>
          </a:prstGeom>
        </p:spPr>
      </p:pic>
      <p:pic>
        <p:nvPicPr>
          <p:cNvPr id="15" name="Picture 14" descr="A screen shot of a white board&#10;&#10;Description automatically generated">
            <a:extLst>
              <a:ext uri="{FF2B5EF4-FFF2-40B4-BE49-F238E27FC236}">
                <a16:creationId xmlns:a16="http://schemas.microsoft.com/office/drawing/2014/main" id="{AADB0923-13B4-CA7E-7AC1-5542F6A9D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98231"/>
            <a:ext cx="3787770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25437-F98E-7401-504C-4DC9716100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118" y="1684799"/>
            <a:ext cx="9684335" cy="2552223"/>
          </a:xfrm>
        </p:spPr>
        <p:txBody>
          <a:bodyPr/>
          <a:lstStyle/>
          <a:p>
            <a:r>
              <a:rPr lang="en-US" sz="2000"/>
              <a:t>This study focuses on developing ML models to study the damage parameters</a:t>
            </a:r>
          </a:p>
          <a:p>
            <a:r>
              <a:rPr lang="en-US" sz="2000"/>
              <a:t>Prediction on damage parameter evolution is promising</a:t>
            </a:r>
          </a:p>
          <a:p>
            <a:r>
              <a:rPr lang="en-US" sz="2000"/>
              <a:t>Improvements has been made regarding the data engineering</a:t>
            </a:r>
          </a:p>
          <a:p>
            <a:r>
              <a:rPr lang="en-US" sz="2000"/>
              <a:t>Remove geometry labels – 1 out of 5 </a:t>
            </a:r>
          </a:p>
          <a:p>
            <a:r>
              <a:rPr lang="en-US" sz="2000"/>
              <a:t>Enlarge training database (Two times)</a:t>
            </a:r>
          </a:p>
          <a:p>
            <a:r>
              <a:rPr lang="en-US" sz="2000"/>
              <a:t>Scaling output layer</a:t>
            </a:r>
          </a:p>
          <a:p>
            <a:r>
              <a:rPr lang="en-US" sz="2000"/>
              <a:t>Improve prediction on shear – evenly or higher weight</a:t>
            </a:r>
          </a:p>
          <a:p>
            <a:r>
              <a:rPr lang="en-US" sz="2000"/>
              <a:t>Literature review on the latest papers</a:t>
            </a:r>
          </a:p>
          <a:p>
            <a:endParaRPr lang="en-US"/>
          </a:p>
          <a:p>
            <a:pPr lvl="1"/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A1EC70-42DE-AC5E-6CFC-8A71E1F8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Outlooks	</a:t>
            </a:r>
          </a:p>
        </p:txBody>
      </p:sp>
    </p:spTree>
    <p:extLst>
      <p:ext uri="{BB962C8B-B14F-4D97-AF65-F5344CB8AC3E}">
        <p14:creationId xmlns:p14="http://schemas.microsoft.com/office/powerpoint/2010/main" val="2596806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37159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_Aalto_2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40711_Powerpointvorlage_institute" id="{6AF4898E-60FD-416D-BF3D-28671F2B1415}" vid="{09427FF8-CA38-4CCF-836C-16EF93A39D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0974AA-3B7F-4AD0-A256-17B0B52E33ED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c291f9-8b3c-4c62-8e95-2347565a7636">
      <Terms xmlns="http://schemas.microsoft.com/office/infopath/2007/PartnerControls"/>
    </lcf76f155ced4ddcb4097134ff3c332f>
    <TaxCatchAll xmlns="59a49a2f-0480-42b8-ab0f-c803c1d3001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2DCA4D94A3494596A22AA804BC9339" ma:contentTypeVersion="11" ma:contentTypeDescription="Create a new document." ma:contentTypeScope="" ma:versionID="3d23088a80dc9db7f3ecc5f72766af8e">
  <xsd:schema xmlns:xsd="http://www.w3.org/2001/XMLSchema" xmlns:xs="http://www.w3.org/2001/XMLSchema" xmlns:p="http://schemas.microsoft.com/office/2006/metadata/properties" xmlns:ns2="64c291f9-8b3c-4c62-8e95-2347565a7636" xmlns:ns3="59a49a2f-0480-42b8-ab0f-c803c1d3001c" targetNamespace="http://schemas.microsoft.com/office/2006/metadata/properties" ma:root="true" ma:fieldsID="7c29938e3d80ae1b3a38cff11d324544" ns2:_="" ns3:_="">
    <xsd:import namespace="64c291f9-8b3c-4c62-8e95-2347565a7636"/>
    <xsd:import namespace="59a49a2f-0480-42b8-ab0f-c803c1d300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291f9-8b3c-4c62-8e95-2347565a76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d61bb93-c830-477f-800c-34a01ab1e7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49a2f-0480-42b8-ab0f-c803c1d3001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2fe66bf-1192-4ec1-ba65-6074fd4a45d1}" ma:internalName="TaxCatchAll" ma:showField="CatchAllData" ma:web="59a49a2f-0480-42b8-ab0f-c803c1d30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091013-F4EF-4A84-8471-93911238D843}">
  <ds:schemaRefs>
    <ds:schemaRef ds:uri="59a49a2f-0480-42b8-ab0f-c803c1d3001c"/>
    <ds:schemaRef ds:uri="64c291f9-8b3c-4c62-8e95-2347565a76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CAC601F-EF65-4060-B6BF-543D56BDAAEE}"/>
</file>

<file path=customXml/itemProps3.xml><?xml version="1.0" encoding="utf-8"?>
<ds:datastoreItem xmlns:ds="http://schemas.openxmlformats.org/officeDocument/2006/customXml" ds:itemID="{9635C00D-78BB-4207-97D6-99F1DDD02F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Präsentation_Master_RWTH_Institute</Template>
  <Application>Microsoft Office PowerPoint</Application>
  <PresentationFormat>Widescreen</PresentationFormat>
  <Slides>22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Master_Aalto_2</vt:lpstr>
      <vt:lpstr>Parameters identification method for ductile fracture with machine learning model</vt:lpstr>
      <vt:lpstr>Contents</vt:lpstr>
      <vt:lpstr>Motivation</vt:lpstr>
      <vt:lpstr>State of Arts</vt:lpstr>
      <vt:lpstr>Case I: Anisotropic Fracture prediction using LSTM</vt:lpstr>
      <vt:lpstr>Long Short Term Memory and RNN</vt:lpstr>
      <vt:lpstr>Long Short Term Memory and RNN</vt:lpstr>
      <vt:lpstr>Bayesian Optimization</vt:lpstr>
      <vt:lpstr>Database</vt:lpstr>
      <vt:lpstr>LSTM Architecture and Specifics in this Study</vt:lpstr>
      <vt:lpstr>Results</vt:lpstr>
      <vt:lpstr>Preliminary Results</vt:lpstr>
      <vt:lpstr>Case II: Damage parameters (D1, D2, D3, D4) identification using ANN</vt:lpstr>
      <vt:lpstr>Database</vt:lpstr>
      <vt:lpstr>ANN – Artificial Neural Network </vt:lpstr>
      <vt:lpstr>ANN</vt:lpstr>
      <vt:lpstr> ANN</vt:lpstr>
      <vt:lpstr>Results – Fracture Loci</vt:lpstr>
      <vt:lpstr>Results – 2D Surface Projections</vt:lpstr>
      <vt:lpstr>Results – Validation on Fracture Points </vt:lpstr>
      <vt:lpstr>Outlooks </vt:lpstr>
      <vt:lpstr>PowerPoint Presentation</vt:lpstr>
    </vt:vector>
  </TitlesOfParts>
  <Company>Aalto Lian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Li Zinan; Prasad Sayoojya</dc:creator>
  <cp:revision>3</cp:revision>
  <dcterms:created xsi:type="dcterms:W3CDTF">2014-11-13T09:09:37Z</dcterms:created>
  <dcterms:modified xsi:type="dcterms:W3CDTF">2024-01-12T20:17:58Z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0x010100A52DCA4D94A3494596A22AA804BC9339</vt:lpwstr>
  </property>
  <property fmtid="{D5CDD505-2E9C-101B-9397-08002B2CF9AE}" pid="3" name="MediaServiceImageTags">
    <vt:lpwstr/>
  </property>
</Properties>
</file>